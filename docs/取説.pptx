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
  </p:notesMasterIdLst>
  <p:sldIdLst>
    <p:sldId id="257" r:id="rId2"/>
    <p:sldId id="273" r:id="rId3"/>
    <p:sldId id="271" r:id="rId4"/>
    <p:sldId id="272" r:id="rId5"/>
    <p:sldId id="269" r:id="rId6"/>
    <p:sldId id="274" r:id="rId7"/>
    <p:sldId id="268" r:id="rId8"/>
    <p:sldId id="267" r:id="rId9"/>
    <p:sldId id="277" r:id="rId10"/>
    <p:sldId id="276" r:id="rId11"/>
    <p:sldId id="278" r:id="rId12"/>
  </p:sldIdLst>
  <p:sldSz cx="6858000" cy="9906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0000"/>
    <a:srgbClr val="FEFDFE"/>
    <a:srgbClr val="FEFEFE"/>
    <a:srgbClr val="FEFEFD"/>
    <a:srgbClr val="FBFBFB"/>
    <a:srgbClr val="F5F6FB"/>
    <a:srgbClr val="3563DB"/>
    <a:srgbClr val="BA5121"/>
    <a:srgbClr val="F0DAD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CE56304-DE67-4B01-A2CC-342B980A114D}" v="302" dt="2026-06-08T13:47:37.24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4660"/>
  </p:normalViewPr>
  <p:slideViewPr>
    <p:cSldViewPr snapToGrid="0">
      <p:cViewPr varScale="1">
        <p:scale>
          <a:sx n="105" d="100"/>
          <a:sy n="105" d="100"/>
        </p:scale>
        <p:origin x="4332"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kamichi Asai" userId="3b5f7fad-e636-4c8e-833d-1467cd4f12a3" providerId="ADAL" clId="{2A663872-BA5B-4A08-84BE-EED75D43575C}"/>
    <pc:docChg chg="undo redo custSel addSld delSld modSld sldOrd modMainMaster modNotesMaster">
      <pc:chgData name="Takamichi Asai" userId="3b5f7fad-e636-4c8e-833d-1467cd4f12a3" providerId="ADAL" clId="{2A663872-BA5B-4A08-84BE-EED75D43575C}" dt="2026-06-08T13:50:29.455" v="15446" actId="1076"/>
      <pc:docMkLst>
        <pc:docMk/>
      </pc:docMkLst>
      <pc:sldChg chg="addSp delSp modSp mod">
        <pc:chgData name="Takamichi Asai" userId="3b5f7fad-e636-4c8e-833d-1467cd4f12a3" providerId="ADAL" clId="{2A663872-BA5B-4A08-84BE-EED75D43575C}" dt="2026-06-07T02:11:32.719" v="12524"/>
        <pc:sldMkLst>
          <pc:docMk/>
          <pc:sldMk cId="1550345001" sldId="257"/>
        </pc:sldMkLst>
        <pc:spChg chg="mod">
          <ac:chgData name="Takamichi Asai" userId="3b5f7fad-e636-4c8e-833d-1467cd4f12a3" providerId="ADAL" clId="{2A663872-BA5B-4A08-84BE-EED75D43575C}" dt="2026-06-07T02:11:32.719" v="12524"/>
          <ac:spMkLst>
            <pc:docMk/>
            <pc:sldMk cId="1550345001" sldId="257"/>
            <ac:spMk id="2" creationId="{5ED82475-5603-8C6C-7870-30DD4C3E63FA}"/>
          </ac:spMkLst>
        </pc:spChg>
        <pc:spChg chg="mod">
          <ac:chgData name="Takamichi Asai" userId="3b5f7fad-e636-4c8e-833d-1467cd4f12a3" providerId="ADAL" clId="{2A663872-BA5B-4A08-84BE-EED75D43575C}" dt="2026-06-07T02:11:32.719" v="12524"/>
          <ac:spMkLst>
            <pc:docMk/>
            <pc:sldMk cId="1550345001" sldId="257"/>
            <ac:spMk id="13" creationId="{96AC0A3D-24FD-A099-2DB5-353B14B6DE79}"/>
          </ac:spMkLst>
        </pc:spChg>
        <pc:picChg chg="mod">
          <ac:chgData name="Takamichi Asai" userId="3b5f7fad-e636-4c8e-833d-1467cd4f12a3" providerId="ADAL" clId="{2A663872-BA5B-4A08-84BE-EED75D43575C}" dt="2026-06-07T02:11:32.719" v="12524"/>
          <ac:picMkLst>
            <pc:docMk/>
            <pc:sldMk cId="1550345001" sldId="257"/>
            <ac:picMk id="4" creationId="{1CE08612-12A9-FD81-5C8E-A2607145E13C}"/>
          </ac:picMkLst>
        </pc:picChg>
        <pc:picChg chg="mod">
          <ac:chgData name="Takamichi Asai" userId="3b5f7fad-e636-4c8e-833d-1467cd4f12a3" providerId="ADAL" clId="{2A663872-BA5B-4A08-84BE-EED75D43575C}" dt="2026-06-07T02:11:32.719" v="12524"/>
          <ac:picMkLst>
            <pc:docMk/>
            <pc:sldMk cId="1550345001" sldId="257"/>
            <ac:picMk id="6" creationId="{D0854AB7-8CFB-F2B0-D232-10C57A13BFF4}"/>
          </ac:picMkLst>
        </pc:picChg>
      </pc:sldChg>
      <pc:sldChg chg="modSp add del mod">
        <pc:chgData name="Takamichi Asai" userId="3b5f7fad-e636-4c8e-833d-1467cd4f12a3" providerId="ADAL" clId="{2A663872-BA5B-4A08-84BE-EED75D43575C}" dt="2026-06-08T01:39:39.238" v="13668" actId="47"/>
        <pc:sldMkLst>
          <pc:docMk/>
          <pc:sldMk cId="3588869282" sldId="266"/>
        </pc:sldMkLst>
        <pc:spChg chg="mod">
          <ac:chgData name="Takamichi Asai" userId="3b5f7fad-e636-4c8e-833d-1467cd4f12a3" providerId="ADAL" clId="{2A663872-BA5B-4A08-84BE-EED75D43575C}" dt="2026-06-07T23:15:27.111" v="13225" actId="1038"/>
          <ac:spMkLst>
            <pc:docMk/>
            <pc:sldMk cId="3588869282" sldId="266"/>
            <ac:spMk id="30" creationId="{72A4EEAC-6C4E-8D4E-B7C9-520AA9B1782C}"/>
          </ac:spMkLst>
        </pc:spChg>
        <pc:spChg chg="mod">
          <ac:chgData name="Takamichi Asai" userId="3b5f7fad-e636-4c8e-833d-1467cd4f12a3" providerId="ADAL" clId="{2A663872-BA5B-4A08-84BE-EED75D43575C}" dt="2026-06-07T23:15:20.805" v="13216" actId="1038"/>
          <ac:spMkLst>
            <pc:docMk/>
            <pc:sldMk cId="3588869282" sldId="266"/>
            <ac:spMk id="31" creationId="{200FB411-E3D8-9704-5DAE-8D340B70A6D6}"/>
          </ac:spMkLst>
        </pc:spChg>
      </pc:sldChg>
      <pc:sldChg chg="addSp delSp modSp new del mod">
        <pc:chgData name="Takamichi Asai" userId="3b5f7fad-e636-4c8e-833d-1467cd4f12a3" providerId="ADAL" clId="{2A663872-BA5B-4A08-84BE-EED75D43575C}" dt="2026-06-07T23:14:23.103" v="13204" actId="2696"/>
        <pc:sldMkLst>
          <pc:docMk/>
          <pc:sldMk cId="4073356895" sldId="266"/>
        </pc:sldMkLst>
        <pc:spChg chg="add mod">
          <ac:chgData name="Takamichi Asai" userId="3b5f7fad-e636-4c8e-833d-1467cd4f12a3" providerId="ADAL" clId="{2A663872-BA5B-4A08-84BE-EED75D43575C}" dt="2026-06-07T02:11:32.719" v="12524"/>
          <ac:spMkLst>
            <pc:docMk/>
            <pc:sldMk cId="4073356895" sldId="266"/>
            <ac:spMk id="2" creationId="{7638567D-BB87-35D0-FFE6-4D1454CBBEAB}"/>
          </ac:spMkLst>
        </pc:spChg>
        <pc:spChg chg="add mod">
          <ac:chgData name="Takamichi Asai" userId="3b5f7fad-e636-4c8e-833d-1467cd4f12a3" providerId="ADAL" clId="{2A663872-BA5B-4A08-84BE-EED75D43575C}" dt="2026-06-07T02:11:32.719" v="12524"/>
          <ac:spMkLst>
            <pc:docMk/>
            <pc:sldMk cId="4073356895" sldId="266"/>
            <ac:spMk id="12" creationId="{4ED4066F-E2DE-1985-DF17-04E5B2DE1E3B}"/>
          </ac:spMkLst>
        </pc:spChg>
        <pc:spChg chg="add mod">
          <ac:chgData name="Takamichi Asai" userId="3b5f7fad-e636-4c8e-833d-1467cd4f12a3" providerId="ADAL" clId="{2A663872-BA5B-4A08-84BE-EED75D43575C}" dt="2026-06-07T02:11:32.719" v="12524"/>
          <ac:spMkLst>
            <pc:docMk/>
            <pc:sldMk cId="4073356895" sldId="266"/>
            <ac:spMk id="14" creationId="{FF606793-F22B-7100-9E12-7230CA49EA53}"/>
          </ac:spMkLst>
        </pc:spChg>
        <pc:spChg chg="add mod">
          <ac:chgData name="Takamichi Asai" userId="3b5f7fad-e636-4c8e-833d-1467cd4f12a3" providerId="ADAL" clId="{2A663872-BA5B-4A08-84BE-EED75D43575C}" dt="2026-06-07T02:11:32.719" v="12524"/>
          <ac:spMkLst>
            <pc:docMk/>
            <pc:sldMk cId="4073356895" sldId="266"/>
            <ac:spMk id="15" creationId="{D0399FED-7A95-22C6-59A4-523C5D22ABE5}"/>
          </ac:spMkLst>
        </pc:spChg>
        <pc:spChg chg="add mod">
          <ac:chgData name="Takamichi Asai" userId="3b5f7fad-e636-4c8e-833d-1467cd4f12a3" providerId="ADAL" clId="{2A663872-BA5B-4A08-84BE-EED75D43575C}" dt="2026-06-07T02:11:32.719" v="12524"/>
          <ac:spMkLst>
            <pc:docMk/>
            <pc:sldMk cId="4073356895" sldId="266"/>
            <ac:spMk id="30" creationId="{72A4EEAC-6C4E-8D4E-B7C9-520AA9B1782C}"/>
          </ac:spMkLst>
        </pc:spChg>
        <pc:spChg chg="add mod">
          <ac:chgData name="Takamichi Asai" userId="3b5f7fad-e636-4c8e-833d-1467cd4f12a3" providerId="ADAL" clId="{2A663872-BA5B-4A08-84BE-EED75D43575C}" dt="2026-06-07T02:11:32.719" v="12524"/>
          <ac:spMkLst>
            <pc:docMk/>
            <pc:sldMk cId="4073356895" sldId="266"/>
            <ac:spMk id="44" creationId="{0952983C-55C3-8ACE-A68A-1BFD7CF0DB65}"/>
          </ac:spMkLst>
        </pc:spChg>
        <pc:spChg chg="add mod">
          <ac:chgData name="Takamichi Asai" userId="3b5f7fad-e636-4c8e-833d-1467cd4f12a3" providerId="ADAL" clId="{2A663872-BA5B-4A08-84BE-EED75D43575C}" dt="2026-06-07T02:11:32.719" v="12524"/>
          <ac:spMkLst>
            <pc:docMk/>
            <pc:sldMk cId="4073356895" sldId="266"/>
            <ac:spMk id="48" creationId="{F97959B6-B19D-0C4C-046C-837424A41A18}"/>
          </ac:spMkLst>
        </pc:spChg>
        <pc:spChg chg="add mod">
          <ac:chgData name="Takamichi Asai" userId="3b5f7fad-e636-4c8e-833d-1467cd4f12a3" providerId="ADAL" clId="{2A663872-BA5B-4A08-84BE-EED75D43575C}" dt="2026-06-07T02:11:32.719" v="12524"/>
          <ac:spMkLst>
            <pc:docMk/>
            <pc:sldMk cId="4073356895" sldId="266"/>
            <ac:spMk id="49" creationId="{A1A65A68-3EDD-80F2-FE8A-1E48BCA8E12A}"/>
          </ac:spMkLst>
        </pc:spChg>
        <pc:spChg chg="add mod">
          <ac:chgData name="Takamichi Asai" userId="3b5f7fad-e636-4c8e-833d-1467cd4f12a3" providerId="ADAL" clId="{2A663872-BA5B-4A08-84BE-EED75D43575C}" dt="2026-06-07T02:11:32.719" v="12524"/>
          <ac:spMkLst>
            <pc:docMk/>
            <pc:sldMk cId="4073356895" sldId="266"/>
            <ac:spMk id="54" creationId="{491E1FFA-AE8A-4343-74ED-A6F3F5E3B8D8}"/>
          </ac:spMkLst>
        </pc:spChg>
        <pc:spChg chg="add mod">
          <ac:chgData name="Takamichi Asai" userId="3b5f7fad-e636-4c8e-833d-1467cd4f12a3" providerId="ADAL" clId="{2A663872-BA5B-4A08-84BE-EED75D43575C}" dt="2026-06-07T02:11:32.719" v="12524"/>
          <ac:spMkLst>
            <pc:docMk/>
            <pc:sldMk cId="4073356895" sldId="266"/>
            <ac:spMk id="61" creationId="{5780FE41-0F65-FEF2-9088-02B3C0947838}"/>
          </ac:spMkLst>
        </pc:spChg>
      </pc:sldChg>
      <pc:sldChg chg="addSp delSp modSp new del mod">
        <pc:chgData name="Takamichi Asai" userId="3b5f7fad-e636-4c8e-833d-1467cd4f12a3" providerId="ADAL" clId="{2A663872-BA5B-4A08-84BE-EED75D43575C}" dt="2026-06-08T01:51:47.030" v="14081" actId="2696"/>
        <pc:sldMkLst>
          <pc:docMk/>
          <pc:sldMk cId="2011458019" sldId="267"/>
        </pc:sldMkLst>
        <pc:spChg chg="add mod">
          <ac:chgData name="Takamichi Asai" userId="3b5f7fad-e636-4c8e-833d-1467cd4f12a3" providerId="ADAL" clId="{2A663872-BA5B-4A08-84BE-EED75D43575C}" dt="2026-06-07T02:11:32.719" v="12524"/>
          <ac:spMkLst>
            <pc:docMk/>
            <pc:sldMk cId="2011458019" sldId="267"/>
            <ac:spMk id="12" creationId="{1E21B763-2756-6A07-52CF-DA2EC27B9C12}"/>
          </ac:spMkLst>
        </pc:spChg>
        <pc:spChg chg="add mod">
          <ac:chgData name="Takamichi Asai" userId="3b5f7fad-e636-4c8e-833d-1467cd4f12a3" providerId="ADAL" clId="{2A663872-BA5B-4A08-84BE-EED75D43575C}" dt="2026-06-07T02:11:32.719" v="12524"/>
          <ac:spMkLst>
            <pc:docMk/>
            <pc:sldMk cId="2011458019" sldId="267"/>
            <ac:spMk id="13" creationId="{566FBD40-8123-2FE1-A1E5-7593C3EBE4D9}"/>
          </ac:spMkLst>
        </pc:spChg>
        <pc:spChg chg="add mod">
          <ac:chgData name="Takamichi Asai" userId="3b5f7fad-e636-4c8e-833d-1467cd4f12a3" providerId="ADAL" clId="{2A663872-BA5B-4A08-84BE-EED75D43575C}" dt="2026-06-07T02:11:32.719" v="12524"/>
          <ac:spMkLst>
            <pc:docMk/>
            <pc:sldMk cId="2011458019" sldId="267"/>
            <ac:spMk id="14" creationId="{CE878953-9BAA-2530-C943-2D491622423A}"/>
          </ac:spMkLst>
        </pc:spChg>
        <pc:spChg chg="add mod">
          <ac:chgData name="Takamichi Asai" userId="3b5f7fad-e636-4c8e-833d-1467cd4f12a3" providerId="ADAL" clId="{2A663872-BA5B-4A08-84BE-EED75D43575C}" dt="2026-06-07T02:11:32.719" v="12524"/>
          <ac:spMkLst>
            <pc:docMk/>
            <pc:sldMk cId="2011458019" sldId="267"/>
            <ac:spMk id="15" creationId="{EBE74208-12CD-98B6-4E4A-C92850871DD1}"/>
          </ac:spMkLst>
        </pc:spChg>
        <pc:spChg chg="add mod">
          <ac:chgData name="Takamichi Asai" userId="3b5f7fad-e636-4c8e-833d-1467cd4f12a3" providerId="ADAL" clId="{2A663872-BA5B-4A08-84BE-EED75D43575C}" dt="2026-06-07T02:11:32.719" v="12524"/>
          <ac:spMkLst>
            <pc:docMk/>
            <pc:sldMk cId="2011458019" sldId="267"/>
            <ac:spMk id="21" creationId="{8060E79E-2676-30D2-4A06-FB2E3D6332A2}"/>
          </ac:spMkLst>
        </pc:spChg>
        <pc:spChg chg="add mod">
          <ac:chgData name="Takamichi Asai" userId="3b5f7fad-e636-4c8e-833d-1467cd4f12a3" providerId="ADAL" clId="{2A663872-BA5B-4A08-84BE-EED75D43575C}" dt="2026-06-07T02:11:32.719" v="12524"/>
          <ac:spMkLst>
            <pc:docMk/>
            <pc:sldMk cId="2011458019" sldId="267"/>
            <ac:spMk id="22" creationId="{083B5F1D-000A-C7CB-41BD-FA0E8FF7D0BE}"/>
          </ac:spMkLst>
        </pc:spChg>
        <pc:spChg chg="add mod">
          <ac:chgData name="Takamichi Asai" userId="3b5f7fad-e636-4c8e-833d-1467cd4f12a3" providerId="ADAL" clId="{2A663872-BA5B-4A08-84BE-EED75D43575C}" dt="2026-06-07T02:11:32.719" v="12524"/>
          <ac:spMkLst>
            <pc:docMk/>
            <pc:sldMk cId="2011458019" sldId="267"/>
            <ac:spMk id="23" creationId="{749915FF-FAC0-17D9-2E02-48BDFE7800BF}"/>
          </ac:spMkLst>
        </pc:spChg>
        <pc:spChg chg="add mod">
          <ac:chgData name="Takamichi Asai" userId="3b5f7fad-e636-4c8e-833d-1467cd4f12a3" providerId="ADAL" clId="{2A663872-BA5B-4A08-84BE-EED75D43575C}" dt="2026-06-07T02:11:32.719" v="12524"/>
          <ac:spMkLst>
            <pc:docMk/>
            <pc:sldMk cId="2011458019" sldId="267"/>
            <ac:spMk id="31" creationId="{F3F67FAB-BB76-58B6-A5D5-95A8F25C8089}"/>
          </ac:spMkLst>
        </pc:spChg>
        <pc:spChg chg="add mod">
          <ac:chgData name="Takamichi Asai" userId="3b5f7fad-e636-4c8e-833d-1467cd4f12a3" providerId="ADAL" clId="{2A663872-BA5B-4A08-84BE-EED75D43575C}" dt="2026-06-07T02:11:32.719" v="12524"/>
          <ac:spMkLst>
            <pc:docMk/>
            <pc:sldMk cId="2011458019" sldId="267"/>
            <ac:spMk id="39" creationId="{A299B995-1163-6B9B-B204-21D4A09B44D7}"/>
          </ac:spMkLst>
        </pc:spChg>
        <pc:spChg chg="add mod">
          <ac:chgData name="Takamichi Asai" userId="3b5f7fad-e636-4c8e-833d-1467cd4f12a3" providerId="ADAL" clId="{2A663872-BA5B-4A08-84BE-EED75D43575C}" dt="2026-06-07T02:11:32.719" v="12524"/>
          <ac:spMkLst>
            <pc:docMk/>
            <pc:sldMk cId="2011458019" sldId="267"/>
            <ac:spMk id="45" creationId="{2FD3541E-BF2F-4875-F1B2-9683F78EDFB9}"/>
          </ac:spMkLst>
        </pc:spChg>
      </pc:sldChg>
      <pc:sldChg chg="add">
        <pc:chgData name="Takamichi Asai" userId="3b5f7fad-e636-4c8e-833d-1467cd4f12a3" providerId="ADAL" clId="{2A663872-BA5B-4A08-84BE-EED75D43575C}" dt="2026-06-08T02:11:38.987" v="14384"/>
        <pc:sldMkLst>
          <pc:docMk/>
          <pc:sldMk cId="3224684426" sldId="267"/>
        </pc:sldMkLst>
      </pc:sldChg>
      <pc:sldChg chg="add del">
        <pc:chgData name="Takamichi Asai" userId="3b5f7fad-e636-4c8e-833d-1467cd4f12a3" providerId="ADAL" clId="{2A663872-BA5B-4A08-84BE-EED75D43575C}" dt="2026-06-08T02:11:34.726" v="14383" actId="2696"/>
        <pc:sldMkLst>
          <pc:docMk/>
          <pc:sldMk cId="3681828414" sldId="267"/>
        </pc:sldMkLst>
      </pc:sldChg>
      <pc:sldChg chg="addSp delSp modSp new del mod">
        <pc:chgData name="Takamichi Asai" userId="3b5f7fad-e636-4c8e-833d-1467cd4f12a3" providerId="ADAL" clId="{2A663872-BA5B-4A08-84BE-EED75D43575C}" dt="2026-06-08T01:54:56.549" v="14142" actId="2696"/>
        <pc:sldMkLst>
          <pc:docMk/>
          <pc:sldMk cId="2414805417" sldId="268"/>
        </pc:sldMkLst>
        <pc:spChg chg="add mod">
          <ac:chgData name="Takamichi Asai" userId="3b5f7fad-e636-4c8e-833d-1467cd4f12a3" providerId="ADAL" clId="{2A663872-BA5B-4A08-84BE-EED75D43575C}" dt="2026-06-07T02:11:32.719" v="12524"/>
          <ac:spMkLst>
            <pc:docMk/>
            <pc:sldMk cId="2414805417" sldId="268"/>
            <ac:spMk id="8" creationId="{874DB423-87A1-B07E-DE93-367F605B3BD0}"/>
          </ac:spMkLst>
        </pc:spChg>
        <pc:spChg chg="add mod">
          <ac:chgData name="Takamichi Asai" userId="3b5f7fad-e636-4c8e-833d-1467cd4f12a3" providerId="ADAL" clId="{2A663872-BA5B-4A08-84BE-EED75D43575C}" dt="2026-06-07T02:11:32.719" v="12524"/>
          <ac:spMkLst>
            <pc:docMk/>
            <pc:sldMk cId="2414805417" sldId="268"/>
            <ac:spMk id="9" creationId="{2EEAE46E-5232-36A1-7F3D-BD3D353996C5}"/>
          </ac:spMkLst>
        </pc:spChg>
        <pc:spChg chg="add mod">
          <ac:chgData name="Takamichi Asai" userId="3b5f7fad-e636-4c8e-833d-1467cd4f12a3" providerId="ADAL" clId="{2A663872-BA5B-4A08-84BE-EED75D43575C}" dt="2026-06-07T02:11:32.719" v="12524"/>
          <ac:spMkLst>
            <pc:docMk/>
            <pc:sldMk cId="2414805417" sldId="268"/>
            <ac:spMk id="10" creationId="{729C87C9-4F93-6997-4C22-F301E3A9BEE2}"/>
          </ac:spMkLst>
        </pc:spChg>
        <pc:spChg chg="add mod">
          <ac:chgData name="Takamichi Asai" userId="3b5f7fad-e636-4c8e-833d-1467cd4f12a3" providerId="ADAL" clId="{2A663872-BA5B-4A08-84BE-EED75D43575C}" dt="2026-06-07T02:11:32.719" v="12524"/>
          <ac:spMkLst>
            <pc:docMk/>
            <pc:sldMk cId="2414805417" sldId="268"/>
            <ac:spMk id="11" creationId="{DB616B07-B5CE-4D59-5DC5-22B93B23F7BB}"/>
          </ac:spMkLst>
        </pc:spChg>
        <pc:picChg chg="add mod">
          <ac:chgData name="Takamichi Asai" userId="3b5f7fad-e636-4c8e-833d-1467cd4f12a3" providerId="ADAL" clId="{2A663872-BA5B-4A08-84BE-EED75D43575C}" dt="2026-06-07T02:11:32.719" v="12524"/>
          <ac:picMkLst>
            <pc:docMk/>
            <pc:sldMk cId="2414805417" sldId="268"/>
            <ac:picMk id="3" creationId="{4459CC01-435C-E3F2-5B66-ACF69057A1E2}"/>
          </ac:picMkLst>
        </pc:picChg>
        <pc:picChg chg="add mod">
          <ac:chgData name="Takamichi Asai" userId="3b5f7fad-e636-4c8e-833d-1467cd4f12a3" providerId="ADAL" clId="{2A663872-BA5B-4A08-84BE-EED75D43575C}" dt="2026-06-07T02:11:32.719" v="12524"/>
          <ac:picMkLst>
            <pc:docMk/>
            <pc:sldMk cId="2414805417" sldId="268"/>
            <ac:picMk id="4" creationId="{FBA09D22-E5C2-8CF1-B3EB-7278C1B4B6A3}"/>
          </ac:picMkLst>
        </pc:picChg>
        <pc:picChg chg="add mod">
          <ac:chgData name="Takamichi Asai" userId="3b5f7fad-e636-4c8e-833d-1467cd4f12a3" providerId="ADAL" clId="{2A663872-BA5B-4A08-84BE-EED75D43575C}" dt="2026-06-07T02:11:32.719" v="12524"/>
          <ac:picMkLst>
            <pc:docMk/>
            <pc:sldMk cId="2414805417" sldId="268"/>
            <ac:picMk id="6" creationId="{87104565-295E-E465-98D8-AE583E4A2AF5}"/>
          </ac:picMkLst>
        </pc:picChg>
        <pc:picChg chg="add mod">
          <ac:chgData name="Takamichi Asai" userId="3b5f7fad-e636-4c8e-833d-1467cd4f12a3" providerId="ADAL" clId="{2A663872-BA5B-4A08-84BE-EED75D43575C}" dt="2026-06-07T02:11:32.719" v="12524"/>
          <ac:picMkLst>
            <pc:docMk/>
            <pc:sldMk cId="2414805417" sldId="268"/>
            <ac:picMk id="13" creationId="{EAAA84F5-7F57-3476-B368-71BB1C46DC4B}"/>
          </ac:picMkLst>
        </pc:picChg>
        <pc:picChg chg="add mod">
          <ac:chgData name="Takamichi Asai" userId="3b5f7fad-e636-4c8e-833d-1467cd4f12a3" providerId="ADAL" clId="{2A663872-BA5B-4A08-84BE-EED75D43575C}" dt="2026-06-07T02:11:32.719" v="12524"/>
          <ac:picMkLst>
            <pc:docMk/>
            <pc:sldMk cId="2414805417" sldId="268"/>
            <ac:picMk id="14" creationId="{BDC887A9-EBC2-D9A2-3A58-676BD369B9EF}"/>
          </ac:picMkLst>
        </pc:picChg>
        <pc:picChg chg="add mod">
          <ac:chgData name="Takamichi Asai" userId="3b5f7fad-e636-4c8e-833d-1467cd4f12a3" providerId="ADAL" clId="{2A663872-BA5B-4A08-84BE-EED75D43575C}" dt="2026-06-07T02:11:32.719" v="12524"/>
          <ac:picMkLst>
            <pc:docMk/>
            <pc:sldMk cId="2414805417" sldId="268"/>
            <ac:picMk id="15" creationId="{AB557D90-1DEB-9DC1-4934-6A6D036AC624}"/>
          </ac:picMkLst>
        </pc:picChg>
      </pc:sldChg>
      <pc:sldChg chg="add del">
        <pc:chgData name="Takamichi Asai" userId="3b5f7fad-e636-4c8e-833d-1467cd4f12a3" providerId="ADAL" clId="{2A663872-BA5B-4A08-84BE-EED75D43575C}" dt="2026-06-08T02:11:34.726" v="14383" actId="2696"/>
        <pc:sldMkLst>
          <pc:docMk/>
          <pc:sldMk cId="2819044505" sldId="268"/>
        </pc:sldMkLst>
      </pc:sldChg>
      <pc:sldChg chg="add">
        <pc:chgData name="Takamichi Asai" userId="3b5f7fad-e636-4c8e-833d-1467cd4f12a3" providerId="ADAL" clId="{2A663872-BA5B-4A08-84BE-EED75D43575C}" dt="2026-06-08T02:11:38.987" v="14384"/>
        <pc:sldMkLst>
          <pc:docMk/>
          <pc:sldMk cId="3833807707" sldId="268"/>
        </pc:sldMkLst>
      </pc:sldChg>
      <pc:sldChg chg="addSp modSp new mod">
        <pc:chgData name="Takamichi Asai" userId="3b5f7fad-e636-4c8e-833d-1467cd4f12a3" providerId="ADAL" clId="{2A663872-BA5B-4A08-84BE-EED75D43575C}" dt="2026-06-08T01:45:33.363" v="13967"/>
        <pc:sldMkLst>
          <pc:docMk/>
          <pc:sldMk cId="501644453" sldId="269"/>
        </pc:sldMkLst>
        <pc:spChg chg="add mod">
          <ac:chgData name="Takamichi Asai" userId="3b5f7fad-e636-4c8e-833d-1467cd4f12a3" providerId="ADAL" clId="{2A663872-BA5B-4A08-84BE-EED75D43575C}" dt="2026-06-07T02:11:32.719" v="12524"/>
          <ac:spMkLst>
            <pc:docMk/>
            <pc:sldMk cId="501644453" sldId="269"/>
            <ac:spMk id="4" creationId="{B24833D6-549B-37CA-31EC-D71FC1743277}"/>
          </ac:spMkLst>
        </pc:spChg>
        <pc:spChg chg="add mod">
          <ac:chgData name="Takamichi Asai" userId="3b5f7fad-e636-4c8e-833d-1467cd4f12a3" providerId="ADAL" clId="{2A663872-BA5B-4A08-84BE-EED75D43575C}" dt="2026-06-01T10:52:05.560" v="4235" actId="164"/>
          <ac:spMkLst>
            <pc:docMk/>
            <pc:sldMk cId="501644453" sldId="269"/>
            <ac:spMk id="5" creationId="{DC7ABE22-DC7D-9CF7-AB96-F17EB83CAD1E}"/>
          </ac:spMkLst>
        </pc:spChg>
        <pc:spChg chg="mod">
          <ac:chgData name="Takamichi Asai" userId="3b5f7fad-e636-4c8e-833d-1467cd4f12a3" providerId="ADAL" clId="{2A663872-BA5B-4A08-84BE-EED75D43575C}" dt="2026-06-07T02:11:32.719" v="12524"/>
          <ac:spMkLst>
            <pc:docMk/>
            <pc:sldMk cId="501644453" sldId="269"/>
            <ac:spMk id="12" creationId="{E89CE281-E703-B712-B89B-BA31050792AF}"/>
          </ac:spMkLst>
        </pc:spChg>
        <pc:spChg chg="mod">
          <ac:chgData name="Takamichi Asai" userId="3b5f7fad-e636-4c8e-833d-1467cd4f12a3" providerId="ADAL" clId="{2A663872-BA5B-4A08-84BE-EED75D43575C}" dt="2026-06-01T10:04:05.757" v="4198"/>
          <ac:spMkLst>
            <pc:docMk/>
            <pc:sldMk cId="501644453" sldId="269"/>
            <ac:spMk id="13" creationId="{E7F563CE-C45F-335F-1903-CF1B1E62874E}"/>
          </ac:spMkLst>
        </pc:spChg>
        <pc:spChg chg="mod">
          <ac:chgData name="Takamichi Asai" userId="3b5f7fad-e636-4c8e-833d-1467cd4f12a3" providerId="ADAL" clId="{2A663872-BA5B-4A08-84BE-EED75D43575C}" dt="2026-06-07T02:11:32.719" v="12524"/>
          <ac:spMkLst>
            <pc:docMk/>
            <pc:sldMk cId="501644453" sldId="269"/>
            <ac:spMk id="14" creationId="{99429C8A-D168-9E7C-B3B2-98141D16300A}"/>
          </ac:spMkLst>
        </pc:spChg>
        <pc:spChg chg="add mod">
          <ac:chgData name="Takamichi Asai" userId="3b5f7fad-e636-4c8e-833d-1467cd4f12a3" providerId="ADAL" clId="{2A663872-BA5B-4A08-84BE-EED75D43575C}" dt="2026-06-07T02:11:32.719" v="12524"/>
          <ac:spMkLst>
            <pc:docMk/>
            <pc:sldMk cId="501644453" sldId="269"/>
            <ac:spMk id="20" creationId="{68C75975-FEC3-786D-58EE-FA54953CF94B}"/>
          </ac:spMkLst>
        </pc:spChg>
        <pc:spChg chg="add mod">
          <ac:chgData name="Takamichi Asai" userId="3b5f7fad-e636-4c8e-833d-1467cd4f12a3" providerId="ADAL" clId="{2A663872-BA5B-4A08-84BE-EED75D43575C}" dt="2026-06-07T02:11:32.719" v="12524"/>
          <ac:spMkLst>
            <pc:docMk/>
            <pc:sldMk cId="501644453" sldId="269"/>
            <ac:spMk id="23" creationId="{7267816C-AB55-155A-0C01-40E661A9DD76}"/>
          </ac:spMkLst>
        </pc:spChg>
        <pc:spChg chg="add mod">
          <ac:chgData name="Takamichi Asai" userId="3b5f7fad-e636-4c8e-833d-1467cd4f12a3" providerId="ADAL" clId="{2A663872-BA5B-4A08-84BE-EED75D43575C}" dt="2026-06-07T02:11:32.719" v="12524"/>
          <ac:spMkLst>
            <pc:docMk/>
            <pc:sldMk cId="501644453" sldId="269"/>
            <ac:spMk id="24" creationId="{BDAFFAE8-FAE3-9634-E09A-AB3AD7DA7165}"/>
          </ac:spMkLst>
        </pc:spChg>
        <pc:spChg chg="add mod">
          <ac:chgData name="Takamichi Asai" userId="3b5f7fad-e636-4c8e-833d-1467cd4f12a3" providerId="ADAL" clId="{2A663872-BA5B-4A08-84BE-EED75D43575C}" dt="2026-06-07T02:11:32.719" v="12524"/>
          <ac:spMkLst>
            <pc:docMk/>
            <pc:sldMk cId="501644453" sldId="269"/>
            <ac:spMk id="25" creationId="{7295DF66-5F82-0FA6-94D2-425807B9BCAB}"/>
          </ac:spMkLst>
        </pc:spChg>
        <pc:spChg chg="add mod">
          <ac:chgData name="Takamichi Asai" userId="3b5f7fad-e636-4c8e-833d-1467cd4f12a3" providerId="ADAL" clId="{2A663872-BA5B-4A08-84BE-EED75D43575C}" dt="2026-06-07T02:11:32.719" v="12524"/>
          <ac:spMkLst>
            <pc:docMk/>
            <pc:sldMk cId="501644453" sldId="269"/>
            <ac:spMk id="26" creationId="{DECD9BD9-E0DC-07F3-1F31-CC7D5ADBCA3F}"/>
          </ac:spMkLst>
        </pc:spChg>
        <pc:spChg chg="add mod">
          <ac:chgData name="Takamichi Asai" userId="3b5f7fad-e636-4c8e-833d-1467cd4f12a3" providerId="ADAL" clId="{2A663872-BA5B-4A08-84BE-EED75D43575C}" dt="2026-06-07T02:11:32.719" v="12524"/>
          <ac:spMkLst>
            <pc:docMk/>
            <pc:sldMk cId="501644453" sldId="269"/>
            <ac:spMk id="27" creationId="{915E728B-50BA-B45C-D4D1-B5B78474D080}"/>
          </ac:spMkLst>
        </pc:spChg>
        <pc:spChg chg="add mod">
          <ac:chgData name="Takamichi Asai" userId="3b5f7fad-e636-4c8e-833d-1467cd4f12a3" providerId="ADAL" clId="{2A663872-BA5B-4A08-84BE-EED75D43575C}" dt="2026-06-07T12:29:09.674" v="13075" actId="164"/>
          <ac:spMkLst>
            <pc:docMk/>
            <pc:sldMk cId="501644453" sldId="269"/>
            <ac:spMk id="30" creationId="{E23A3EFF-5685-78E6-566C-D432110D02E5}"/>
          </ac:spMkLst>
        </pc:spChg>
        <pc:spChg chg="add mod">
          <ac:chgData name="Takamichi Asai" userId="3b5f7fad-e636-4c8e-833d-1467cd4f12a3" providerId="ADAL" clId="{2A663872-BA5B-4A08-84BE-EED75D43575C}" dt="2026-06-07T12:29:09.674" v="13075" actId="164"/>
          <ac:spMkLst>
            <pc:docMk/>
            <pc:sldMk cId="501644453" sldId="269"/>
            <ac:spMk id="31" creationId="{B3CCC9A3-8442-76E9-DA9C-D47F48E7EFC8}"/>
          </ac:spMkLst>
        </pc:spChg>
        <pc:spChg chg="add mod">
          <ac:chgData name="Takamichi Asai" userId="3b5f7fad-e636-4c8e-833d-1467cd4f12a3" providerId="ADAL" clId="{2A663872-BA5B-4A08-84BE-EED75D43575C}" dt="2026-06-08T01:45:33.363" v="13967"/>
          <ac:spMkLst>
            <pc:docMk/>
            <pc:sldMk cId="501644453" sldId="269"/>
            <ac:spMk id="34" creationId="{374A2ABB-E2A0-D18D-2CE1-6BEEE58CB6E7}"/>
          </ac:spMkLst>
        </pc:spChg>
        <pc:grpChg chg="add mod">
          <ac:chgData name="Takamichi Asai" userId="3b5f7fad-e636-4c8e-833d-1467cd4f12a3" providerId="ADAL" clId="{2A663872-BA5B-4A08-84BE-EED75D43575C}" dt="2026-06-01T11:39:37.517" v="4241" actId="164"/>
          <ac:grpSpMkLst>
            <pc:docMk/>
            <pc:sldMk cId="501644453" sldId="269"/>
            <ac:grpSpMk id="2" creationId="{717E0518-1619-6A2D-6D52-249502CDCB58}"/>
          </ac:grpSpMkLst>
        </pc:grpChg>
        <pc:grpChg chg="add mod">
          <ac:chgData name="Takamichi Asai" userId="3b5f7fad-e636-4c8e-833d-1467cd4f12a3" providerId="ADAL" clId="{2A663872-BA5B-4A08-84BE-EED75D43575C}" dt="2026-06-01T10:52:05.560" v="4235" actId="164"/>
          <ac:grpSpMkLst>
            <pc:docMk/>
            <pc:sldMk cId="501644453" sldId="269"/>
            <ac:grpSpMk id="6" creationId="{074AD783-0B56-A329-9F1A-B29DC36EBA8D}"/>
          </ac:grpSpMkLst>
        </pc:grpChg>
        <pc:grpChg chg="add mod">
          <ac:chgData name="Takamichi Asai" userId="3b5f7fad-e636-4c8e-833d-1467cd4f12a3" providerId="ADAL" clId="{2A663872-BA5B-4A08-84BE-EED75D43575C}" dt="2026-06-01T10:52:05.560" v="4235" actId="164"/>
          <ac:grpSpMkLst>
            <pc:docMk/>
            <pc:sldMk cId="501644453" sldId="269"/>
            <ac:grpSpMk id="10" creationId="{818BACC8-9E4B-4B17-065B-C66EDA0AF7E7}"/>
          </ac:grpSpMkLst>
        </pc:grpChg>
        <pc:grpChg chg="add mod ord">
          <ac:chgData name="Takamichi Asai" userId="3b5f7fad-e636-4c8e-833d-1467cd4f12a3" providerId="ADAL" clId="{2A663872-BA5B-4A08-84BE-EED75D43575C}" dt="2026-06-01T10:52:05.560" v="4235" actId="164"/>
          <ac:grpSpMkLst>
            <pc:docMk/>
            <pc:sldMk cId="501644453" sldId="269"/>
            <ac:grpSpMk id="15" creationId="{5E36D2AF-1388-4280-B2D0-0C1DFDB4D68A}"/>
          </ac:grpSpMkLst>
        </pc:grpChg>
        <pc:grpChg chg="mod">
          <ac:chgData name="Takamichi Asai" userId="3b5f7fad-e636-4c8e-833d-1467cd4f12a3" providerId="ADAL" clId="{2A663872-BA5B-4A08-84BE-EED75D43575C}" dt="2026-06-01T10:05:05.803" v="4200"/>
          <ac:grpSpMkLst>
            <pc:docMk/>
            <pc:sldMk cId="501644453" sldId="269"/>
            <ac:grpSpMk id="17" creationId="{0AE7DD66-EC2C-0BF1-53FB-9C074D5A57E4}"/>
          </ac:grpSpMkLst>
        </pc:grpChg>
        <pc:grpChg chg="add mod">
          <ac:chgData name="Takamichi Asai" userId="3b5f7fad-e636-4c8e-833d-1467cd4f12a3" providerId="ADAL" clId="{2A663872-BA5B-4A08-84BE-EED75D43575C}" dt="2026-06-07T12:29:09.674" v="13075" actId="164"/>
          <ac:grpSpMkLst>
            <pc:docMk/>
            <pc:sldMk cId="501644453" sldId="269"/>
            <ac:grpSpMk id="21" creationId="{E0A5A876-6295-B396-A396-354602A74F2B}"/>
          </ac:grpSpMkLst>
        </pc:grpChg>
        <pc:grpChg chg="add mod">
          <ac:chgData name="Takamichi Asai" userId="3b5f7fad-e636-4c8e-833d-1467cd4f12a3" providerId="ADAL" clId="{2A663872-BA5B-4A08-84BE-EED75D43575C}" dt="2026-06-07T12:29:09.674" v="13075" actId="164"/>
          <ac:grpSpMkLst>
            <pc:docMk/>
            <pc:sldMk cId="501644453" sldId="269"/>
            <ac:grpSpMk id="32" creationId="{8088AD26-F92E-9A5B-2024-8D2EFF1248D0}"/>
          </ac:grpSpMkLst>
        </pc:grpChg>
        <pc:grpChg chg="add mod">
          <ac:chgData name="Takamichi Asai" userId="3b5f7fad-e636-4c8e-833d-1467cd4f12a3" providerId="ADAL" clId="{2A663872-BA5B-4A08-84BE-EED75D43575C}" dt="2026-06-07T12:29:09.674" v="13075" actId="164"/>
          <ac:grpSpMkLst>
            <pc:docMk/>
            <pc:sldMk cId="501644453" sldId="269"/>
            <ac:grpSpMk id="33" creationId="{E8C3DBA5-C020-DD00-EF86-DA82624D3ECC}"/>
          </ac:grpSpMkLst>
        </pc:grpChg>
        <pc:picChg chg="add mod">
          <ac:chgData name="Takamichi Asai" userId="3b5f7fad-e636-4c8e-833d-1467cd4f12a3" providerId="ADAL" clId="{2A663872-BA5B-4A08-84BE-EED75D43575C}" dt="2026-06-01T10:52:05.560" v="4235" actId="164"/>
          <ac:picMkLst>
            <pc:docMk/>
            <pc:sldMk cId="501644453" sldId="269"/>
            <ac:picMk id="3" creationId="{4A3A08E8-65B9-038B-CAEB-FD56DE7FA0B0}"/>
          </ac:picMkLst>
        </pc:picChg>
        <pc:picChg chg="mod">
          <ac:chgData name="Takamichi Asai" userId="3b5f7fad-e636-4c8e-833d-1467cd4f12a3" providerId="ADAL" clId="{2A663872-BA5B-4A08-84BE-EED75D43575C}" dt="2026-06-01T10:03:27.496" v="4194"/>
          <ac:picMkLst>
            <pc:docMk/>
            <pc:sldMk cId="501644453" sldId="269"/>
            <ac:picMk id="7" creationId="{FE89297B-6B08-593D-F430-76522A93F0AE}"/>
          </ac:picMkLst>
        </pc:picChg>
        <pc:picChg chg="mod">
          <ac:chgData name="Takamichi Asai" userId="3b5f7fad-e636-4c8e-833d-1467cd4f12a3" providerId="ADAL" clId="{2A663872-BA5B-4A08-84BE-EED75D43575C}" dt="2026-06-01T10:03:27.496" v="4194"/>
          <ac:picMkLst>
            <pc:docMk/>
            <pc:sldMk cId="501644453" sldId="269"/>
            <ac:picMk id="8" creationId="{51D5819B-796D-4D94-1750-E6ED670EA60D}"/>
          </ac:picMkLst>
        </pc:picChg>
        <pc:picChg chg="mod">
          <ac:chgData name="Takamichi Asai" userId="3b5f7fad-e636-4c8e-833d-1467cd4f12a3" providerId="ADAL" clId="{2A663872-BA5B-4A08-84BE-EED75D43575C}" dt="2026-06-01T10:03:27.496" v="4194"/>
          <ac:picMkLst>
            <pc:docMk/>
            <pc:sldMk cId="501644453" sldId="269"/>
            <ac:picMk id="9" creationId="{365BA237-0BD8-CD15-1277-9604AC75E6A4}"/>
          </ac:picMkLst>
        </pc:picChg>
        <pc:picChg chg="mod">
          <ac:chgData name="Takamichi Asai" userId="3b5f7fad-e636-4c8e-833d-1467cd4f12a3" providerId="ADAL" clId="{2A663872-BA5B-4A08-84BE-EED75D43575C}" dt="2026-06-01T10:04:05.757" v="4198"/>
          <ac:picMkLst>
            <pc:docMk/>
            <pc:sldMk cId="501644453" sldId="269"/>
            <ac:picMk id="11" creationId="{A863D090-4E67-49C2-93BF-E1F2BB40C00F}"/>
          </ac:picMkLst>
        </pc:picChg>
        <pc:picChg chg="mod">
          <ac:chgData name="Takamichi Asai" userId="3b5f7fad-e636-4c8e-833d-1467cd4f12a3" providerId="ADAL" clId="{2A663872-BA5B-4A08-84BE-EED75D43575C}" dt="2026-06-01T10:05:05.803" v="4200"/>
          <ac:picMkLst>
            <pc:docMk/>
            <pc:sldMk cId="501644453" sldId="269"/>
            <ac:picMk id="16" creationId="{A04E2448-506F-E136-40C2-87760045F8E2}"/>
          </ac:picMkLst>
        </pc:picChg>
        <pc:picChg chg="mod">
          <ac:chgData name="Takamichi Asai" userId="3b5f7fad-e636-4c8e-833d-1467cd4f12a3" providerId="ADAL" clId="{2A663872-BA5B-4A08-84BE-EED75D43575C}" dt="2026-06-01T10:05:05.803" v="4200"/>
          <ac:picMkLst>
            <pc:docMk/>
            <pc:sldMk cId="501644453" sldId="269"/>
            <ac:picMk id="18" creationId="{AE5AD5CB-F198-E2D8-4E47-33466B7EB418}"/>
          </ac:picMkLst>
        </pc:picChg>
        <pc:picChg chg="mod">
          <ac:chgData name="Takamichi Asai" userId="3b5f7fad-e636-4c8e-833d-1467cd4f12a3" providerId="ADAL" clId="{2A663872-BA5B-4A08-84BE-EED75D43575C}" dt="2026-06-01T10:05:05.803" v="4200"/>
          <ac:picMkLst>
            <pc:docMk/>
            <pc:sldMk cId="501644453" sldId="269"/>
            <ac:picMk id="19" creationId="{CD9CF620-93D1-D0B8-A068-FF1AFCDF01C3}"/>
          </ac:picMkLst>
        </pc:picChg>
        <pc:picChg chg="add mod">
          <ac:chgData name="Takamichi Asai" userId="3b5f7fad-e636-4c8e-833d-1467cd4f12a3" providerId="ADAL" clId="{2A663872-BA5B-4A08-84BE-EED75D43575C}" dt="2026-06-01T11:40:38.849" v="4244" actId="164"/>
          <ac:picMkLst>
            <pc:docMk/>
            <pc:sldMk cId="501644453" sldId="269"/>
            <ac:picMk id="22" creationId="{2257534A-DB19-5281-CC56-18290C734E0D}"/>
          </ac:picMkLst>
        </pc:picChg>
        <pc:picChg chg="add mod">
          <ac:chgData name="Takamichi Asai" userId="3b5f7fad-e636-4c8e-833d-1467cd4f12a3" providerId="ADAL" clId="{2A663872-BA5B-4A08-84BE-EED75D43575C}" dt="2026-06-07T12:29:09.674" v="13075" actId="164"/>
          <ac:picMkLst>
            <pc:docMk/>
            <pc:sldMk cId="501644453" sldId="269"/>
            <ac:picMk id="28" creationId="{E58F2EED-3DDC-FC3B-44E5-C50470B8C78F}"/>
          </ac:picMkLst>
        </pc:picChg>
        <pc:picChg chg="add mod">
          <ac:chgData name="Takamichi Asai" userId="3b5f7fad-e636-4c8e-833d-1467cd4f12a3" providerId="ADAL" clId="{2A663872-BA5B-4A08-84BE-EED75D43575C}" dt="2026-06-07T12:29:09.674" v="13075" actId="164"/>
          <ac:picMkLst>
            <pc:docMk/>
            <pc:sldMk cId="501644453" sldId="269"/>
            <ac:picMk id="29" creationId="{51AA582C-CD0B-D080-B3F1-7AD78EA46CFC}"/>
          </ac:picMkLst>
        </pc:picChg>
      </pc:sldChg>
      <pc:sldChg chg="addSp modSp new mod">
        <pc:chgData name="Takamichi Asai" userId="3b5f7fad-e636-4c8e-833d-1467cd4f12a3" providerId="ADAL" clId="{2A663872-BA5B-4A08-84BE-EED75D43575C}" dt="2026-06-07T02:11:32.719" v="12524"/>
        <pc:sldMkLst>
          <pc:docMk/>
          <pc:sldMk cId="3393164928" sldId="271"/>
        </pc:sldMkLst>
        <pc:spChg chg="add mod">
          <ac:chgData name="Takamichi Asai" userId="3b5f7fad-e636-4c8e-833d-1467cd4f12a3" providerId="ADAL" clId="{2A663872-BA5B-4A08-84BE-EED75D43575C}" dt="2026-06-07T02:11:32.719" v="12524"/>
          <ac:spMkLst>
            <pc:docMk/>
            <pc:sldMk cId="3393164928" sldId="271"/>
            <ac:spMk id="10" creationId="{3BE3DECC-B78F-F2AC-D261-D0B40646DDE8}"/>
          </ac:spMkLst>
        </pc:spChg>
        <pc:spChg chg="add mod">
          <ac:chgData name="Takamichi Asai" userId="3b5f7fad-e636-4c8e-833d-1467cd4f12a3" providerId="ADAL" clId="{2A663872-BA5B-4A08-84BE-EED75D43575C}" dt="2026-06-07T02:11:32.719" v="12524"/>
          <ac:spMkLst>
            <pc:docMk/>
            <pc:sldMk cId="3393164928" sldId="271"/>
            <ac:spMk id="11" creationId="{64975E21-7CB1-73EE-5618-3B6D5A035936}"/>
          </ac:spMkLst>
        </pc:spChg>
        <pc:spChg chg="add mod">
          <ac:chgData name="Takamichi Asai" userId="3b5f7fad-e636-4c8e-833d-1467cd4f12a3" providerId="ADAL" clId="{2A663872-BA5B-4A08-84BE-EED75D43575C}" dt="2026-06-07T02:11:32.719" v="12524"/>
          <ac:spMkLst>
            <pc:docMk/>
            <pc:sldMk cId="3393164928" sldId="271"/>
            <ac:spMk id="12" creationId="{59FF35A6-599F-B04C-B25A-789FADBCE3C8}"/>
          </ac:spMkLst>
        </pc:spChg>
        <pc:spChg chg="add mod">
          <ac:chgData name="Takamichi Asai" userId="3b5f7fad-e636-4c8e-833d-1467cd4f12a3" providerId="ADAL" clId="{2A663872-BA5B-4A08-84BE-EED75D43575C}" dt="2026-06-07T02:11:32.719" v="12524"/>
          <ac:spMkLst>
            <pc:docMk/>
            <pc:sldMk cId="3393164928" sldId="271"/>
            <ac:spMk id="13" creationId="{4588C9D7-3CEC-E115-F186-5CA426BB5451}"/>
          </ac:spMkLst>
        </pc:spChg>
        <pc:picChg chg="add mod modCrop">
          <ac:chgData name="Takamichi Asai" userId="3b5f7fad-e636-4c8e-833d-1467cd4f12a3" providerId="ADAL" clId="{2A663872-BA5B-4A08-84BE-EED75D43575C}" dt="2026-06-07T02:11:32.719" v="12524"/>
          <ac:picMkLst>
            <pc:docMk/>
            <pc:sldMk cId="3393164928" sldId="271"/>
            <ac:picMk id="3" creationId="{78C9BEFF-ABDE-AE99-F42C-DE52672C3E01}"/>
          </ac:picMkLst>
        </pc:picChg>
        <pc:picChg chg="add mod modCrop">
          <ac:chgData name="Takamichi Asai" userId="3b5f7fad-e636-4c8e-833d-1467cd4f12a3" providerId="ADAL" clId="{2A663872-BA5B-4A08-84BE-EED75D43575C}" dt="2026-06-07T02:11:32.719" v="12524"/>
          <ac:picMkLst>
            <pc:docMk/>
            <pc:sldMk cId="3393164928" sldId="271"/>
            <ac:picMk id="5" creationId="{FEBF7FBA-D33A-0069-82F7-F6203026F32E}"/>
          </ac:picMkLst>
        </pc:picChg>
        <pc:picChg chg="add mod modCrop">
          <ac:chgData name="Takamichi Asai" userId="3b5f7fad-e636-4c8e-833d-1467cd4f12a3" providerId="ADAL" clId="{2A663872-BA5B-4A08-84BE-EED75D43575C}" dt="2026-06-07T02:11:32.719" v="12524"/>
          <ac:picMkLst>
            <pc:docMk/>
            <pc:sldMk cId="3393164928" sldId="271"/>
            <ac:picMk id="7" creationId="{A7AE78DB-C7D2-7E03-020F-C8A7710A5F47}"/>
          </ac:picMkLst>
        </pc:picChg>
        <pc:picChg chg="add mod modCrop">
          <ac:chgData name="Takamichi Asai" userId="3b5f7fad-e636-4c8e-833d-1467cd4f12a3" providerId="ADAL" clId="{2A663872-BA5B-4A08-84BE-EED75D43575C}" dt="2026-06-07T02:11:32.719" v="12524"/>
          <ac:picMkLst>
            <pc:docMk/>
            <pc:sldMk cId="3393164928" sldId="271"/>
            <ac:picMk id="9" creationId="{1BC8A6E9-1BCA-ADBB-D9EB-C792FF300D47}"/>
          </ac:picMkLst>
        </pc:picChg>
      </pc:sldChg>
      <pc:sldChg chg="addSp delSp modSp new mod">
        <pc:chgData name="Takamichi Asai" userId="3b5f7fad-e636-4c8e-833d-1467cd4f12a3" providerId="ADAL" clId="{2A663872-BA5B-4A08-84BE-EED75D43575C}" dt="2026-06-07T02:11:32.719" v="12524"/>
        <pc:sldMkLst>
          <pc:docMk/>
          <pc:sldMk cId="3231599376" sldId="272"/>
        </pc:sldMkLst>
        <pc:spChg chg="add mod">
          <ac:chgData name="Takamichi Asai" userId="3b5f7fad-e636-4c8e-833d-1467cd4f12a3" providerId="ADAL" clId="{2A663872-BA5B-4A08-84BE-EED75D43575C}" dt="2026-06-07T02:11:32.719" v="12524"/>
          <ac:spMkLst>
            <pc:docMk/>
            <pc:sldMk cId="3231599376" sldId="272"/>
            <ac:spMk id="4" creationId="{905E4284-87A7-A6CE-E6B2-46E8D1D3BA92}"/>
          </ac:spMkLst>
        </pc:spChg>
        <pc:spChg chg="add mod">
          <ac:chgData name="Takamichi Asai" userId="3b5f7fad-e636-4c8e-833d-1467cd4f12a3" providerId="ADAL" clId="{2A663872-BA5B-4A08-84BE-EED75D43575C}" dt="2026-06-07T02:11:32.719" v="12524"/>
          <ac:spMkLst>
            <pc:docMk/>
            <pc:sldMk cId="3231599376" sldId="272"/>
            <ac:spMk id="5" creationId="{5EF0B6BC-963C-167B-0796-8204DAAAD7A8}"/>
          </ac:spMkLst>
        </pc:spChg>
        <pc:spChg chg="add mod">
          <ac:chgData name="Takamichi Asai" userId="3b5f7fad-e636-4c8e-833d-1467cd4f12a3" providerId="ADAL" clId="{2A663872-BA5B-4A08-84BE-EED75D43575C}" dt="2026-06-07T02:11:32.719" v="12524"/>
          <ac:spMkLst>
            <pc:docMk/>
            <pc:sldMk cId="3231599376" sldId="272"/>
            <ac:spMk id="6" creationId="{004DFEA2-CE62-CCE5-98C1-EF84650D8B10}"/>
          </ac:spMkLst>
        </pc:spChg>
        <pc:spChg chg="add mod">
          <ac:chgData name="Takamichi Asai" userId="3b5f7fad-e636-4c8e-833d-1467cd4f12a3" providerId="ADAL" clId="{2A663872-BA5B-4A08-84BE-EED75D43575C}" dt="2026-06-07T02:11:32.719" v="12524"/>
          <ac:spMkLst>
            <pc:docMk/>
            <pc:sldMk cId="3231599376" sldId="272"/>
            <ac:spMk id="8" creationId="{3AAECEF1-58C1-3BFF-F2D9-7C4E2D6640E8}"/>
          </ac:spMkLst>
        </pc:spChg>
        <pc:spChg chg="add mod">
          <ac:chgData name="Takamichi Asai" userId="3b5f7fad-e636-4c8e-833d-1467cd4f12a3" providerId="ADAL" clId="{2A663872-BA5B-4A08-84BE-EED75D43575C}" dt="2026-06-07T02:11:32.719" v="12524"/>
          <ac:spMkLst>
            <pc:docMk/>
            <pc:sldMk cId="3231599376" sldId="272"/>
            <ac:spMk id="9" creationId="{AEA68423-21B6-0409-DD6C-C150C157EA73}"/>
          </ac:spMkLst>
        </pc:spChg>
        <pc:spChg chg="add mod">
          <ac:chgData name="Takamichi Asai" userId="3b5f7fad-e636-4c8e-833d-1467cd4f12a3" providerId="ADAL" clId="{2A663872-BA5B-4A08-84BE-EED75D43575C}" dt="2026-06-07T02:11:32.719" v="12524"/>
          <ac:spMkLst>
            <pc:docMk/>
            <pc:sldMk cId="3231599376" sldId="272"/>
            <ac:spMk id="34" creationId="{7C296E35-6E68-D4E4-24CF-7B0CC7BE092B}"/>
          </ac:spMkLst>
        </pc:spChg>
        <pc:spChg chg="add mod">
          <ac:chgData name="Takamichi Asai" userId="3b5f7fad-e636-4c8e-833d-1467cd4f12a3" providerId="ADAL" clId="{2A663872-BA5B-4A08-84BE-EED75D43575C}" dt="2026-06-07T02:11:32.719" v="12524"/>
          <ac:spMkLst>
            <pc:docMk/>
            <pc:sldMk cId="3231599376" sldId="272"/>
            <ac:spMk id="35" creationId="{F738E0DD-2374-8EE7-9403-360A4ADF9E0C}"/>
          </ac:spMkLst>
        </pc:spChg>
        <pc:picChg chg="add mod">
          <ac:chgData name="Takamichi Asai" userId="3b5f7fad-e636-4c8e-833d-1467cd4f12a3" providerId="ADAL" clId="{2A663872-BA5B-4A08-84BE-EED75D43575C}" dt="2026-06-07T02:11:32.719" v="12524"/>
          <ac:picMkLst>
            <pc:docMk/>
            <pc:sldMk cId="3231599376" sldId="272"/>
            <ac:picMk id="2" creationId="{42DE7409-1584-A268-5110-14E8BDB151D2}"/>
          </ac:picMkLst>
        </pc:picChg>
        <pc:picChg chg="add mod ord modCrop">
          <ac:chgData name="Takamichi Asai" userId="3b5f7fad-e636-4c8e-833d-1467cd4f12a3" providerId="ADAL" clId="{2A663872-BA5B-4A08-84BE-EED75D43575C}" dt="2026-06-07T02:11:32.719" v="12524"/>
          <ac:picMkLst>
            <pc:docMk/>
            <pc:sldMk cId="3231599376" sldId="272"/>
            <ac:picMk id="13" creationId="{EFF0DFFD-C695-7F8B-3071-DE41AA2322E5}"/>
          </ac:picMkLst>
        </pc:picChg>
        <pc:picChg chg="add mod">
          <ac:chgData name="Takamichi Asai" userId="3b5f7fad-e636-4c8e-833d-1467cd4f12a3" providerId="ADAL" clId="{2A663872-BA5B-4A08-84BE-EED75D43575C}" dt="2026-06-07T02:11:32.719" v="12524"/>
          <ac:picMkLst>
            <pc:docMk/>
            <pc:sldMk cId="3231599376" sldId="272"/>
            <ac:picMk id="41" creationId="{E87E0DA9-8F7A-F8FD-30B6-C0FD46C734F1}"/>
          </ac:picMkLst>
        </pc:picChg>
      </pc:sldChg>
      <pc:sldChg chg="addSp delSp modSp new mod ord">
        <pc:chgData name="Takamichi Asai" userId="3b5f7fad-e636-4c8e-833d-1467cd4f12a3" providerId="ADAL" clId="{2A663872-BA5B-4A08-84BE-EED75D43575C}" dt="2026-06-07T02:11:32.719" v="12524"/>
        <pc:sldMkLst>
          <pc:docMk/>
          <pc:sldMk cId="1202616996" sldId="273"/>
        </pc:sldMkLst>
        <pc:spChg chg="add mod">
          <ac:chgData name="Takamichi Asai" userId="3b5f7fad-e636-4c8e-833d-1467cd4f12a3" providerId="ADAL" clId="{2A663872-BA5B-4A08-84BE-EED75D43575C}" dt="2026-06-07T02:11:32.719" v="12524"/>
          <ac:spMkLst>
            <pc:docMk/>
            <pc:sldMk cId="1202616996" sldId="273"/>
            <ac:spMk id="3" creationId="{764ECC84-3695-AAA4-C9B6-83376AE701AC}"/>
          </ac:spMkLst>
        </pc:spChg>
        <pc:spChg chg="add mod">
          <ac:chgData name="Takamichi Asai" userId="3b5f7fad-e636-4c8e-833d-1467cd4f12a3" providerId="ADAL" clId="{2A663872-BA5B-4A08-84BE-EED75D43575C}" dt="2026-06-07T02:11:32.719" v="12524"/>
          <ac:spMkLst>
            <pc:docMk/>
            <pc:sldMk cId="1202616996" sldId="273"/>
            <ac:spMk id="7" creationId="{D9D41400-474B-0641-D344-A6A6641BAFA8}"/>
          </ac:spMkLst>
        </pc:spChg>
        <pc:spChg chg="add mod">
          <ac:chgData name="Takamichi Asai" userId="3b5f7fad-e636-4c8e-833d-1467cd4f12a3" providerId="ADAL" clId="{2A663872-BA5B-4A08-84BE-EED75D43575C}" dt="2026-06-07T02:11:32.719" v="12524"/>
          <ac:spMkLst>
            <pc:docMk/>
            <pc:sldMk cId="1202616996" sldId="273"/>
            <ac:spMk id="10" creationId="{B1776A78-1E81-CE7D-281E-A64255E62828}"/>
          </ac:spMkLst>
        </pc:spChg>
        <pc:spChg chg="add mod">
          <ac:chgData name="Takamichi Asai" userId="3b5f7fad-e636-4c8e-833d-1467cd4f12a3" providerId="ADAL" clId="{2A663872-BA5B-4A08-84BE-EED75D43575C}" dt="2026-06-07T02:11:32.719" v="12524"/>
          <ac:spMkLst>
            <pc:docMk/>
            <pc:sldMk cId="1202616996" sldId="273"/>
            <ac:spMk id="18" creationId="{6402B12D-BB96-9A46-BDD2-AE1E4EBFE5C0}"/>
          </ac:spMkLst>
        </pc:spChg>
        <pc:spChg chg="add mod">
          <ac:chgData name="Takamichi Asai" userId="3b5f7fad-e636-4c8e-833d-1467cd4f12a3" providerId="ADAL" clId="{2A663872-BA5B-4A08-84BE-EED75D43575C}" dt="2026-06-07T02:11:32.719" v="12524"/>
          <ac:spMkLst>
            <pc:docMk/>
            <pc:sldMk cId="1202616996" sldId="273"/>
            <ac:spMk id="19" creationId="{E8CDA70B-4B05-99BF-31D8-590B8DBB8931}"/>
          </ac:spMkLst>
        </pc:spChg>
        <pc:spChg chg="add mod ord">
          <ac:chgData name="Takamichi Asai" userId="3b5f7fad-e636-4c8e-833d-1467cd4f12a3" providerId="ADAL" clId="{2A663872-BA5B-4A08-84BE-EED75D43575C}" dt="2026-06-07T02:11:32.719" v="12524"/>
          <ac:spMkLst>
            <pc:docMk/>
            <pc:sldMk cId="1202616996" sldId="273"/>
            <ac:spMk id="20" creationId="{E6165A23-AE5F-0508-3F9E-0BAFDF83FC77}"/>
          </ac:spMkLst>
        </pc:spChg>
        <pc:picChg chg="add mod">
          <ac:chgData name="Takamichi Asai" userId="3b5f7fad-e636-4c8e-833d-1467cd4f12a3" providerId="ADAL" clId="{2A663872-BA5B-4A08-84BE-EED75D43575C}" dt="2026-06-07T02:11:32.719" v="12524"/>
          <ac:picMkLst>
            <pc:docMk/>
            <pc:sldMk cId="1202616996" sldId="273"/>
            <ac:picMk id="2" creationId="{2246F830-6DFD-6BC4-A3B0-8349B2A094E9}"/>
          </ac:picMkLst>
        </pc:picChg>
        <pc:picChg chg="add mod ord">
          <ac:chgData name="Takamichi Asai" userId="3b5f7fad-e636-4c8e-833d-1467cd4f12a3" providerId="ADAL" clId="{2A663872-BA5B-4A08-84BE-EED75D43575C}" dt="2026-06-07T02:11:32.719" v="12524"/>
          <ac:picMkLst>
            <pc:docMk/>
            <pc:sldMk cId="1202616996" sldId="273"/>
            <ac:picMk id="6" creationId="{B367CAFC-C32E-8292-EDA2-CE01A89E0C24}"/>
          </ac:picMkLst>
        </pc:picChg>
        <pc:picChg chg="add mod">
          <ac:chgData name="Takamichi Asai" userId="3b5f7fad-e636-4c8e-833d-1467cd4f12a3" providerId="ADAL" clId="{2A663872-BA5B-4A08-84BE-EED75D43575C}" dt="2026-06-07T02:11:32.719" v="12524"/>
          <ac:picMkLst>
            <pc:docMk/>
            <pc:sldMk cId="1202616996" sldId="273"/>
            <ac:picMk id="9" creationId="{5AF9A045-195B-A340-919A-DEE0F7C9024E}"/>
          </ac:picMkLst>
        </pc:picChg>
      </pc:sldChg>
      <pc:sldChg chg="addSp delSp modSp new mod ord">
        <pc:chgData name="Takamichi Asai" userId="3b5f7fad-e636-4c8e-833d-1467cd4f12a3" providerId="ADAL" clId="{2A663872-BA5B-4A08-84BE-EED75D43575C}" dt="2026-06-07T02:20:26.681" v="12621"/>
        <pc:sldMkLst>
          <pc:docMk/>
          <pc:sldMk cId="3362710696" sldId="274"/>
        </pc:sldMkLst>
        <pc:spChg chg="add del mod ord topLvl">
          <ac:chgData name="Takamichi Asai" userId="3b5f7fad-e636-4c8e-833d-1467cd4f12a3" providerId="ADAL" clId="{2A663872-BA5B-4A08-84BE-EED75D43575C}" dt="2026-06-07T02:11:32.719" v="12524"/>
          <ac:spMkLst>
            <pc:docMk/>
            <pc:sldMk cId="3362710696" sldId="274"/>
            <ac:spMk id="13" creationId="{8D0DBBD1-9B73-2EE3-6774-DC609A3BD4D6}"/>
          </ac:spMkLst>
        </pc:spChg>
        <pc:spChg chg="add mod ord">
          <ac:chgData name="Takamichi Asai" userId="3b5f7fad-e636-4c8e-833d-1467cd4f12a3" providerId="ADAL" clId="{2A663872-BA5B-4A08-84BE-EED75D43575C}" dt="2026-06-07T02:11:32.719" v="12524"/>
          <ac:spMkLst>
            <pc:docMk/>
            <pc:sldMk cId="3362710696" sldId="274"/>
            <ac:spMk id="21" creationId="{D6F60707-5C74-6624-DCBE-9C680BDFFA6E}"/>
          </ac:spMkLst>
        </pc:spChg>
        <pc:spChg chg="add mod ord">
          <ac:chgData name="Takamichi Asai" userId="3b5f7fad-e636-4c8e-833d-1467cd4f12a3" providerId="ADAL" clId="{2A663872-BA5B-4A08-84BE-EED75D43575C}" dt="2026-06-07T02:11:32.719" v="12524"/>
          <ac:spMkLst>
            <pc:docMk/>
            <pc:sldMk cId="3362710696" sldId="274"/>
            <ac:spMk id="33" creationId="{84ECD810-C288-76B2-B5B1-FCC29AE1D238}"/>
          </ac:spMkLst>
        </pc:spChg>
        <pc:spChg chg="add mod ord">
          <ac:chgData name="Takamichi Asai" userId="3b5f7fad-e636-4c8e-833d-1467cd4f12a3" providerId="ADAL" clId="{2A663872-BA5B-4A08-84BE-EED75D43575C}" dt="2026-06-07T02:11:32.719" v="12524"/>
          <ac:spMkLst>
            <pc:docMk/>
            <pc:sldMk cId="3362710696" sldId="274"/>
            <ac:spMk id="48" creationId="{E039A9B9-9F03-35B3-78AF-78A4FE13A949}"/>
          </ac:spMkLst>
        </pc:spChg>
        <pc:grpChg chg="add del mod">
          <ac:chgData name="Takamichi Asai" userId="3b5f7fad-e636-4c8e-833d-1467cd4f12a3" providerId="ADAL" clId="{2A663872-BA5B-4A08-84BE-EED75D43575C}" dt="2026-06-04T04:31:48.604" v="12106" actId="21"/>
          <ac:grpSpMkLst>
            <pc:docMk/>
            <pc:sldMk cId="3362710696" sldId="274"/>
            <ac:grpSpMk id="14" creationId="{FA52F8F6-EB52-8E2C-2FBA-722CA6984644}"/>
          </ac:grpSpMkLst>
        </pc:grpChg>
        <pc:picChg chg="add del mod topLvl">
          <ac:chgData name="Takamichi Asai" userId="3b5f7fad-e636-4c8e-833d-1467cd4f12a3" providerId="ADAL" clId="{2A663872-BA5B-4A08-84BE-EED75D43575C}" dt="2026-06-07T02:11:32.719" v="12524"/>
          <ac:picMkLst>
            <pc:docMk/>
            <pc:sldMk cId="3362710696" sldId="274"/>
            <ac:picMk id="4" creationId="{A819E6B1-4BE1-26CC-06FC-18FC07167D50}"/>
          </ac:picMkLst>
        </pc:picChg>
        <pc:picChg chg="add mod">
          <ac:chgData name="Takamichi Asai" userId="3b5f7fad-e636-4c8e-833d-1467cd4f12a3" providerId="ADAL" clId="{2A663872-BA5B-4A08-84BE-EED75D43575C}" dt="2026-06-07T02:11:32.719" v="12524"/>
          <ac:picMkLst>
            <pc:docMk/>
            <pc:sldMk cId="3362710696" sldId="274"/>
            <ac:picMk id="7" creationId="{A688A577-4AF9-B1ED-3EBD-3A4FB80BD14E}"/>
          </ac:picMkLst>
        </pc:picChg>
        <pc:picChg chg="add mod ord">
          <ac:chgData name="Takamichi Asai" userId="3b5f7fad-e636-4c8e-833d-1467cd4f12a3" providerId="ADAL" clId="{2A663872-BA5B-4A08-84BE-EED75D43575C}" dt="2026-06-07T02:11:32.719" v="12524"/>
          <ac:picMkLst>
            <pc:docMk/>
            <pc:sldMk cId="3362710696" sldId="274"/>
            <ac:picMk id="18" creationId="{44ADC162-AAE3-1EBE-6A85-A90F8EEBC27D}"/>
          </ac:picMkLst>
        </pc:picChg>
        <pc:picChg chg="add mod">
          <ac:chgData name="Takamichi Asai" userId="3b5f7fad-e636-4c8e-833d-1467cd4f12a3" providerId="ADAL" clId="{2A663872-BA5B-4A08-84BE-EED75D43575C}" dt="2026-06-04T04:21:05.955" v="12073" actId="14861"/>
          <ac:picMkLst>
            <pc:docMk/>
            <pc:sldMk cId="3362710696" sldId="274"/>
            <ac:picMk id="23" creationId="{22DC0AA4-AAC7-4E51-6169-4E004B22E0BA}"/>
          </ac:picMkLst>
        </pc:picChg>
        <pc:picChg chg="add mod ord">
          <ac:chgData name="Takamichi Asai" userId="3b5f7fad-e636-4c8e-833d-1467cd4f12a3" providerId="ADAL" clId="{2A663872-BA5B-4A08-84BE-EED75D43575C}" dt="2026-06-07T02:11:32.719" v="12524"/>
          <ac:picMkLst>
            <pc:docMk/>
            <pc:sldMk cId="3362710696" sldId="274"/>
            <ac:picMk id="32" creationId="{CF60CE18-7F12-4421-B96B-CA188C9F1A10}"/>
          </ac:picMkLst>
        </pc:picChg>
        <pc:picChg chg="add mod">
          <ac:chgData name="Takamichi Asai" userId="3b5f7fad-e636-4c8e-833d-1467cd4f12a3" providerId="ADAL" clId="{2A663872-BA5B-4A08-84BE-EED75D43575C}" dt="2026-06-07T02:11:32.719" v="12524"/>
          <ac:picMkLst>
            <pc:docMk/>
            <pc:sldMk cId="3362710696" sldId="274"/>
            <ac:picMk id="47" creationId="{6A34154F-6612-41EA-C36D-0A6B8E3B0BF0}"/>
          </ac:picMkLst>
        </pc:picChg>
        <pc:picChg chg="add mod">
          <ac:chgData name="Takamichi Asai" userId="3b5f7fad-e636-4c8e-833d-1467cd4f12a3" providerId="ADAL" clId="{2A663872-BA5B-4A08-84BE-EED75D43575C}" dt="2026-06-07T02:11:32.719" v="12524"/>
          <ac:picMkLst>
            <pc:docMk/>
            <pc:sldMk cId="3362710696" sldId="274"/>
            <ac:picMk id="56" creationId="{4A41588D-8233-ECEF-102D-E41FD70200A7}"/>
          </ac:picMkLst>
        </pc:picChg>
      </pc:sldChg>
      <pc:sldChg chg="addSp delSp modSp new del mod">
        <pc:chgData name="Takamichi Asai" userId="3b5f7fad-e636-4c8e-833d-1467cd4f12a3" providerId="ADAL" clId="{2A663872-BA5B-4A08-84BE-EED75D43575C}" dt="2026-06-08T02:11:49.678" v="14385" actId="47"/>
        <pc:sldMkLst>
          <pc:docMk/>
          <pc:sldMk cId="2423361989" sldId="275"/>
        </pc:sldMkLst>
        <pc:spChg chg="add mod">
          <ac:chgData name="Takamichi Asai" userId="3b5f7fad-e636-4c8e-833d-1467cd4f12a3" providerId="ADAL" clId="{2A663872-BA5B-4A08-84BE-EED75D43575C}" dt="2026-06-07T12:35:27.701" v="13114" actId="404"/>
          <ac:spMkLst>
            <pc:docMk/>
            <pc:sldMk cId="2423361989" sldId="275"/>
            <ac:spMk id="4" creationId="{D9A437A8-90A7-36A8-AB09-800C569EC007}"/>
          </ac:spMkLst>
        </pc:spChg>
        <pc:spChg chg="add del mod">
          <ac:chgData name="Takamichi Asai" userId="3b5f7fad-e636-4c8e-833d-1467cd4f12a3" providerId="ADAL" clId="{2A663872-BA5B-4A08-84BE-EED75D43575C}" dt="2026-06-07T02:18:19.785" v="12612" actId="478"/>
          <ac:spMkLst>
            <pc:docMk/>
            <pc:sldMk cId="2423361989" sldId="275"/>
            <ac:spMk id="9" creationId="{B9600E5B-5788-8746-89DC-3CF705038758}"/>
          </ac:spMkLst>
        </pc:spChg>
        <pc:spChg chg="add mod">
          <ac:chgData name="Takamichi Asai" userId="3b5f7fad-e636-4c8e-833d-1467cd4f12a3" providerId="ADAL" clId="{2A663872-BA5B-4A08-84BE-EED75D43575C}" dt="2026-06-07T12:18:26.162" v="12914" actId="1076"/>
          <ac:spMkLst>
            <pc:docMk/>
            <pc:sldMk cId="2423361989" sldId="275"/>
            <ac:spMk id="11" creationId="{05C0A22B-69BB-65F8-661A-06011A618C86}"/>
          </ac:spMkLst>
        </pc:spChg>
        <pc:spChg chg="add del mod">
          <ac:chgData name="Takamichi Asai" userId="3b5f7fad-e636-4c8e-833d-1467cd4f12a3" providerId="ADAL" clId="{2A663872-BA5B-4A08-84BE-EED75D43575C}" dt="2026-06-07T12:33:57.356" v="13104" actId="478"/>
          <ac:spMkLst>
            <pc:docMk/>
            <pc:sldMk cId="2423361989" sldId="275"/>
            <ac:spMk id="12" creationId="{4659E1DF-AA46-7EDB-F51F-DB10608092C6}"/>
          </ac:spMkLst>
        </pc:spChg>
        <pc:spChg chg="add del mod">
          <ac:chgData name="Takamichi Asai" userId="3b5f7fad-e636-4c8e-833d-1467cd4f12a3" providerId="ADAL" clId="{2A663872-BA5B-4A08-84BE-EED75D43575C}" dt="2026-06-07T12:33:57.356" v="13104" actId="478"/>
          <ac:spMkLst>
            <pc:docMk/>
            <pc:sldMk cId="2423361989" sldId="275"/>
            <ac:spMk id="13" creationId="{2544CC6E-8075-683D-9472-4E9B3BEECA92}"/>
          </ac:spMkLst>
        </pc:spChg>
        <pc:spChg chg="add del mod">
          <ac:chgData name="Takamichi Asai" userId="3b5f7fad-e636-4c8e-833d-1467cd4f12a3" providerId="ADAL" clId="{2A663872-BA5B-4A08-84BE-EED75D43575C}" dt="2026-06-07T02:29:12.184" v="12736" actId="478"/>
          <ac:spMkLst>
            <pc:docMk/>
            <pc:sldMk cId="2423361989" sldId="275"/>
            <ac:spMk id="15" creationId="{FF30E4AD-0431-5901-E096-113045ACD052}"/>
          </ac:spMkLst>
        </pc:spChg>
        <pc:spChg chg="add mod">
          <ac:chgData name="Takamichi Asai" userId="3b5f7fad-e636-4c8e-833d-1467cd4f12a3" providerId="ADAL" clId="{2A663872-BA5B-4A08-84BE-EED75D43575C}" dt="2026-06-07T02:32:51.911" v="12837" actId="21"/>
          <ac:spMkLst>
            <pc:docMk/>
            <pc:sldMk cId="2423361989" sldId="275"/>
            <ac:spMk id="16" creationId="{DBA174E5-9EB0-333E-DEF7-030427A77750}"/>
          </ac:spMkLst>
        </pc:spChg>
        <pc:spChg chg="add mod">
          <ac:chgData name="Takamichi Asai" userId="3b5f7fad-e636-4c8e-833d-1467cd4f12a3" providerId="ADAL" clId="{2A663872-BA5B-4A08-84BE-EED75D43575C}" dt="2026-06-07T02:32:39.110" v="12835" actId="164"/>
          <ac:spMkLst>
            <pc:docMk/>
            <pc:sldMk cId="2423361989" sldId="275"/>
            <ac:spMk id="17" creationId="{AF9698B8-8526-C4BD-8D4E-B03AA4EDEA31}"/>
          </ac:spMkLst>
        </pc:spChg>
        <pc:spChg chg="add del">
          <ac:chgData name="Takamichi Asai" userId="3b5f7fad-e636-4c8e-833d-1467cd4f12a3" providerId="ADAL" clId="{2A663872-BA5B-4A08-84BE-EED75D43575C}" dt="2026-06-07T02:32:56.082" v="12839" actId="22"/>
          <ac:spMkLst>
            <pc:docMk/>
            <pc:sldMk cId="2423361989" sldId="275"/>
            <ac:spMk id="20" creationId="{729962D0-43BF-DCF4-386E-6DC076BC1C60}"/>
          </ac:spMkLst>
        </pc:spChg>
        <pc:spChg chg="add del mod">
          <ac:chgData name="Takamichi Asai" userId="3b5f7fad-e636-4c8e-833d-1467cd4f12a3" providerId="ADAL" clId="{2A663872-BA5B-4A08-84BE-EED75D43575C}" dt="2026-06-07T12:18:52.379" v="12921" actId="21"/>
          <ac:spMkLst>
            <pc:docMk/>
            <pc:sldMk cId="2423361989" sldId="275"/>
            <ac:spMk id="22" creationId="{8E0F3453-149D-851F-0A9F-8AE096194720}"/>
          </ac:spMkLst>
        </pc:spChg>
        <pc:spChg chg="add mod">
          <ac:chgData name="Takamichi Asai" userId="3b5f7fad-e636-4c8e-833d-1467cd4f12a3" providerId="ADAL" clId="{2A663872-BA5B-4A08-84BE-EED75D43575C}" dt="2026-06-07T12:18:12.749" v="12912" actId="404"/>
          <ac:spMkLst>
            <pc:docMk/>
            <pc:sldMk cId="2423361989" sldId="275"/>
            <ac:spMk id="23" creationId="{DEF1FE76-284A-5D67-FCCF-7D7A8DAB471A}"/>
          </ac:spMkLst>
        </pc:spChg>
        <pc:spChg chg="mod">
          <ac:chgData name="Takamichi Asai" userId="3b5f7fad-e636-4c8e-833d-1467cd4f12a3" providerId="ADAL" clId="{2A663872-BA5B-4A08-84BE-EED75D43575C}" dt="2026-06-07T12:18:58.656" v="12923"/>
          <ac:spMkLst>
            <pc:docMk/>
            <pc:sldMk cId="2423361989" sldId="275"/>
            <ac:spMk id="28" creationId="{DBA174E5-9EB0-333E-DEF7-030427A77750}"/>
          </ac:spMkLst>
        </pc:spChg>
        <pc:spChg chg="mod">
          <ac:chgData name="Takamichi Asai" userId="3b5f7fad-e636-4c8e-833d-1467cd4f12a3" providerId="ADAL" clId="{2A663872-BA5B-4A08-84BE-EED75D43575C}" dt="2026-06-07T12:35:55.058" v="13119" actId="404"/>
          <ac:spMkLst>
            <pc:docMk/>
            <pc:sldMk cId="2423361989" sldId="275"/>
            <ac:spMk id="29" creationId="{AF9698B8-8526-C4BD-8D4E-B03AA4EDEA31}"/>
          </ac:spMkLst>
        </pc:spChg>
        <pc:spChg chg="add mod">
          <ac:chgData name="Takamichi Asai" userId="3b5f7fad-e636-4c8e-833d-1467cd4f12a3" providerId="ADAL" clId="{2A663872-BA5B-4A08-84BE-EED75D43575C}" dt="2026-06-07T12:35:35.816" v="13115" actId="404"/>
          <ac:spMkLst>
            <pc:docMk/>
            <pc:sldMk cId="2423361989" sldId="275"/>
            <ac:spMk id="30" creationId="{8E0F3453-149D-851F-0A9F-8AE096194720}"/>
          </ac:spMkLst>
        </pc:spChg>
        <pc:spChg chg="add del mod">
          <ac:chgData name="Takamichi Asai" userId="3b5f7fad-e636-4c8e-833d-1467cd4f12a3" providerId="ADAL" clId="{2A663872-BA5B-4A08-84BE-EED75D43575C}" dt="2026-06-07T12:33:57.356" v="13104" actId="478"/>
          <ac:spMkLst>
            <pc:docMk/>
            <pc:sldMk cId="2423361989" sldId="275"/>
            <ac:spMk id="32" creationId="{B5BC014B-C724-2E4F-ECBD-C0C864D901F7}"/>
          </ac:spMkLst>
        </pc:spChg>
        <pc:spChg chg="add del mod">
          <ac:chgData name="Takamichi Asai" userId="3b5f7fad-e636-4c8e-833d-1467cd4f12a3" providerId="ADAL" clId="{2A663872-BA5B-4A08-84BE-EED75D43575C}" dt="2026-06-07T12:33:57.356" v="13104" actId="478"/>
          <ac:spMkLst>
            <pc:docMk/>
            <pc:sldMk cId="2423361989" sldId="275"/>
            <ac:spMk id="33" creationId="{6CB5CBB5-6528-C465-9990-F066D03CE08B}"/>
          </ac:spMkLst>
        </pc:spChg>
        <pc:grpChg chg="add del mod">
          <ac:chgData name="Takamichi Asai" userId="3b5f7fad-e636-4c8e-833d-1467cd4f12a3" providerId="ADAL" clId="{2A663872-BA5B-4A08-84BE-EED75D43575C}" dt="2026-06-07T12:18:52.379" v="12921" actId="21"/>
          <ac:grpSpMkLst>
            <pc:docMk/>
            <pc:sldMk cId="2423361989" sldId="275"/>
            <ac:grpSpMk id="18" creationId="{B5C4BB38-312C-525D-8117-60B180E04ECB}"/>
          </ac:grpSpMkLst>
        </pc:grpChg>
        <pc:grpChg chg="add mod">
          <ac:chgData name="Takamichi Asai" userId="3b5f7fad-e636-4c8e-833d-1467cd4f12a3" providerId="ADAL" clId="{2A663872-BA5B-4A08-84BE-EED75D43575C}" dt="2026-06-07T12:34:07.119" v="13107" actId="164"/>
          <ac:grpSpMkLst>
            <pc:docMk/>
            <pc:sldMk cId="2423361989" sldId="275"/>
            <ac:grpSpMk id="27" creationId="{B5C4BB38-312C-525D-8117-60B180E04ECB}"/>
          </ac:grpSpMkLst>
        </pc:grpChg>
        <pc:grpChg chg="add mod">
          <ac:chgData name="Takamichi Asai" userId="3b5f7fad-e636-4c8e-833d-1467cd4f12a3" providerId="ADAL" clId="{2A663872-BA5B-4A08-84BE-EED75D43575C}" dt="2026-06-07T12:36:27.426" v="13124" actId="14100"/>
          <ac:grpSpMkLst>
            <pc:docMk/>
            <pc:sldMk cId="2423361989" sldId="275"/>
            <ac:grpSpMk id="35" creationId="{EE54D17F-3C4C-AC73-7641-4FA036ED6D91}"/>
          </ac:grpSpMkLst>
        </pc:grpChg>
        <pc:picChg chg="add mod">
          <ac:chgData name="Takamichi Asai" userId="3b5f7fad-e636-4c8e-833d-1467cd4f12a3" providerId="ADAL" clId="{2A663872-BA5B-4A08-84BE-EED75D43575C}" dt="2026-06-07T12:18:19.977" v="12913" actId="1076"/>
          <ac:picMkLst>
            <pc:docMk/>
            <pc:sldMk cId="2423361989" sldId="275"/>
            <ac:picMk id="2" creationId="{2246F830-6DFD-6BC4-A3B0-8349B2A094E9}"/>
          </ac:picMkLst>
        </pc:picChg>
        <pc:picChg chg="add del mod ord">
          <ac:chgData name="Takamichi Asai" userId="3b5f7fad-e636-4c8e-833d-1467cd4f12a3" providerId="ADAL" clId="{2A663872-BA5B-4A08-84BE-EED75D43575C}" dt="2026-06-07T12:33:57.356" v="13104" actId="478"/>
          <ac:picMkLst>
            <pc:docMk/>
            <pc:sldMk cId="2423361989" sldId="275"/>
            <ac:picMk id="7" creationId="{A5E0CB5D-352D-CDE0-9361-27B7E50E9AE1}"/>
          </ac:picMkLst>
        </pc:picChg>
        <pc:picChg chg="add del mod">
          <ac:chgData name="Takamichi Asai" userId="3b5f7fad-e636-4c8e-833d-1467cd4f12a3" providerId="ADAL" clId="{2A663872-BA5B-4A08-84BE-EED75D43575C}" dt="2026-06-07T12:33:57.356" v="13104" actId="478"/>
          <ac:picMkLst>
            <pc:docMk/>
            <pc:sldMk cId="2423361989" sldId="275"/>
            <ac:picMk id="8" creationId="{06D46204-3154-6FF3-778E-C2E6586B9FAC}"/>
          </ac:picMkLst>
        </pc:picChg>
        <pc:picChg chg="add del mod">
          <ac:chgData name="Takamichi Asai" userId="3b5f7fad-e636-4c8e-833d-1467cd4f12a3" providerId="ADAL" clId="{2A663872-BA5B-4A08-84BE-EED75D43575C}" dt="2026-06-07T12:33:57.356" v="13104" actId="478"/>
          <ac:picMkLst>
            <pc:docMk/>
            <pc:sldMk cId="2423361989" sldId="275"/>
            <ac:picMk id="24" creationId="{7498D4B4-BA45-71DF-DAD2-198E7BBDD839}"/>
          </ac:picMkLst>
        </pc:picChg>
        <pc:picChg chg="add del mod">
          <ac:chgData name="Takamichi Asai" userId="3b5f7fad-e636-4c8e-833d-1467cd4f12a3" providerId="ADAL" clId="{2A663872-BA5B-4A08-84BE-EED75D43575C}" dt="2026-06-07T12:33:57.356" v="13104" actId="478"/>
          <ac:picMkLst>
            <pc:docMk/>
            <pc:sldMk cId="2423361989" sldId="275"/>
            <ac:picMk id="25" creationId="{0068FECF-8201-C79D-B7EE-89B789B40CB7}"/>
          </ac:picMkLst>
        </pc:picChg>
        <pc:picChg chg="add del mod">
          <ac:chgData name="Takamichi Asai" userId="3b5f7fad-e636-4c8e-833d-1467cd4f12a3" providerId="ADAL" clId="{2A663872-BA5B-4A08-84BE-EED75D43575C}" dt="2026-06-07T12:33:57.356" v="13104" actId="478"/>
          <ac:picMkLst>
            <pc:docMk/>
            <pc:sldMk cId="2423361989" sldId="275"/>
            <ac:picMk id="26" creationId="{A64D3A8B-C1BE-4CFC-1269-7D97F8229DD2}"/>
          </ac:picMkLst>
        </pc:picChg>
        <pc:picChg chg="add mod">
          <ac:chgData name="Takamichi Asai" userId="3b5f7fad-e636-4c8e-833d-1467cd4f12a3" providerId="ADAL" clId="{2A663872-BA5B-4A08-84BE-EED75D43575C}" dt="2026-06-07T12:31:41.855" v="13091" actId="1076"/>
          <ac:picMkLst>
            <pc:docMk/>
            <pc:sldMk cId="2423361989" sldId="275"/>
            <ac:picMk id="34" creationId="{4D485B03-EB79-DF60-BF81-6DF2D8A2B22E}"/>
          </ac:picMkLst>
        </pc:picChg>
        <pc:picChg chg="add mod">
          <ac:chgData name="Takamichi Asai" userId="3b5f7fad-e636-4c8e-833d-1467cd4f12a3" providerId="ADAL" clId="{2A663872-BA5B-4A08-84BE-EED75D43575C}" dt="2026-06-07T12:36:36.331" v="13125" actId="1076"/>
          <ac:picMkLst>
            <pc:docMk/>
            <pc:sldMk cId="2423361989" sldId="275"/>
            <ac:picMk id="36" creationId="{8B43A544-1968-D168-AF86-F1DCFD3B4508}"/>
          </ac:picMkLst>
        </pc:picChg>
        <pc:cxnChg chg="add">
          <ac:chgData name="Takamichi Asai" userId="3b5f7fad-e636-4c8e-833d-1467cd4f12a3" providerId="ADAL" clId="{2A663872-BA5B-4A08-84BE-EED75D43575C}" dt="2026-06-07T02:15:23.417" v="12564" actId="11529"/>
          <ac:cxnSpMkLst>
            <pc:docMk/>
            <pc:sldMk cId="2423361989" sldId="275"/>
            <ac:cxnSpMk id="6" creationId="{52716ACC-B4F4-8E2A-6B6B-1AD34A0B80F5}"/>
          </ac:cxnSpMkLst>
        </pc:cxnChg>
        <pc:cxnChg chg="add del mod">
          <ac:chgData name="Takamichi Asai" userId="3b5f7fad-e636-4c8e-833d-1467cd4f12a3" providerId="ADAL" clId="{2A663872-BA5B-4A08-84BE-EED75D43575C}" dt="2026-06-07T12:21:31.657" v="12970" actId="478"/>
          <ac:cxnSpMkLst>
            <pc:docMk/>
            <pc:sldMk cId="2423361989" sldId="275"/>
            <ac:cxnSpMk id="31" creationId="{2892EFB0-1D16-7D4F-A67C-E92FA922528D}"/>
          </ac:cxnSpMkLst>
        </pc:cxnChg>
      </pc:sldChg>
      <pc:sldChg chg="addSp delSp modSp new mod">
        <pc:chgData name="Takamichi Asai" userId="3b5f7fad-e636-4c8e-833d-1467cd4f12a3" providerId="ADAL" clId="{2A663872-BA5B-4A08-84BE-EED75D43575C}" dt="2026-06-08T13:50:29.455" v="15446" actId="1076"/>
        <pc:sldMkLst>
          <pc:docMk/>
          <pc:sldMk cId="4205873307" sldId="276"/>
        </pc:sldMkLst>
        <pc:spChg chg="mod">
          <ac:chgData name="Takamichi Asai" userId="3b5f7fad-e636-4c8e-833d-1467cd4f12a3" providerId="ADAL" clId="{2A663872-BA5B-4A08-84BE-EED75D43575C}" dt="2026-06-07T12:28:54.627" v="13074"/>
          <ac:spMkLst>
            <pc:docMk/>
            <pc:sldMk cId="4205873307" sldId="276"/>
            <ac:spMk id="4" creationId="{AB9C7349-1E71-4F89-3FF5-183F5C0F206D}"/>
          </ac:spMkLst>
        </pc:spChg>
        <pc:spChg chg="mod">
          <ac:chgData name="Takamichi Asai" userId="3b5f7fad-e636-4c8e-833d-1467cd4f12a3" providerId="ADAL" clId="{2A663872-BA5B-4A08-84BE-EED75D43575C}" dt="2026-06-07T12:28:54.627" v="13074"/>
          <ac:spMkLst>
            <pc:docMk/>
            <pc:sldMk cId="4205873307" sldId="276"/>
            <ac:spMk id="6" creationId="{9572B395-505E-FECD-F8B7-E0EFDF3CC67E}"/>
          </ac:spMkLst>
        </pc:spChg>
        <pc:spChg chg="mod">
          <ac:chgData name="Takamichi Asai" userId="3b5f7fad-e636-4c8e-833d-1467cd4f12a3" providerId="ADAL" clId="{2A663872-BA5B-4A08-84BE-EED75D43575C}" dt="2026-06-07T12:28:54.627" v="13074"/>
          <ac:spMkLst>
            <pc:docMk/>
            <pc:sldMk cId="4205873307" sldId="276"/>
            <ac:spMk id="7" creationId="{0F95030D-11A5-693C-A712-04DF92A125AB}"/>
          </ac:spMkLst>
        </pc:spChg>
        <pc:spChg chg="mod">
          <ac:chgData name="Takamichi Asai" userId="3b5f7fad-e636-4c8e-833d-1467cd4f12a3" providerId="ADAL" clId="{2A663872-BA5B-4A08-84BE-EED75D43575C}" dt="2026-06-07T12:28:54.627" v="13074"/>
          <ac:spMkLst>
            <pc:docMk/>
            <pc:sldMk cId="4205873307" sldId="276"/>
            <ac:spMk id="10" creationId="{8952F48C-D65B-01CC-8871-BAEBEB97160F}"/>
          </ac:spMkLst>
        </pc:spChg>
        <pc:spChg chg="mod">
          <ac:chgData name="Takamichi Asai" userId="3b5f7fad-e636-4c8e-833d-1467cd4f12a3" providerId="ADAL" clId="{2A663872-BA5B-4A08-84BE-EED75D43575C}" dt="2026-06-07T12:28:54.627" v="13074"/>
          <ac:spMkLst>
            <pc:docMk/>
            <pc:sldMk cId="4205873307" sldId="276"/>
            <ac:spMk id="17" creationId="{A3394692-DBC8-E2F3-E235-82B80DC1D13D}"/>
          </ac:spMkLst>
        </pc:spChg>
        <pc:spChg chg="mod">
          <ac:chgData name="Takamichi Asai" userId="3b5f7fad-e636-4c8e-833d-1467cd4f12a3" providerId="ADAL" clId="{2A663872-BA5B-4A08-84BE-EED75D43575C}" dt="2026-06-07T12:28:54.627" v="13074"/>
          <ac:spMkLst>
            <pc:docMk/>
            <pc:sldMk cId="4205873307" sldId="276"/>
            <ac:spMk id="18" creationId="{5EEC424F-BC16-BE7D-84DC-4E9F9E1D10AF}"/>
          </ac:spMkLst>
        </pc:spChg>
        <pc:spChg chg="mod">
          <ac:chgData name="Takamichi Asai" userId="3b5f7fad-e636-4c8e-833d-1467cd4f12a3" providerId="ADAL" clId="{2A663872-BA5B-4A08-84BE-EED75D43575C}" dt="2026-06-07T12:28:54.627" v="13074"/>
          <ac:spMkLst>
            <pc:docMk/>
            <pc:sldMk cId="4205873307" sldId="276"/>
            <ac:spMk id="19" creationId="{B4B73E5B-02C9-9208-5299-153651BCCC91}"/>
          </ac:spMkLst>
        </pc:spChg>
        <pc:spChg chg="mod">
          <ac:chgData name="Takamichi Asai" userId="3b5f7fad-e636-4c8e-833d-1467cd4f12a3" providerId="ADAL" clId="{2A663872-BA5B-4A08-84BE-EED75D43575C}" dt="2026-06-07T12:30:53.224" v="13082"/>
          <ac:spMkLst>
            <pc:docMk/>
            <pc:sldMk cId="4205873307" sldId="276"/>
            <ac:spMk id="30" creationId="{8193FB61-D607-C0E1-8E46-C0D814A2DD71}"/>
          </ac:spMkLst>
        </pc:spChg>
        <pc:spChg chg="mod">
          <ac:chgData name="Takamichi Asai" userId="3b5f7fad-e636-4c8e-833d-1467cd4f12a3" providerId="ADAL" clId="{2A663872-BA5B-4A08-84BE-EED75D43575C}" dt="2026-06-07T12:30:53.224" v="13082"/>
          <ac:spMkLst>
            <pc:docMk/>
            <pc:sldMk cId="4205873307" sldId="276"/>
            <ac:spMk id="33" creationId="{F3F69823-B508-87C8-10BE-702E21B34DBF}"/>
          </ac:spMkLst>
        </pc:spChg>
        <pc:spChg chg="mod">
          <ac:chgData name="Takamichi Asai" userId="3b5f7fad-e636-4c8e-833d-1467cd4f12a3" providerId="ADAL" clId="{2A663872-BA5B-4A08-84BE-EED75D43575C}" dt="2026-06-07T12:30:53.224" v="13082"/>
          <ac:spMkLst>
            <pc:docMk/>
            <pc:sldMk cId="4205873307" sldId="276"/>
            <ac:spMk id="34" creationId="{F95008DC-6A80-15CD-474E-6D18E17AE3DE}"/>
          </ac:spMkLst>
        </pc:spChg>
        <pc:spChg chg="mod">
          <ac:chgData name="Takamichi Asai" userId="3b5f7fad-e636-4c8e-833d-1467cd4f12a3" providerId="ADAL" clId="{2A663872-BA5B-4A08-84BE-EED75D43575C}" dt="2026-06-07T12:30:53.224" v="13082"/>
          <ac:spMkLst>
            <pc:docMk/>
            <pc:sldMk cId="4205873307" sldId="276"/>
            <ac:spMk id="35" creationId="{D7A7FC08-EBE4-6168-7BE5-3F71BB9126D0}"/>
          </ac:spMkLst>
        </pc:spChg>
        <pc:spChg chg="mod">
          <ac:chgData name="Takamichi Asai" userId="3b5f7fad-e636-4c8e-833d-1467cd4f12a3" providerId="ADAL" clId="{2A663872-BA5B-4A08-84BE-EED75D43575C}" dt="2026-06-07T12:30:53.224" v="13082"/>
          <ac:spMkLst>
            <pc:docMk/>
            <pc:sldMk cId="4205873307" sldId="276"/>
            <ac:spMk id="36" creationId="{844F917A-D416-A594-A764-E41F32E7B1E5}"/>
          </ac:spMkLst>
        </pc:spChg>
        <pc:spChg chg="mod">
          <ac:chgData name="Takamichi Asai" userId="3b5f7fad-e636-4c8e-833d-1467cd4f12a3" providerId="ADAL" clId="{2A663872-BA5B-4A08-84BE-EED75D43575C}" dt="2026-06-07T12:30:53.224" v="13082"/>
          <ac:spMkLst>
            <pc:docMk/>
            <pc:sldMk cId="4205873307" sldId="276"/>
            <ac:spMk id="40" creationId="{4C28C878-2581-8DB3-6863-14741741B6E4}"/>
          </ac:spMkLst>
        </pc:spChg>
        <pc:spChg chg="mod">
          <ac:chgData name="Takamichi Asai" userId="3b5f7fad-e636-4c8e-833d-1467cd4f12a3" providerId="ADAL" clId="{2A663872-BA5B-4A08-84BE-EED75D43575C}" dt="2026-06-07T12:30:53.224" v="13082"/>
          <ac:spMkLst>
            <pc:docMk/>
            <pc:sldMk cId="4205873307" sldId="276"/>
            <ac:spMk id="41" creationId="{CD17AF60-F810-3FD8-493D-4C769FD6F7A3}"/>
          </ac:spMkLst>
        </pc:spChg>
        <pc:spChg chg="mod">
          <ac:chgData name="Takamichi Asai" userId="3b5f7fad-e636-4c8e-833d-1467cd4f12a3" providerId="ADAL" clId="{2A663872-BA5B-4A08-84BE-EED75D43575C}" dt="2026-06-07T12:30:53.224" v="13082"/>
          <ac:spMkLst>
            <pc:docMk/>
            <pc:sldMk cId="4205873307" sldId="276"/>
            <ac:spMk id="44" creationId="{C8FF0549-02BD-A9A6-488A-5D7BFFDEA1C5}"/>
          </ac:spMkLst>
        </pc:spChg>
        <pc:spChg chg="mod">
          <ac:chgData name="Takamichi Asai" userId="3b5f7fad-e636-4c8e-833d-1467cd4f12a3" providerId="ADAL" clId="{2A663872-BA5B-4A08-84BE-EED75D43575C}" dt="2026-06-07T12:30:53.224" v="13082"/>
          <ac:spMkLst>
            <pc:docMk/>
            <pc:sldMk cId="4205873307" sldId="276"/>
            <ac:spMk id="51" creationId="{0DE10CA5-4417-243E-1FE6-03199A0C1687}"/>
          </ac:spMkLst>
        </pc:spChg>
        <pc:spChg chg="mod">
          <ac:chgData name="Takamichi Asai" userId="3b5f7fad-e636-4c8e-833d-1467cd4f12a3" providerId="ADAL" clId="{2A663872-BA5B-4A08-84BE-EED75D43575C}" dt="2026-06-07T12:30:53.224" v="13082"/>
          <ac:spMkLst>
            <pc:docMk/>
            <pc:sldMk cId="4205873307" sldId="276"/>
            <ac:spMk id="52" creationId="{8AE7F610-8A3B-C686-97CB-B99486FC32BC}"/>
          </ac:spMkLst>
        </pc:spChg>
        <pc:spChg chg="add mod">
          <ac:chgData name="Takamichi Asai" userId="3b5f7fad-e636-4c8e-833d-1467cd4f12a3" providerId="ADAL" clId="{2A663872-BA5B-4A08-84BE-EED75D43575C}" dt="2026-06-08T01:18:25.603" v="13552" actId="14100"/>
          <ac:spMkLst>
            <pc:docMk/>
            <pc:sldMk cId="4205873307" sldId="276"/>
            <ac:spMk id="59" creationId="{DD1D862F-411C-9F49-78BA-A445764D8C3D}"/>
          </ac:spMkLst>
        </pc:spChg>
        <pc:spChg chg="add mod topLvl">
          <ac:chgData name="Takamichi Asai" userId="3b5f7fad-e636-4c8e-833d-1467cd4f12a3" providerId="ADAL" clId="{2A663872-BA5B-4A08-84BE-EED75D43575C}" dt="2026-06-08T07:03:09.228" v="15306" actId="403"/>
          <ac:spMkLst>
            <pc:docMk/>
            <pc:sldMk cId="4205873307" sldId="276"/>
            <ac:spMk id="67" creationId="{2721BDCA-2862-154C-D7C4-18FED82EDDB9}"/>
          </ac:spMkLst>
        </pc:spChg>
        <pc:spChg chg="add mod topLvl">
          <ac:chgData name="Takamichi Asai" userId="3b5f7fad-e636-4c8e-833d-1467cd4f12a3" providerId="ADAL" clId="{2A663872-BA5B-4A08-84BE-EED75D43575C}" dt="2026-06-08T07:03:09.228" v="15306" actId="403"/>
          <ac:spMkLst>
            <pc:docMk/>
            <pc:sldMk cId="4205873307" sldId="276"/>
            <ac:spMk id="68" creationId="{A688885F-4766-CD74-6F4B-63FF251B23D7}"/>
          </ac:spMkLst>
        </pc:spChg>
        <pc:spChg chg="add mod topLvl">
          <ac:chgData name="Takamichi Asai" userId="3b5f7fad-e636-4c8e-833d-1467cd4f12a3" providerId="ADAL" clId="{2A663872-BA5B-4A08-84BE-EED75D43575C}" dt="2026-06-08T07:03:17.906" v="15307" actId="14100"/>
          <ac:spMkLst>
            <pc:docMk/>
            <pc:sldMk cId="4205873307" sldId="276"/>
            <ac:spMk id="69" creationId="{A82C2505-318B-00E7-8A4E-0CD79EB80AFB}"/>
          </ac:spMkLst>
        </pc:spChg>
        <pc:spChg chg="add mod topLvl">
          <ac:chgData name="Takamichi Asai" userId="3b5f7fad-e636-4c8e-833d-1467cd4f12a3" providerId="ADAL" clId="{2A663872-BA5B-4A08-84BE-EED75D43575C}" dt="2026-06-08T06:33:32.014" v="15234" actId="1076"/>
          <ac:spMkLst>
            <pc:docMk/>
            <pc:sldMk cId="4205873307" sldId="276"/>
            <ac:spMk id="70" creationId="{CE55AC4F-CF0F-8132-BB7F-D4051BAD5E34}"/>
          </ac:spMkLst>
        </pc:spChg>
        <pc:spChg chg="add mod">
          <ac:chgData name="Takamichi Asai" userId="3b5f7fad-e636-4c8e-833d-1467cd4f12a3" providerId="ADAL" clId="{2A663872-BA5B-4A08-84BE-EED75D43575C}" dt="2026-06-08T01:13:59.799" v="13491" actId="208"/>
          <ac:spMkLst>
            <pc:docMk/>
            <pc:sldMk cId="4205873307" sldId="276"/>
            <ac:spMk id="73" creationId="{35A33302-D3DA-4883-4EF1-BD1D8C41B973}"/>
          </ac:spMkLst>
        </pc:spChg>
        <pc:spChg chg="add mod">
          <ac:chgData name="Takamichi Asai" userId="3b5f7fad-e636-4c8e-833d-1467cd4f12a3" providerId="ADAL" clId="{2A663872-BA5B-4A08-84BE-EED75D43575C}" dt="2026-06-08T01:46:36.380" v="13985" actId="1076"/>
          <ac:spMkLst>
            <pc:docMk/>
            <pc:sldMk cId="4205873307" sldId="276"/>
            <ac:spMk id="82" creationId="{736C7F46-CC54-30B6-A757-7A0D41746F12}"/>
          </ac:spMkLst>
        </pc:spChg>
        <pc:spChg chg="add mod">
          <ac:chgData name="Takamichi Asai" userId="3b5f7fad-e636-4c8e-833d-1467cd4f12a3" providerId="ADAL" clId="{2A663872-BA5B-4A08-84BE-EED75D43575C}" dt="2026-06-08T01:46:36.380" v="13985" actId="1076"/>
          <ac:spMkLst>
            <pc:docMk/>
            <pc:sldMk cId="4205873307" sldId="276"/>
            <ac:spMk id="84" creationId="{9C35F603-EB4A-02C0-682A-DE3A5B6FC43F}"/>
          </ac:spMkLst>
        </pc:spChg>
        <pc:spChg chg="add del mod">
          <ac:chgData name="Takamichi Asai" userId="3b5f7fad-e636-4c8e-833d-1467cd4f12a3" providerId="ADAL" clId="{2A663872-BA5B-4A08-84BE-EED75D43575C}" dt="2026-06-07T23:37:39.173" v="13349" actId="478"/>
          <ac:spMkLst>
            <pc:docMk/>
            <pc:sldMk cId="4205873307" sldId="276"/>
            <ac:spMk id="85" creationId="{2C2C3AF2-87CD-E9F8-9194-2DCB4B1E56C4}"/>
          </ac:spMkLst>
        </pc:spChg>
        <pc:spChg chg="add mod">
          <ac:chgData name="Takamichi Asai" userId="3b5f7fad-e636-4c8e-833d-1467cd4f12a3" providerId="ADAL" clId="{2A663872-BA5B-4A08-84BE-EED75D43575C}" dt="2026-06-08T07:03:39.175" v="15309" actId="14100"/>
          <ac:spMkLst>
            <pc:docMk/>
            <pc:sldMk cId="4205873307" sldId="276"/>
            <ac:spMk id="86" creationId="{42FD6B7D-BA76-6C13-15D8-E940DA3814ED}"/>
          </ac:spMkLst>
        </pc:spChg>
        <pc:spChg chg="add mod">
          <ac:chgData name="Takamichi Asai" userId="3b5f7fad-e636-4c8e-833d-1467cd4f12a3" providerId="ADAL" clId="{2A663872-BA5B-4A08-84BE-EED75D43575C}" dt="2026-06-08T07:03:29.179" v="15308" actId="403"/>
          <ac:spMkLst>
            <pc:docMk/>
            <pc:sldMk cId="4205873307" sldId="276"/>
            <ac:spMk id="88" creationId="{5620E1FC-A3FF-6E2F-610B-BD608FCF5C55}"/>
          </ac:spMkLst>
        </pc:spChg>
        <pc:spChg chg="add mod">
          <ac:chgData name="Takamichi Asai" userId="3b5f7fad-e636-4c8e-833d-1467cd4f12a3" providerId="ADAL" clId="{2A663872-BA5B-4A08-84BE-EED75D43575C}" dt="2026-06-08T07:08:00.359" v="15352" actId="1076"/>
          <ac:spMkLst>
            <pc:docMk/>
            <pc:sldMk cId="4205873307" sldId="276"/>
            <ac:spMk id="89" creationId="{D9978DE0-1773-501D-4790-F5F8E8B42CF0}"/>
          </ac:spMkLst>
        </pc:spChg>
        <pc:spChg chg="mod">
          <ac:chgData name="Takamichi Asai" userId="3b5f7fad-e636-4c8e-833d-1467cd4f12a3" providerId="ADAL" clId="{2A663872-BA5B-4A08-84BE-EED75D43575C}" dt="2026-06-07T23:41:18.581" v="13379" actId="403"/>
          <ac:spMkLst>
            <pc:docMk/>
            <pc:sldMk cId="4205873307" sldId="276"/>
            <ac:spMk id="98" creationId="{699077D9-CD88-4255-2900-60388260AEDE}"/>
          </ac:spMkLst>
        </pc:spChg>
        <pc:spChg chg="mod">
          <ac:chgData name="Takamichi Asai" userId="3b5f7fad-e636-4c8e-833d-1467cd4f12a3" providerId="ADAL" clId="{2A663872-BA5B-4A08-84BE-EED75D43575C}" dt="2026-06-07T23:41:18.581" v="13379" actId="403"/>
          <ac:spMkLst>
            <pc:docMk/>
            <pc:sldMk cId="4205873307" sldId="276"/>
            <ac:spMk id="99" creationId="{B58A6CE3-89C1-640F-5766-174389B6C7EA}"/>
          </ac:spMkLst>
        </pc:spChg>
        <pc:spChg chg="mod">
          <ac:chgData name="Takamichi Asai" userId="3b5f7fad-e636-4c8e-833d-1467cd4f12a3" providerId="ADAL" clId="{2A663872-BA5B-4A08-84BE-EED75D43575C}" dt="2026-06-07T23:41:26.983" v="13385" actId="1037"/>
          <ac:spMkLst>
            <pc:docMk/>
            <pc:sldMk cId="4205873307" sldId="276"/>
            <ac:spMk id="100" creationId="{77DFCFFF-F662-8EBB-AF3C-3938163355EF}"/>
          </ac:spMkLst>
        </pc:spChg>
        <pc:spChg chg="add mod">
          <ac:chgData name="Takamichi Asai" userId="3b5f7fad-e636-4c8e-833d-1467cd4f12a3" providerId="ADAL" clId="{2A663872-BA5B-4A08-84BE-EED75D43575C}" dt="2026-06-08T07:03:54.440" v="15311" actId="20577"/>
          <ac:spMkLst>
            <pc:docMk/>
            <pc:sldMk cId="4205873307" sldId="276"/>
            <ac:spMk id="101" creationId="{CB2834DD-9D0C-7643-69B7-A0805F60A911}"/>
          </ac:spMkLst>
        </pc:spChg>
        <pc:spChg chg="add del mod">
          <ac:chgData name="Takamichi Asai" userId="3b5f7fad-e636-4c8e-833d-1467cd4f12a3" providerId="ADAL" clId="{2A663872-BA5B-4A08-84BE-EED75D43575C}" dt="2026-06-08T07:05:00.295" v="15332" actId="113"/>
          <ac:spMkLst>
            <pc:docMk/>
            <pc:sldMk cId="4205873307" sldId="276"/>
            <ac:spMk id="107" creationId="{B277708C-B1A8-37AF-F70A-3B76210C2EB9}"/>
          </ac:spMkLst>
        </pc:spChg>
        <pc:spChg chg="add mod">
          <ac:chgData name="Takamichi Asai" userId="3b5f7fad-e636-4c8e-833d-1467cd4f12a3" providerId="ADAL" clId="{2A663872-BA5B-4A08-84BE-EED75D43575C}" dt="2026-06-08T13:50:29.455" v="15446" actId="1076"/>
          <ac:spMkLst>
            <pc:docMk/>
            <pc:sldMk cId="4205873307" sldId="276"/>
            <ac:spMk id="108" creationId="{B4A6515A-5222-6021-A2CE-69C523C85305}"/>
          </ac:spMkLst>
        </pc:spChg>
        <pc:spChg chg="add mod">
          <ac:chgData name="Takamichi Asai" userId="3b5f7fad-e636-4c8e-833d-1467cd4f12a3" providerId="ADAL" clId="{2A663872-BA5B-4A08-84BE-EED75D43575C}" dt="2026-06-08T13:50:29.455" v="15446" actId="1076"/>
          <ac:spMkLst>
            <pc:docMk/>
            <pc:sldMk cId="4205873307" sldId="276"/>
            <ac:spMk id="110" creationId="{6FF9D4F0-F857-A60A-8C90-CCC965A1104E}"/>
          </ac:spMkLst>
        </pc:spChg>
        <pc:spChg chg="add mod">
          <ac:chgData name="Takamichi Asai" userId="3b5f7fad-e636-4c8e-833d-1467cd4f12a3" providerId="ADAL" clId="{2A663872-BA5B-4A08-84BE-EED75D43575C}" dt="2026-06-08T13:50:29.455" v="15446" actId="1076"/>
          <ac:spMkLst>
            <pc:docMk/>
            <pc:sldMk cId="4205873307" sldId="276"/>
            <ac:spMk id="111" creationId="{905DA3A5-E98A-E424-8806-10FE3B8D0755}"/>
          </ac:spMkLst>
        </pc:spChg>
        <pc:spChg chg="add mod">
          <ac:chgData name="Takamichi Asai" userId="3b5f7fad-e636-4c8e-833d-1467cd4f12a3" providerId="ADAL" clId="{2A663872-BA5B-4A08-84BE-EED75D43575C}" dt="2026-06-08T01:34:16.347" v="13633" actId="164"/>
          <ac:spMkLst>
            <pc:docMk/>
            <pc:sldMk cId="4205873307" sldId="276"/>
            <ac:spMk id="113" creationId="{75B8FDCE-B1E5-E4D4-834F-E23E48DB943E}"/>
          </ac:spMkLst>
        </pc:spChg>
        <pc:spChg chg="add mod">
          <ac:chgData name="Takamichi Asai" userId="3b5f7fad-e636-4c8e-833d-1467cd4f12a3" providerId="ADAL" clId="{2A663872-BA5B-4A08-84BE-EED75D43575C}" dt="2026-06-08T01:34:16.347" v="13633" actId="164"/>
          <ac:spMkLst>
            <pc:docMk/>
            <pc:sldMk cId="4205873307" sldId="276"/>
            <ac:spMk id="114" creationId="{F0DE23D6-FCE2-59F3-CBB1-60721B61AFF7}"/>
          </ac:spMkLst>
        </pc:spChg>
        <pc:spChg chg="add mod">
          <ac:chgData name="Takamichi Asai" userId="3b5f7fad-e636-4c8e-833d-1467cd4f12a3" providerId="ADAL" clId="{2A663872-BA5B-4A08-84BE-EED75D43575C}" dt="2026-06-08T01:34:16.347" v="13633" actId="164"/>
          <ac:spMkLst>
            <pc:docMk/>
            <pc:sldMk cId="4205873307" sldId="276"/>
            <ac:spMk id="115" creationId="{E2AAD802-1177-DA76-8946-599D01C2B419}"/>
          </ac:spMkLst>
        </pc:spChg>
        <pc:spChg chg="add mod">
          <ac:chgData name="Takamichi Asai" userId="3b5f7fad-e636-4c8e-833d-1467cd4f12a3" providerId="ADAL" clId="{2A663872-BA5B-4A08-84BE-EED75D43575C}" dt="2026-06-08T01:34:16.347" v="13633" actId="164"/>
          <ac:spMkLst>
            <pc:docMk/>
            <pc:sldMk cId="4205873307" sldId="276"/>
            <ac:spMk id="116" creationId="{51409483-88A1-71A7-331E-459CF34472E4}"/>
          </ac:spMkLst>
        </pc:spChg>
        <pc:spChg chg="add mod">
          <ac:chgData name="Takamichi Asai" userId="3b5f7fad-e636-4c8e-833d-1467cd4f12a3" providerId="ADAL" clId="{2A663872-BA5B-4A08-84BE-EED75D43575C}" dt="2026-06-08T13:50:29.455" v="15446" actId="1076"/>
          <ac:spMkLst>
            <pc:docMk/>
            <pc:sldMk cId="4205873307" sldId="276"/>
            <ac:spMk id="117" creationId="{FCD91FC9-EF20-1A7F-462A-FB49320C1032}"/>
          </ac:spMkLst>
        </pc:spChg>
        <pc:spChg chg="add mod">
          <ac:chgData name="Takamichi Asai" userId="3b5f7fad-e636-4c8e-833d-1467cd4f12a3" providerId="ADAL" clId="{2A663872-BA5B-4A08-84BE-EED75D43575C}" dt="2026-06-08T01:35:55.187" v="13638" actId="164"/>
          <ac:spMkLst>
            <pc:docMk/>
            <pc:sldMk cId="4205873307" sldId="276"/>
            <ac:spMk id="120" creationId="{DB9FA5B5-A782-AA3F-04D2-3EB4F8CBF3E2}"/>
          </ac:spMkLst>
        </pc:spChg>
        <pc:spChg chg="add mod">
          <ac:chgData name="Takamichi Asai" userId="3b5f7fad-e636-4c8e-833d-1467cd4f12a3" providerId="ADAL" clId="{2A663872-BA5B-4A08-84BE-EED75D43575C}" dt="2026-06-08T01:35:55.187" v="13638" actId="164"/>
          <ac:spMkLst>
            <pc:docMk/>
            <pc:sldMk cId="4205873307" sldId="276"/>
            <ac:spMk id="121" creationId="{4032FE5B-76FA-F264-9346-BBB176E616A6}"/>
          </ac:spMkLst>
        </pc:spChg>
        <pc:spChg chg="add mod">
          <ac:chgData name="Takamichi Asai" userId="3b5f7fad-e636-4c8e-833d-1467cd4f12a3" providerId="ADAL" clId="{2A663872-BA5B-4A08-84BE-EED75D43575C}" dt="2026-06-08T13:50:29.455" v="15446" actId="1076"/>
          <ac:spMkLst>
            <pc:docMk/>
            <pc:sldMk cId="4205873307" sldId="276"/>
            <ac:spMk id="122" creationId="{C0332A5E-3C3A-7956-056E-9A35125A775F}"/>
          </ac:spMkLst>
        </pc:spChg>
        <pc:spChg chg="add mod">
          <ac:chgData name="Takamichi Asai" userId="3b5f7fad-e636-4c8e-833d-1467cd4f12a3" providerId="ADAL" clId="{2A663872-BA5B-4A08-84BE-EED75D43575C}" dt="2026-06-08T13:50:29.455" v="15446" actId="1076"/>
          <ac:spMkLst>
            <pc:docMk/>
            <pc:sldMk cId="4205873307" sldId="276"/>
            <ac:spMk id="123" creationId="{9CB9685A-048F-681B-87CB-BADA50440C56}"/>
          </ac:spMkLst>
        </pc:spChg>
        <pc:spChg chg="mod">
          <ac:chgData name="Takamichi Asai" userId="3b5f7fad-e636-4c8e-833d-1467cd4f12a3" providerId="ADAL" clId="{2A663872-BA5B-4A08-84BE-EED75D43575C}" dt="2026-06-08T01:42:08.160" v="13706" actId="404"/>
          <ac:spMkLst>
            <pc:docMk/>
            <pc:sldMk cId="4205873307" sldId="276"/>
            <ac:spMk id="128" creationId="{F44BACB0-73FD-7BA0-0619-92C69D46EB5A}"/>
          </ac:spMkLst>
        </pc:spChg>
        <pc:spChg chg="mod">
          <ac:chgData name="Takamichi Asai" userId="3b5f7fad-e636-4c8e-833d-1467cd4f12a3" providerId="ADAL" clId="{2A663872-BA5B-4A08-84BE-EED75D43575C}" dt="2026-06-08T01:41:52.777" v="13703" actId="14100"/>
          <ac:spMkLst>
            <pc:docMk/>
            <pc:sldMk cId="4205873307" sldId="276"/>
            <ac:spMk id="129" creationId="{F36E5BD1-DE48-6671-1742-195D7F77943D}"/>
          </ac:spMkLst>
        </pc:spChg>
        <pc:spChg chg="add del mod">
          <ac:chgData name="Takamichi Asai" userId="3b5f7fad-e636-4c8e-833d-1467cd4f12a3" providerId="ADAL" clId="{2A663872-BA5B-4A08-84BE-EED75D43575C}" dt="2026-06-08T01:41:19.857" v="13699" actId="2085"/>
          <ac:spMkLst>
            <pc:docMk/>
            <pc:sldMk cId="4205873307" sldId="276"/>
            <ac:spMk id="130" creationId="{CF5E92AC-A092-861F-8E29-F922ABCCFF99}"/>
          </ac:spMkLst>
        </pc:spChg>
        <pc:spChg chg="add del mod">
          <ac:chgData name="Takamichi Asai" userId="3b5f7fad-e636-4c8e-833d-1467cd4f12a3" providerId="ADAL" clId="{2A663872-BA5B-4A08-84BE-EED75D43575C}" dt="2026-06-08T01:39:46.089" v="13674" actId="478"/>
          <ac:spMkLst>
            <pc:docMk/>
            <pc:sldMk cId="4205873307" sldId="276"/>
            <ac:spMk id="131" creationId="{CF081CAE-3A5C-F31A-0F19-E2D1B73DF04E}"/>
          </ac:spMkLst>
        </pc:spChg>
        <pc:spChg chg="add mod">
          <ac:chgData name="Takamichi Asai" userId="3b5f7fad-e636-4c8e-833d-1467cd4f12a3" providerId="ADAL" clId="{2A663872-BA5B-4A08-84BE-EED75D43575C}" dt="2026-06-08T13:49:34.517" v="15444" actId="1076"/>
          <ac:spMkLst>
            <pc:docMk/>
            <pc:sldMk cId="4205873307" sldId="276"/>
            <ac:spMk id="132" creationId="{36C97EBC-6D5D-E953-1F6D-0BF2BBFC9D29}"/>
          </ac:spMkLst>
        </pc:spChg>
        <pc:spChg chg="mod">
          <ac:chgData name="Takamichi Asai" userId="3b5f7fad-e636-4c8e-833d-1467cd4f12a3" providerId="ADAL" clId="{2A663872-BA5B-4A08-84BE-EED75D43575C}" dt="2026-06-08T04:31:16.734" v="14577"/>
          <ac:spMkLst>
            <pc:docMk/>
            <pc:sldMk cId="4205873307" sldId="276"/>
            <ac:spMk id="136" creationId="{E6C21FEA-C38A-1785-2F10-765B417AEE76}"/>
          </ac:spMkLst>
        </pc:spChg>
        <pc:spChg chg="mod">
          <ac:chgData name="Takamichi Asai" userId="3b5f7fad-e636-4c8e-833d-1467cd4f12a3" providerId="ADAL" clId="{2A663872-BA5B-4A08-84BE-EED75D43575C}" dt="2026-06-08T04:31:16.734" v="14577"/>
          <ac:spMkLst>
            <pc:docMk/>
            <pc:sldMk cId="4205873307" sldId="276"/>
            <ac:spMk id="137" creationId="{54AB8419-8733-5609-C294-1F3F8F23E0AF}"/>
          </ac:spMkLst>
        </pc:spChg>
        <pc:spChg chg="mod">
          <ac:chgData name="Takamichi Asai" userId="3b5f7fad-e636-4c8e-833d-1467cd4f12a3" providerId="ADAL" clId="{2A663872-BA5B-4A08-84BE-EED75D43575C}" dt="2026-06-08T04:31:16.734" v="14577"/>
          <ac:spMkLst>
            <pc:docMk/>
            <pc:sldMk cId="4205873307" sldId="276"/>
            <ac:spMk id="138" creationId="{01B88C3F-9318-646B-281A-B75B16E5EE80}"/>
          </ac:spMkLst>
        </pc:spChg>
        <pc:spChg chg="mod">
          <ac:chgData name="Takamichi Asai" userId="3b5f7fad-e636-4c8e-833d-1467cd4f12a3" providerId="ADAL" clId="{2A663872-BA5B-4A08-84BE-EED75D43575C}" dt="2026-06-08T04:31:16.734" v="14577"/>
          <ac:spMkLst>
            <pc:docMk/>
            <pc:sldMk cId="4205873307" sldId="276"/>
            <ac:spMk id="139" creationId="{17DF2EEE-4499-0E7E-9291-F7FE63925E6F}"/>
          </ac:spMkLst>
        </pc:spChg>
        <pc:spChg chg="add del mod ord">
          <ac:chgData name="Takamichi Asai" userId="3b5f7fad-e636-4c8e-833d-1467cd4f12a3" providerId="ADAL" clId="{2A663872-BA5B-4A08-84BE-EED75D43575C}" dt="2026-06-08T06:07:05.097" v="15078" actId="478"/>
          <ac:spMkLst>
            <pc:docMk/>
            <pc:sldMk cId="4205873307" sldId="276"/>
            <ac:spMk id="140" creationId="{0D72F1CB-46A8-6383-6443-F5743D7F01FA}"/>
          </ac:spMkLst>
        </pc:spChg>
        <pc:spChg chg="mod topLvl">
          <ac:chgData name="Takamichi Asai" userId="3b5f7fad-e636-4c8e-833d-1467cd4f12a3" providerId="ADAL" clId="{2A663872-BA5B-4A08-84BE-EED75D43575C}" dt="2026-06-08T06:09:42.974" v="15099" actId="164"/>
          <ac:spMkLst>
            <pc:docMk/>
            <pc:sldMk cId="4205873307" sldId="276"/>
            <ac:spMk id="142" creationId="{51BBB7E3-1B8F-1AE4-5F75-3E1BCAE1461E}"/>
          </ac:spMkLst>
        </pc:spChg>
        <pc:spChg chg="del mod topLvl">
          <ac:chgData name="Takamichi Asai" userId="3b5f7fad-e636-4c8e-833d-1467cd4f12a3" providerId="ADAL" clId="{2A663872-BA5B-4A08-84BE-EED75D43575C}" dt="2026-06-08T06:08:55.281" v="15094" actId="21"/>
          <ac:spMkLst>
            <pc:docMk/>
            <pc:sldMk cId="4205873307" sldId="276"/>
            <ac:spMk id="143" creationId="{EAA87D32-CF59-C8B2-8155-7D4D39DC49C0}"/>
          </ac:spMkLst>
        </pc:spChg>
        <pc:spChg chg="mod">
          <ac:chgData name="Takamichi Asai" userId="3b5f7fad-e636-4c8e-833d-1467cd4f12a3" providerId="ADAL" clId="{2A663872-BA5B-4A08-84BE-EED75D43575C}" dt="2026-06-08T06:08:15.505" v="15087"/>
          <ac:spMkLst>
            <pc:docMk/>
            <pc:sldMk cId="4205873307" sldId="276"/>
            <ac:spMk id="145" creationId="{2EC76C76-FCA5-5D8C-961A-E44768438F24}"/>
          </ac:spMkLst>
        </pc:spChg>
        <pc:spChg chg="mod">
          <ac:chgData name="Takamichi Asai" userId="3b5f7fad-e636-4c8e-833d-1467cd4f12a3" providerId="ADAL" clId="{2A663872-BA5B-4A08-84BE-EED75D43575C}" dt="2026-06-08T06:08:15.505" v="15087"/>
          <ac:spMkLst>
            <pc:docMk/>
            <pc:sldMk cId="4205873307" sldId="276"/>
            <ac:spMk id="146" creationId="{A15886BA-B4F2-33A0-2445-28FD7FA1E3E4}"/>
          </ac:spMkLst>
        </pc:spChg>
        <pc:spChg chg="add mod">
          <ac:chgData name="Takamichi Asai" userId="3b5f7fad-e636-4c8e-833d-1467cd4f12a3" providerId="ADAL" clId="{2A663872-BA5B-4A08-84BE-EED75D43575C}" dt="2026-06-08T06:09:42.974" v="15099" actId="164"/>
          <ac:spMkLst>
            <pc:docMk/>
            <pc:sldMk cId="4205873307" sldId="276"/>
            <ac:spMk id="147" creationId="{EAA87D32-CF59-C8B2-8155-7D4D39DC49C0}"/>
          </ac:spMkLst>
        </pc:spChg>
        <pc:spChg chg="add mod">
          <ac:chgData name="Takamichi Asai" userId="3b5f7fad-e636-4c8e-833d-1467cd4f12a3" providerId="ADAL" clId="{2A663872-BA5B-4A08-84BE-EED75D43575C}" dt="2026-06-08T06:09:19.291" v="15098"/>
          <ac:spMkLst>
            <pc:docMk/>
            <pc:sldMk cId="4205873307" sldId="276"/>
            <ac:spMk id="148" creationId="{5196B56D-39C6-EA89-B8A6-2DE902736478}"/>
          </ac:spMkLst>
        </pc:spChg>
        <pc:spChg chg="add mod">
          <ac:chgData name="Takamichi Asai" userId="3b5f7fad-e636-4c8e-833d-1467cd4f12a3" providerId="ADAL" clId="{2A663872-BA5B-4A08-84BE-EED75D43575C}" dt="2026-06-08T06:09:19.291" v="15098"/>
          <ac:spMkLst>
            <pc:docMk/>
            <pc:sldMk cId="4205873307" sldId="276"/>
            <ac:spMk id="149" creationId="{75EEA3D0-C9DA-DA40-D29A-EF357A6E6A45}"/>
          </ac:spMkLst>
        </pc:spChg>
        <pc:spChg chg="mod">
          <ac:chgData name="Takamichi Asai" userId="3b5f7fad-e636-4c8e-833d-1467cd4f12a3" providerId="ADAL" clId="{2A663872-BA5B-4A08-84BE-EED75D43575C}" dt="2026-06-08T06:09:50.994" v="15100" actId="571"/>
          <ac:spMkLst>
            <pc:docMk/>
            <pc:sldMk cId="4205873307" sldId="276"/>
            <ac:spMk id="152" creationId="{66862BDF-42AA-20D7-D50D-0C2AB98A9C68}"/>
          </ac:spMkLst>
        </pc:spChg>
        <pc:spChg chg="mod">
          <ac:chgData name="Takamichi Asai" userId="3b5f7fad-e636-4c8e-833d-1467cd4f12a3" providerId="ADAL" clId="{2A663872-BA5B-4A08-84BE-EED75D43575C}" dt="2026-06-08T06:10:22.690" v="15107" actId="20577"/>
          <ac:spMkLst>
            <pc:docMk/>
            <pc:sldMk cId="4205873307" sldId="276"/>
            <ac:spMk id="153" creationId="{76649F3E-8E88-3D5E-AA64-B354BD66D27F}"/>
          </ac:spMkLst>
        </pc:spChg>
        <pc:spChg chg="mod">
          <ac:chgData name="Takamichi Asai" userId="3b5f7fad-e636-4c8e-833d-1467cd4f12a3" providerId="ADAL" clId="{2A663872-BA5B-4A08-84BE-EED75D43575C}" dt="2026-06-08T06:10:01.267" v="15101" actId="571"/>
          <ac:spMkLst>
            <pc:docMk/>
            <pc:sldMk cId="4205873307" sldId="276"/>
            <ac:spMk id="155" creationId="{F25AA3A4-5452-FFF0-1ABC-C42E41C65792}"/>
          </ac:spMkLst>
        </pc:spChg>
        <pc:spChg chg="mod">
          <ac:chgData name="Takamichi Asai" userId="3b5f7fad-e636-4c8e-833d-1467cd4f12a3" providerId="ADAL" clId="{2A663872-BA5B-4A08-84BE-EED75D43575C}" dt="2026-06-08T06:10:25.317" v="15108" actId="20577"/>
          <ac:spMkLst>
            <pc:docMk/>
            <pc:sldMk cId="4205873307" sldId="276"/>
            <ac:spMk id="156" creationId="{D7105150-2C66-22FF-0654-AC80F67E7CCE}"/>
          </ac:spMkLst>
        </pc:spChg>
        <pc:spChg chg="mod">
          <ac:chgData name="Takamichi Asai" userId="3b5f7fad-e636-4c8e-833d-1467cd4f12a3" providerId="ADAL" clId="{2A663872-BA5B-4A08-84BE-EED75D43575C}" dt="2026-06-08T06:10:06.720" v="15102" actId="571"/>
          <ac:spMkLst>
            <pc:docMk/>
            <pc:sldMk cId="4205873307" sldId="276"/>
            <ac:spMk id="158" creationId="{6A367F19-C4F1-3ABB-2F60-574AA83E518E}"/>
          </ac:spMkLst>
        </pc:spChg>
        <pc:spChg chg="mod">
          <ac:chgData name="Takamichi Asai" userId="3b5f7fad-e636-4c8e-833d-1467cd4f12a3" providerId="ADAL" clId="{2A663872-BA5B-4A08-84BE-EED75D43575C}" dt="2026-06-08T06:26:50.663" v="15196" actId="1037"/>
          <ac:spMkLst>
            <pc:docMk/>
            <pc:sldMk cId="4205873307" sldId="276"/>
            <ac:spMk id="159" creationId="{AEDCB3CD-0B39-B6D2-E1E0-4CB2178FAE00}"/>
          </ac:spMkLst>
        </pc:spChg>
        <pc:spChg chg="mod">
          <ac:chgData name="Takamichi Asai" userId="3b5f7fad-e636-4c8e-833d-1467cd4f12a3" providerId="ADAL" clId="{2A663872-BA5B-4A08-84BE-EED75D43575C}" dt="2026-06-08T06:14:32.842" v="15160" actId="571"/>
          <ac:spMkLst>
            <pc:docMk/>
            <pc:sldMk cId="4205873307" sldId="276"/>
            <ac:spMk id="170" creationId="{62F4E5E8-D143-CAF3-9744-AB313DCC9F79}"/>
          </ac:spMkLst>
        </pc:spChg>
        <pc:spChg chg="mod">
          <ac:chgData name="Takamichi Asai" userId="3b5f7fad-e636-4c8e-833d-1467cd4f12a3" providerId="ADAL" clId="{2A663872-BA5B-4A08-84BE-EED75D43575C}" dt="2026-06-08T06:14:32.842" v="15160" actId="571"/>
          <ac:spMkLst>
            <pc:docMk/>
            <pc:sldMk cId="4205873307" sldId="276"/>
            <ac:spMk id="171" creationId="{F13A4E37-844C-2889-8DEF-E246DAD2FC00}"/>
          </ac:spMkLst>
        </pc:spChg>
        <pc:spChg chg="mod">
          <ac:chgData name="Takamichi Asai" userId="3b5f7fad-e636-4c8e-833d-1467cd4f12a3" providerId="ADAL" clId="{2A663872-BA5B-4A08-84BE-EED75D43575C}" dt="2026-06-08T06:14:32.842" v="15160" actId="571"/>
          <ac:spMkLst>
            <pc:docMk/>
            <pc:sldMk cId="4205873307" sldId="276"/>
            <ac:spMk id="173" creationId="{85BD3A31-C8B0-FF90-310C-C46D212885E4}"/>
          </ac:spMkLst>
        </pc:spChg>
        <pc:spChg chg="mod">
          <ac:chgData name="Takamichi Asai" userId="3b5f7fad-e636-4c8e-833d-1467cd4f12a3" providerId="ADAL" clId="{2A663872-BA5B-4A08-84BE-EED75D43575C}" dt="2026-06-08T06:14:32.842" v="15160" actId="571"/>
          <ac:spMkLst>
            <pc:docMk/>
            <pc:sldMk cId="4205873307" sldId="276"/>
            <ac:spMk id="174" creationId="{FB94DE87-664E-2FF8-3D34-CCBEE3C1F703}"/>
          </ac:spMkLst>
        </pc:spChg>
        <pc:spChg chg="mod">
          <ac:chgData name="Takamichi Asai" userId="3b5f7fad-e636-4c8e-833d-1467cd4f12a3" providerId="ADAL" clId="{2A663872-BA5B-4A08-84BE-EED75D43575C}" dt="2026-06-08T07:04:42.969" v="15329" actId="1035"/>
          <ac:spMkLst>
            <pc:docMk/>
            <pc:sldMk cId="4205873307" sldId="276"/>
            <ac:spMk id="190" creationId="{F44BACB0-73FD-7BA0-0619-92C69D46EB5A}"/>
          </ac:spMkLst>
        </pc:spChg>
        <pc:spChg chg="mod">
          <ac:chgData name="Takamichi Asai" userId="3b5f7fad-e636-4c8e-833d-1467cd4f12a3" providerId="ADAL" clId="{2A663872-BA5B-4A08-84BE-EED75D43575C}" dt="2026-06-08T06:31:22.054" v="15226"/>
          <ac:spMkLst>
            <pc:docMk/>
            <pc:sldMk cId="4205873307" sldId="276"/>
            <ac:spMk id="191" creationId="{F36E5BD1-DE48-6671-1742-195D7F77943D}"/>
          </ac:spMkLst>
        </pc:spChg>
        <pc:spChg chg="mod">
          <ac:chgData name="Takamichi Asai" userId="3b5f7fad-e636-4c8e-833d-1467cd4f12a3" providerId="ADAL" clId="{2A663872-BA5B-4A08-84BE-EED75D43575C}" dt="2026-06-08T06:31:22.054" v="15226"/>
          <ac:spMkLst>
            <pc:docMk/>
            <pc:sldMk cId="4205873307" sldId="276"/>
            <ac:spMk id="192" creationId="{CF5E92AC-A092-861F-8E29-F922ABCCFF99}"/>
          </ac:spMkLst>
        </pc:spChg>
        <pc:grpChg chg="mod">
          <ac:chgData name="Takamichi Asai" userId="3b5f7fad-e636-4c8e-833d-1467cd4f12a3" providerId="ADAL" clId="{2A663872-BA5B-4A08-84BE-EED75D43575C}" dt="2026-06-07T12:31:06.196" v="13084" actId="1076"/>
          <ac:grpSpMkLst>
            <pc:docMk/>
            <pc:sldMk cId="4205873307" sldId="276"/>
            <ac:grpSpMk id="25" creationId="{D1C904D7-374F-BA30-E443-F2551B6D2861}"/>
          </ac:grpSpMkLst>
        </pc:grpChg>
        <pc:grpChg chg="add del mod">
          <ac:chgData name="Takamichi Asai" userId="3b5f7fad-e636-4c8e-833d-1467cd4f12a3" providerId="ADAL" clId="{2A663872-BA5B-4A08-84BE-EED75D43575C}" dt="2026-06-07T23:27:11.790" v="13282" actId="165"/>
          <ac:grpSpMkLst>
            <pc:docMk/>
            <pc:sldMk cId="4205873307" sldId="276"/>
            <ac:grpSpMk id="63" creationId="{5985092D-EC19-1306-1FB4-F376127DF001}"/>
          </ac:grpSpMkLst>
        </pc:grpChg>
        <pc:grpChg chg="add del mod">
          <ac:chgData name="Takamichi Asai" userId="3b5f7fad-e636-4c8e-833d-1467cd4f12a3" providerId="ADAL" clId="{2A663872-BA5B-4A08-84BE-EED75D43575C}" dt="2026-06-07T23:38:56.905" v="13358" actId="165"/>
          <ac:grpSpMkLst>
            <pc:docMk/>
            <pc:sldMk cId="4205873307" sldId="276"/>
            <ac:grpSpMk id="71" creationId="{F37810C6-48C9-00C2-B8E0-059ABB922AE6}"/>
          </ac:grpSpMkLst>
        </pc:grpChg>
        <pc:grpChg chg="add del mod">
          <ac:chgData name="Takamichi Asai" userId="3b5f7fad-e636-4c8e-833d-1467cd4f12a3" providerId="ADAL" clId="{2A663872-BA5B-4A08-84BE-EED75D43575C}" dt="2026-06-07T23:28:04.335" v="13289" actId="165"/>
          <ac:grpSpMkLst>
            <pc:docMk/>
            <pc:sldMk cId="4205873307" sldId="276"/>
            <ac:grpSpMk id="75" creationId="{096A6372-BC46-9248-CD84-14E1305B6649}"/>
          </ac:grpSpMkLst>
        </pc:grpChg>
        <pc:grpChg chg="add mod">
          <ac:chgData name="Takamichi Asai" userId="3b5f7fad-e636-4c8e-833d-1467cd4f12a3" providerId="ADAL" clId="{2A663872-BA5B-4A08-84BE-EED75D43575C}" dt="2026-06-07T23:37:53.455" v="13350" actId="165"/>
          <ac:grpSpMkLst>
            <pc:docMk/>
            <pc:sldMk cId="4205873307" sldId="276"/>
            <ac:grpSpMk id="77" creationId="{E7BD979A-B18F-9B7D-0681-BCB6FB09C1A5}"/>
          </ac:grpSpMkLst>
        </pc:grpChg>
        <pc:grpChg chg="add mod">
          <ac:chgData name="Takamichi Asai" userId="3b5f7fad-e636-4c8e-833d-1467cd4f12a3" providerId="ADAL" clId="{2A663872-BA5B-4A08-84BE-EED75D43575C}" dt="2026-06-08T01:16:15.417" v="13539" actId="14100"/>
          <ac:grpSpMkLst>
            <pc:docMk/>
            <pc:sldMk cId="4205873307" sldId="276"/>
            <ac:grpSpMk id="78" creationId="{19E569FB-B9E8-B668-845F-CCD6C3FA17C2}"/>
          </ac:grpSpMkLst>
        </pc:grpChg>
        <pc:grpChg chg="add del mod">
          <ac:chgData name="Takamichi Asai" userId="3b5f7fad-e636-4c8e-833d-1467cd4f12a3" providerId="ADAL" clId="{2A663872-BA5B-4A08-84BE-EED75D43575C}" dt="2026-06-07T23:37:53.455" v="13350" actId="165"/>
          <ac:grpSpMkLst>
            <pc:docMk/>
            <pc:sldMk cId="4205873307" sldId="276"/>
            <ac:grpSpMk id="79" creationId="{EEED7111-1B8D-BE4B-86B9-83A036B76761}"/>
          </ac:grpSpMkLst>
        </pc:grpChg>
        <pc:grpChg chg="add del mod">
          <ac:chgData name="Takamichi Asai" userId="3b5f7fad-e636-4c8e-833d-1467cd4f12a3" providerId="ADAL" clId="{2A663872-BA5B-4A08-84BE-EED75D43575C}" dt="2026-06-07T23:37:53.455" v="13350" actId="165"/>
          <ac:grpSpMkLst>
            <pc:docMk/>
            <pc:sldMk cId="4205873307" sldId="276"/>
            <ac:grpSpMk id="80" creationId="{F1102454-C29A-7D36-A5CD-BBC5F30424F6}"/>
          </ac:grpSpMkLst>
        </pc:grpChg>
        <pc:grpChg chg="add mod">
          <ac:chgData name="Takamichi Asai" userId="3b5f7fad-e636-4c8e-833d-1467cd4f12a3" providerId="ADAL" clId="{2A663872-BA5B-4A08-84BE-EED75D43575C}" dt="2026-06-07T23:36:28.905" v="13334" actId="1076"/>
          <ac:grpSpMkLst>
            <pc:docMk/>
            <pc:sldMk cId="4205873307" sldId="276"/>
            <ac:grpSpMk id="81" creationId="{A11B23E5-4E00-F6CF-E31B-FA332F24FE34}"/>
          </ac:grpSpMkLst>
        </pc:grpChg>
        <pc:grpChg chg="mod">
          <ac:chgData name="Takamichi Asai" userId="3b5f7fad-e636-4c8e-833d-1467cd4f12a3" providerId="ADAL" clId="{2A663872-BA5B-4A08-84BE-EED75D43575C}" dt="2026-06-08T06:40:33.166" v="15267" actId="1076"/>
          <ac:grpSpMkLst>
            <pc:docMk/>
            <pc:sldMk cId="4205873307" sldId="276"/>
            <ac:grpSpMk id="91" creationId="{33A6B407-E823-B480-3A39-6264281383E2}"/>
          </ac:grpSpMkLst>
        </pc:grpChg>
        <pc:grpChg chg="mod">
          <ac:chgData name="Takamichi Asai" userId="3b5f7fad-e636-4c8e-833d-1467cd4f12a3" providerId="ADAL" clId="{2A663872-BA5B-4A08-84BE-EED75D43575C}" dt="2026-06-08T06:07:59.742" v="15086" actId="1076"/>
          <ac:grpSpMkLst>
            <pc:docMk/>
            <pc:sldMk cId="4205873307" sldId="276"/>
            <ac:grpSpMk id="96" creationId="{DCBAD698-1994-1074-742C-B7D20C873B81}"/>
          </ac:grpSpMkLst>
        </pc:grpChg>
        <pc:grpChg chg="mod">
          <ac:chgData name="Takamichi Asai" userId="3b5f7fad-e636-4c8e-833d-1467cd4f12a3" providerId="ADAL" clId="{2A663872-BA5B-4A08-84BE-EED75D43575C}" dt="2026-06-08T06:24:42.884" v="15184" actId="1076"/>
          <ac:grpSpMkLst>
            <pc:docMk/>
            <pc:sldMk cId="4205873307" sldId="276"/>
            <ac:grpSpMk id="102" creationId="{8B8971EC-761E-7862-16F0-EC11EE5ED1FD}"/>
          </ac:grpSpMkLst>
        </pc:grpChg>
        <pc:grpChg chg="add mod">
          <ac:chgData name="Takamichi Asai" userId="3b5f7fad-e636-4c8e-833d-1467cd4f12a3" providerId="ADAL" clId="{2A663872-BA5B-4A08-84BE-EED75D43575C}" dt="2026-06-08T13:50:29.455" v="15446" actId="1076"/>
          <ac:grpSpMkLst>
            <pc:docMk/>
            <pc:sldMk cId="4205873307" sldId="276"/>
            <ac:grpSpMk id="124" creationId="{7389923B-0009-B2F2-392F-8515966F303A}"/>
          </ac:grpSpMkLst>
        </pc:grpChg>
        <pc:grpChg chg="add mod">
          <ac:chgData name="Takamichi Asai" userId="3b5f7fad-e636-4c8e-833d-1467cd4f12a3" providerId="ADAL" clId="{2A663872-BA5B-4A08-84BE-EED75D43575C}" dt="2026-06-08T13:50:29.455" v="15446" actId="1076"/>
          <ac:grpSpMkLst>
            <pc:docMk/>
            <pc:sldMk cId="4205873307" sldId="276"/>
            <ac:grpSpMk id="125" creationId="{3B0F384A-34D1-83CA-562B-AB4F2989DD34}"/>
          </ac:grpSpMkLst>
        </pc:grpChg>
        <pc:grpChg chg="add del mod">
          <ac:chgData name="Takamichi Asai" userId="3b5f7fad-e636-4c8e-833d-1467cd4f12a3" providerId="ADAL" clId="{2A663872-BA5B-4A08-84BE-EED75D43575C}" dt="2026-06-08T06:31:16.399" v="15224" actId="21"/>
          <ac:grpSpMkLst>
            <pc:docMk/>
            <pc:sldMk cId="4205873307" sldId="276"/>
            <ac:grpSpMk id="126" creationId="{917BD09C-ABC8-3E84-5767-6C7349EFDFB6}"/>
          </ac:grpSpMkLst>
        </pc:grpChg>
        <pc:grpChg chg="add del mod">
          <ac:chgData name="Takamichi Asai" userId="3b5f7fad-e636-4c8e-833d-1467cd4f12a3" providerId="ADAL" clId="{2A663872-BA5B-4A08-84BE-EED75D43575C}" dt="2026-06-08T01:40:47.399" v="13694" actId="21"/>
          <ac:grpSpMkLst>
            <pc:docMk/>
            <pc:sldMk cId="4205873307" sldId="276"/>
            <ac:grpSpMk id="127" creationId="{D6D92262-AF9D-6B78-E2E5-F28283DEB571}"/>
          </ac:grpSpMkLst>
        </pc:grpChg>
        <pc:grpChg chg="add mod">
          <ac:chgData name="Takamichi Asai" userId="3b5f7fad-e636-4c8e-833d-1467cd4f12a3" providerId="ADAL" clId="{2A663872-BA5B-4A08-84BE-EED75D43575C}" dt="2026-06-08T04:31:16.734" v="14577"/>
          <ac:grpSpMkLst>
            <pc:docMk/>
            <pc:sldMk cId="4205873307" sldId="276"/>
            <ac:grpSpMk id="134" creationId="{78C5B9AD-8F1E-53E8-6837-311362DA6C41}"/>
          </ac:grpSpMkLst>
        </pc:grpChg>
        <pc:grpChg chg="add del mod">
          <ac:chgData name="Takamichi Asai" userId="3b5f7fad-e636-4c8e-833d-1467cd4f12a3" providerId="ADAL" clId="{2A663872-BA5B-4A08-84BE-EED75D43575C}" dt="2026-06-08T06:08:48.251" v="15093" actId="165"/>
          <ac:grpSpMkLst>
            <pc:docMk/>
            <pc:sldMk cId="4205873307" sldId="276"/>
            <ac:grpSpMk id="141" creationId="{3848B11C-CC96-9F83-052A-D0F25129B190}"/>
          </ac:grpSpMkLst>
        </pc:grpChg>
        <pc:grpChg chg="add del mod">
          <ac:chgData name="Takamichi Asai" userId="3b5f7fad-e636-4c8e-833d-1467cd4f12a3" providerId="ADAL" clId="{2A663872-BA5B-4A08-84BE-EED75D43575C}" dt="2026-06-08T06:08:23.514" v="15089" actId="478"/>
          <ac:grpSpMkLst>
            <pc:docMk/>
            <pc:sldMk cId="4205873307" sldId="276"/>
            <ac:grpSpMk id="144" creationId="{3F2A6D72-5F18-1AFC-09FA-39067646E39F}"/>
          </ac:grpSpMkLst>
        </pc:grpChg>
        <pc:grpChg chg="add mod">
          <ac:chgData name="Takamichi Asai" userId="3b5f7fad-e636-4c8e-833d-1467cd4f12a3" providerId="ADAL" clId="{2A663872-BA5B-4A08-84BE-EED75D43575C}" dt="2026-06-08T06:33:01.873" v="15233" actId="1076"/>
          <ac:grpSpMkLst>
            <pc:docMk/>
            <pc:sldMk cId="4205873307" sldId="276"/>
            <ac:grpSpMk id="150" creationId="{A6264C2A-78FF-6DF9-A282-C3FEB0891A84}"/>
          </ac:grpSpMkLst>
        </pc:grpChg>
        <pc:grpChg chg="add mod">
          <ac:chgData name="Takamichi Asai" userId="3b5f7fad-e636-4c8e-833d-1467cd4f12a3" providerId="ADAL" clId="{2A663872-BA5B-4A08-84BE-EED75D43575C}" dt="2026-06-08T06:40:03.582" v="15266" actId="1076"/>
          <ac:grpSpMkLst>
            <pc:docMk/>
            <pc:sldMk cId="4205873307" sldId="276"/>
            <ac:grpSpMk id="151" creationId="{3F352909-8428-295B-01F2-97EC2BF72C4D}"/>
          </ac:grpSpMkLst>
        </pc:grpChg>
        <pc:grpChg chg="add mod">
          <ac:chgData name="Takamichi Asai" userId="3b5f7fad-e636-4c8e-833d-1467cd4f12a3" providerId="ADAL" clId="{2A663872-BA5B-4A08-84BE-EED75D43575C}" dt="2026-06-08T06:40:03.582" v="15266" actId="1076"/>
          <ac:grpSpMkLst>
            <pc:docMk/>
            <pc:sldMk cId="4205873307" sldId="276"/>
            <ac:grpSpMk id="154" creationId="{F945E91F-9A0F-8947-99E3-8F06B6EF8CB7}"/>
          </ac:grpSpMkLst>
        </pc:grpChg>
        <pc:grpChg chg="add mod">
          <ac:chgData name="Takamichi Asai" userId="3b5f7fad-e636-4c8e-833d-1467cd4f12a3" providerId="ADAL" clId="{2A663872-BA5B-4A08-84BE-EED75D43575C}" dt="2026-06-08T06:40:03.582" v="15266" actId="1076"/>
          <ac:grpSpMkLst>
            <pc:docMk/>
            <pc:sldMk cId="4205873307" sldId="276"/>
            <ac:grpSpMk id="157" creationId="{BFB4A257-D31E-456C-C431-E584D3A86476}"/>
          </ac:grpSpMkLst>
        </pc:grpChg>
        <pc:grpChg chg="add mod">
          <ac:chgData name="Takamichi Asai" userId="3b5f7fad-e636-4c8e-833d-1467cd4f12a3" providerId="ADAL" clId="{2A663872-BA5B-4A08-84BE-EED75D43575C}" dt="2026-06-08T13:50:29.455" v="15446" actId="1076"/>
          <ac:grpSpMkLst>
            <pc:docMk/>
            <pc:sldMk cId="4205873307" sldId="276"/>
            <ac:grpSpMk id="169" creationId="{0CAE88B8-C1E8-8978-BA78-66B8350A9C73}"/>
          </ac:grpSpMkLst>
        </pc:grpChg>
        <pc:grpChg chg="add mod">
          <ac:chgData name="Takamichi Asai" userId="3b5f7fad-e636-4c8e-833d-1467cd4f12a3" providerId="ADAL" clId="{2A663872-BA5B-4A08-84BE-EED75D43575C}" dt="2026-06-08T13:50:29.455" v="15446" actId="1076"/>
          <ac:grpSpMkLst>
            <pc:docMk/>
            <pc:sldMk cId="4205873307" sldId="276"/>
            <ac:grpSpMk id="172" creationId="{94CE90CE-AFA5-803D-5E1A-5B4596B937DB}"/>
          </ac:grpSpMkLst>
        </pc:grpChg>
        <pc:grpChg chg="add mod">
          <ac:chgData name="Takamichi Asai" userId="3b5f7fad-e636-4c8e-833d-1467cd4f12a3" providerId="ADAL" clId="{2A663872-BA5B-4A08-84BE-EED75D43575C}" dt="2026-06-08T07:08:19.313" v="15354" actId="1076"/>
          <ac:grpSpMkLst>
            <pc:docMk/>
            <pc:sldMk cId="4205873307" sldId="276"/>
            <ac:grpSpMk id="188" creationId="{917BD09C-ABC8-3E84-5767-6C7349EFDFB6}"/>
          </ac:grpSpMkLst>
        </pc:grpChg>
        <pc:grpChg chg="mod">
          <ac:chgData name="Takamichi Asai" userId="3b5f7fad-e636-4c8e-833d-1467cd4f12a3" providerId="ADAL" clId="{2A663872-BA5B-4A08-84BE-EED75D43575C}" dt="2026-06-08T06:31:22.054" v="15226"/>
          <ac:grpSpMkLst>
            <pc:docMk/>
            <pc:sldMk cId="4205873307" sldId="276"/>
            <ac:grpSpMk id="189" creationId="{D6D92262-AF9D-6B78-E2E5-F28283DEB571}"/>
          </ac:grpSpMkLst>
        </pc:grpChg>
        <pc:graphicFrameChg chg="mod modGraphic">
          <ac:chgData name="Takamichi Asai" userId="3b5f7fad-e636-4c8e-833d-1467cd4f12a3" providerId="ADAL" clId="{2A663872-BA5B-4A08-84BE-EED75D43575C}" dt="2026-06-08T07:06:43.080" v="15342" actId="20577"/>
          <ac:graphicFrameMkLst>
            <pc:docMk/>
            <pc:sldMk cId="4205873307" sldId="276"/>
            <ac:graphicFrameMk id="90" creationId="{D4D27502-3BBC-79A1-49FC-970EC804B58D}"/>
          </ac:graphicFrameMkLst>
        </pc:graphicFrameChg>
        <pc:graphicFrameChg chg="mod modGraphic">
          <ac:chgData name="Takamichi Asai" userId="3b5f7fad-e636-4c8e-833d-1467cd4f12a3" providerId="ADAL" clId="{2A663872-BA5B-4A08-84BE-EED75D43575C}" dt="2026-06-08T07:06:52.585" v="15343" actId="403"/>
          <ac:graphicFrameMkLst>
            <pc:docMk/>
            <pc:sldMk cId="4205873307" sldId="276"/>
            <ac:graphicFrameMk id="106" creationId="{5671EF32-336E-C917-0BF1-3873B9BD46E1}"/>
          </ac:graphicFrameMkLst>
        </pc:graphicFrameChg>
        <pc:picChg chg="mod">
          <ac:chgData name="Takamichi Asai" userId="3b5f7fad-e636-4c8e-833d-1467cd4f12a3" providerId="ADAL" clId="{2A663872-BA5B-4A08-84BE-EED75D43575C}" dt="2026-06-07T12:28:54.627" v="13074"/>
          <ac:picMkLst>
            <pc:docMk/>
            <pc:sldMk cId="4205873307" sldId="276"/>
            <ac:picMk id="12" creationId="{5FC42F81-ED2B-CD60-9F92-A531676D6C79}"/>
          </ac:picMkLst>
        </pc:picChg>
        <pc:picChg chg="mod">
          <ac:chgData name="Takamichi Asai" userId="3b5f7fad-e636-4c8e-833d-1467cd4f12a3" providerId="ADAL" clId="{2A663872-BA5B-4A08-84BE-EED75D43575C}" dt="2026-06-07T12:28:54.627" v="13074"/>
          <ac:picMkLst>
            <pc:docMk/>
            <pc:sldMk cId="4205873307" sldId="276"/>
            <ac:picMk id="15" creationId="{0821405B-1553-B2A3-19B8-B152CC01F24F}"/>
          </ac:picMkLst>
        </pc:picChg>
        <pc:picChg chg="mod">
          <ac:chgData name="Takamichi Asai" userId="3b5f7fad-e636-4c8e-833d-1467cd4f12a3" providerId="ADAL" clId="{2A663872-BA5B-4A08-84BE-EED75D43575C}" dt="2026-06-07T12:28:54.627" v="13074"/>
          <ac:picMkLst>
            <pc:docMk/>
            <pc:sldMk cId="4205873307" sldId="276"/>
            <ac:picMk id="16" creationId="{8662E65D-0116-751B-F6A1-889EFD2674E0}"/>
          </ac:picMkLst>
        </pc:picChg>
        <pc:picChg chg="add del mod modCrop">
          <ac:chgData name="Takamichi Asai" userId="3b5f7fad-e636-4c8e-833d-1467cd4f12a3" providerId="ADAL" clId="{2A663872-BA5B-4A08-84BE-EED75D43575C}" dt="2026-06-07T23:14:16.226" v="13203" actId="478"/>
          <ac:picMkLst>
            <pc:docMk/>
            <pc:sldMk cId="4205873307" sldId="276"/>
            <ac:picMk id="24" creationId="{7243F7B9-30B3-CD82-36C8-62C1388BCF09}"/>
          </ac:picMkLst>
        </pc:picChg>
        <pc:picChg chg="add del mod modCrop">
          <ac:chgData name="Takamichi Asai" userId="3b5f7fad-e636-4c8e-833d-1467cd4f12a3" providerId="ADAL" clId="{2A663872-BA5B-4A08-84BE-EED75D43575C}" dt="2026-06-07T12:33:40.859" v="13102" actId="478"/>
          <ac:picMkLst>
            <pc:docMk/>
            <pc:sldMk cId="4205873307" sldId="276"/>
            <ac:picMk id="58" creationId="{A54EB2B9-147E-25E0-4B4A-3EDB4ACDB061}"/>
          </ac:picMkLst>
        </pc:picChg>
        <pc:picChg chg="add mod topLvl">
          <ac:chgData name="Takamichi Asai" userId="3b5f7fad-e636-4c8e-833d-1467cd4f12a3" providerId="ADAL" clId="{2A663872-BA5B-4A08-84BE-EED75D43575C}" dt="2026-06-08T01:43:32.750" v="13717" actId="1076"/>
          <ac:picMkLst>
            <pc:docMk/>
            <pc:sldMk cId="4205873307" sldId="276"/>
            <ac:picMk id="60" creationId="{60E43B69-C1B8-5F86-C27F-B3752CF0DA1E}"/>
          </ac:picMkLst>
        </pc:picChg>
        <pc:picChg chg="add mod modCrop">
          <ac:chgData name="Takamichi Asai" userId="3b5f7fad-e636-4c8e-833d-1467cd4f12a3" providerId="ADAL" clId="{2A663872-BA5B-4A08-84BE-EED75D43575C}" dt="2026-06-07T23:37:53.455" v="13350" actId="165"/>
          <ac:picMkLst>
            <pc:docMk/>
            <pc:sldMk cId="4205873307" sldId="276"/>
            <ac:picMk id="61" creationId="{4737EE52-C284-1D9F-6959-2A59786FA514}"/>
          </ac:picMkLst>
        </pc:picChg>
        <pc:picChg chg="add mod topLvl">
          <ac:chgData name="Takamichi Asai" userId="3b5f7fad-e636-4c8e-833d-1467cd4f12a3" providerId="ADAL" clId="{2A663872-BA5B-4A08-84BE-EED75D43575C}" dt="2026-06-08T01:43:31.004" v="13715" actId="1076"/>
          <ac:picMkLst>
            <pc:docMk/>
            <pc:sldMk cId="4205873307" sldId="276"/>
            <ac:picMk id="62" creationId="{15D20FE0-C543-7A77-FF53-C742A65A243C}"/>
          </ac:picMkLst>
        </pc:picChg>
        <pc:picChg chg="mod">
          <ac:chgData name="Takamichi Asai" userId="3b5f7fad-e636-4c8e-833d-1467cd4f12a3" providerId="ADAL" clId="{2A663872-BA5B-4A08-84BE-EED75D43575C}" dt="2026-06-08T06:07:59.742" v="15086" actId="1076"/>
          <ac:picMkLst>
            <pc:docMk/>
            <pc:sldMk cId="4205873307" sldId="276"/>
            <ac:picMk id="87" creationId="{BF930603-11B4-15B3-9D34-D40082C5451F}"/>
          </ac:picMkLst>
        </pc:picChg>
        <pc:picChg chg="mod">
          <ac:chgData name="Takamichi Asai" userId="3b5f7fad-e636-4c8e-833d-1467cd4f12a3" providerId="ADAL" clId="{2A663872-BA5B-4A08-84BE-EED75D43575C}" dt="2026-06-07T23:37:29.897" v="13347"/>
          <ac:picMkLst>
            <pc:docMk/>
            <pc:sldMk cId="4205873307" sldId="276"/>
            <ac:picMk id="104" creationId="{34CCEEFB-1DC5-2340-950D-36335A0CBCDD}"/>
          </ac:picMkLst>
        </pc:picChg>
        <pc:picChg chg="mod">
          <ac:chgData name="Takamichi Asai" userId="3b5f7fad-e636-4c8e-833d-1467cd4f12a3" providerId="ADAL" clId="{2A663872-BA5B-4A08-84BE-EED75D43575C}" dt="2026-06-08T01:34:16.347" v="13633" actId="164"/>
          <ac:picMkLst>
            <pc:docMk/>
            <pc:sldMk cId="4205873307" sldId="276"/>
            <ac:picMk id="112" creationId="{FD5D3B6D-9EFF-0BF1-44DE-71ABB9984403}"/>
          </ac:picMkLst>
        </pc:picChg>
        <pc:picChg chg="add mod">
          <ac:chgData name="Takamichi Asai" userId="3b5f7fad-e636-4c8e-833d-1467cd4f12a3" providerId="ADAL" clId="{2A663872-BA5B-4A08-84BE-EED75D43575C}" dt="2026-06-08T01:35:55.187" v="13638" actId="164"/>
          <ac:picMkLst>
            <pc:docMk/>
            <pc:sldMk cId="4205873307" sldId="276"/>
            <ac:picMk id="118" creationId="{3E471A46-416F-A53D-2A53-AAAB7A634083}"/>
          </ac:picMkLst>
        </pc:picChg>
        <pc:picChg chg="mod">
          <ac:chgData name="Takamichi Asai" userId="3b5f7fad-e636-4c8e-833d-1467cd4f12a3" providerId="ADAL" clId="{2A663872-BA5B-4A08-84BE-EED75D43575C}" dt="2026-06-08T01:35:55.187" v="13638" actId="164"/>
          <ac:picMkLst>
            <pc:docMk/>
            <pc:sldMk cId="4205873307" sldId="276"/>
            <ac:picMk id="119" creationId="{961ABB8F-9987-A8CB-E927-04063584363A}"/>
          </ac:picMkLst>
        </pc:picChg>
        <pc:picChg chg="add mod">
          <ac:chgData name="Takamichi Asai" userId="3b5f7fad-e636-4c8e-833d-1467cd4f12a3" providerId="ADAL" clId="{2A663872-BA5B-4A08-84BE-EED75D43575C}" dt="2026-06-08T04:31:11.566" v="14576"/>
          <ac:picMkLst>
            <pc:docMk/>
            <pc:sldMk cId="4205873307" sldId="276"/>
            <ac:picMk id="133" creationId="{1214AAEA-E242-11A1-1F77-411961C440F2}"/>
          </ac:picMkLst>
        </pc:picChg>
        <pc:picChg chg="mod">
          <ac:chgData name="Takamichi Asai" userId="3b5f7fad-e636-4c8e-833d-1467cd4f12a3" providerId="ADAL" clId="{2A663872-BA5B-4A08-84BE-EED75D43575C}" dt="2026-06-08T04:31:16.734" v="14577"/>
          <ac:picMkLst>
            <pc:docMk/>
            <pc:sldMk cId="4205873307" sldId="276"/>
            <ac:picMk id="135" creationId="{87B30BDB-D325-5761-B421-950C40834D91}"/>
          </ac:picMkLst>
        </pc:picChg>
        <pc:cxnChg chg="mod topLvl">
          <ac:chgData name="Takamichi Asai" userId="3b5f7fad-e636-4c8e-833d-1467cd4f12a3" providerId="ADAL" clId="{2A663872-BA5B-4A08-84BE-EED75D43575C}" dt="2026-06-07T23:33:36.080" v="13301" actId="164"/>
          <ac:cxnSpMkLst>
            <pc:docMk/>
            <pc:sldMk cId="4205873307" sldId="276"/>
            <ac:cxnSpMk id="64" creationId="{B963BB15-9022-F2AF-BF5F-B43E606F335E}"/>
          </ac:cxnSpMkLst>
        </pc:cxnChg>
        <pc:cxnChg chg="mod topLvl">
          <ac:chgData name="Takamichi Asai" userId="3b5f7fad-e636-4c8e-833d-1467cd4f12a3" providerId="ADAL" clId="{2A663872-BA5B-4A08-84BE-EED75D43575C}" dt="2026-06-07T23:33:36.080" v="13301" actId="164"/>
          <ac:cxnSpMkLst>
            <pc:docMk/>
            <pc:sldMk cId="4205873307" sldId="276"/>
            <ac:cxnSpMk id="65" creationId="{50743BE9-F945-5E49-567C-24E0DBFE878E}"/>
          </ac:cxnSpMkLst>
        </pc:cxnChg>
        <pc:cxnChg chg="mod topLvl">
          <ac:chgData name="Takamichi Asai" userId="3b5f7fad-e636-4c8e-833d-1467cd4f12a3" providerId="ADAL" clId="{2A663872-BA5B-4A08-84BE-EED75D43575C}" dt="2026-06-07T23:33:36.080" v="13301" actId="164"/>
          <ac:cxnSpMkLst>
            <pc:docMk/>
            <pc:sldMk cId="4205873307" sldId="276"/>
            <ac:cxnSpMk id="66" creationId="{1FDE38A7-D91D-2651-E883-B93B954BF275}"/>
          </ac:cxnSpMkLst>
        </pc:cxnChg>
        <pc:cxnChg chg="add mod">
          <ac:chgData name="Takamichi Asai" userId="3b5f7fad-e636-4c8e-833d-1467cd4f12a3" providerId="ADAL" clId="{2A663872-BA5B-4A08-84BE-EED75D43575C}" dt="2026-06-08T01:14:01.686" v="13492" actId="208"/>
          <ac:cxnSpMkLst>
            <pc:docMk/>
            <pc:sldMk cId="4205873307" sldId="276"/>
            <ac:cxnSpMk id="72" creationId="{DD91C7F9-8912-2C92-A8E2-45D4D35941FF}"/>
          </ac:cxnSpMkLst>
        </pc:cxnChg>
        <pc:cxnChg chg="add mod">
          <ac:chgData name="Takamichi Asai" userId="3b5f7fad-e636-4c8e-833d-1467cd4f12a3" providerId="ADAL" clId="{2A663872-BA5B-4A08-84BE-EED75D43575C}" dt="2026-06-08T01:14:05.490" v="13493" actId="208"/>
          <ac:cxnSpMkLst>
            <pc:docMk/>
            <pc:sldMk cId="4205873307" sldId="276"/>
            <ac:cxnSpMk id="83" creationId="{21C49AE3-F4A8-5928-53ED-BD2317F53375}"/>
          </ac:cxnSpMkLst>
        </pc:cxnChg>
        <pc:cxnChg chg="add mod">
          <ac:chgData name="Takamichi Asai" userId="3b5f7fad-e636-4c8e-833d-1467cd4f12a3" providerId="ADAL" clId="{2A663872-BA5B-4A08-84BE-EED75D43575C}" dt="2026-06-08T07:09:21.626" v="15360" actId="1076"/>
          <ac:cxnSpMkLst>
            <pc:docMk/>
            <pc:sldMk cId="4205873307" sldId="276"/>
            <ac:cxnSpMk id="109" creationId="{98D340EF-180E-C357-2282-F49505A888AE}"/>
          </ac:cxnSpMkLst>
        </pc:cxnChg>
        <pc:cxnChg chg="add del mod">
          <ac:chgData name="Takamichi Asai" userId="3b5f7fad-e636-4c8e-833d-1467cd4f12a3" providerId="ADAL" clId="{2A663872-BA5B-4A08-84BE-EED75D43575C}" dt="2026-06-08T06:25:21.003" v="15187" actId="478"/>
          <ac:cxnSpMkLst>
            <pc:docMk/>
            <pc:sldMk cId="4205873307" sldId="276"/>
            <ac:cxnSpMk id="160" creationId="{0E3E76BB-A34E-E5C4-83E5-ADFF0C4336B9}"/>
          </ac:cxnSpMkLst>
        </pc:cxnChg>
        <pc:cxnChg chg="add del mod">
          <ac:chgData name="Takamichi Asai" userId="3b5f7fad-e636-4c8e-833d-1467cd4f12a3" providerId="ADAL" clId="{2A663872-BA5B-4A08-84BE-EED75D43575C}" dt="2026-06-08T06:25:21.003" v="15187" actId="478"/>
          <ac:cxnSpMkLst>
            <pc:docMk/>
            <pc:sldMk cId="4205873307" sldId="276"/>
            <ac:cxnSpMk id="163" creationId="{29B588BF-BF9B-38F0-CCED-473223025F3D}"/>
          </ac:cxnSpMkLst>
        </pc:cxnChg>
        <pc:cxnChg chg="add del mod">
          <ac:chgData name="Takamichi Asai" userId="3b5f7fad-e636-4c8e-833d-1467cd4f12a3" providerId="ADAL" clId="{2A663872-BA5B-4A08-84BE-EED75D43575C}" dt="2026-06-08T06:25:21.003" v="15187" actId="478"/>
          <ac:cxnSpMkLst>
            <pc:docMk/>
            <pc:sldMk cId="4205873307" sldId="276"/>
            <ac:cxnSpMk id="166" creationId="{22E70BB9-8DAC-DB5F-E723-560EE8309F99}"/>
          </ac:cxnSpMkLst>
        </pc:cxnChg>
        <pc:cxnChg chg="add del mod">
          <ac:chgData name="Takamichi Asai" userId="3b5f7fad-e636-4c8e-833d-1467cd4f12a3" providerId="ADAL" clId="{2A663872-BA5B-4A08-84BE-EED75D43575C}" dt="2026-06-08T06:25:21.003" v="15187" actId="478"/>
          <ac:cxnSpMkLst>
            <pc:docMk/>
            <pc:sldMk cId="4205873307" sldId="276"/>
            <ac:cxnSpMk id="175" creationId="{41D5C865-8852-BCD1-9AE1-66DB9EF74208}"/>
          </ac:cxnSpMkLst>
        </pc:cxnChg>
        <pc:cxnChg chg="add del mod">
          <ac:chgData name="Takamichi Asai" userId="3b5f7fad-e636-4c8e-833d-1467cd4f12a3" providerId="ADAL" clId="{2A663872-BA5B-4A08-84BE-EED75D43575C}" dt="2026-06-08T06:32:49.565" v="15231" actId="21"/>
          <ac:cxnSpMkLst>
            <pc:docMk/>
            <pc:sldMk cId="4205873307" sldId="276"/>
            <ac:cxnSpMk id="178" creationId="{E4B8A174-0AC9-DE50-89BD-271EE0864CA1}"/>
          </ac:cxnSpMkLst>
        </pc:cxnChg>
        <pc:cxnChg chg="add del mod">
          <ac:chgData name="Takamichi Asai" userId="3b5f7fad-e636-4c8e-833d-1467cd4f12a3" providerId="ADAL" clId="{2A663872-BA5B-4A08-84BE-EED75D43575C}" dt="2026-06-08T06:32:49.565" v="15231" actId="21"/>
          <ac:cxnSpMkLst>
            <pc:docMk/>
            <pc:sldMk cId="4205873307" sldId="276"/>
            <ac:cxnSpMk id="183" creationId="{AE660BDA-CD47-E7BD-89A6-ABF81F235117}"/>
          </ac:cxnSpMkLst>
        </pc:cxnChg>
        <pc:cxnChg chg="add del mod">
          <ac:chgData name="Takamichi Asai" userId="3b5f7fad-e636-4c8e-833d-1467cd4f12a3" providerId="ADAL" clId="{2A663872-BA5B-4A08-84BE-EED75D43575C}" dt="2026-06-08T06:32:49.565" v="15231" actId="21"/>
          <ac:cxnSpMkLst>
            <pc:docMk/>
            <pc:sldMk cId="4205873307" sldId="276"/>
            <ac:cxnSpMk id="184" creationId="{FC9A3164-F095-E3C0-20AF-1F461C9C568C}"/>
          </ac:cxnSpMkLst>
        </pc:cxnChg>
        <pc:cxnChg chg="add del mod">
          <ac:chgData name="Takamichi Asai" userId="3b5f7fad-e636-4c8e-833d-1467cd4f12a3" providerId="ADAL" clId="{2A663872-BA5B-4A08-84BE-EED75D43575C}" dt="2026-06-08T06:32:49.565" v="15231" actId="21"/>
          <ac:cxnSpMkLst>
            <pc:docMk/>
            <pc:sldMk cId="4205873307" sldId="276"/>
            <ac:cxnSpMk id="185" creationId="{016EF3B1-B343-FB22-9977-31AA71430BD8}"/>
          </ac:cxnSpMkLst>
        </pc:cxnChg>
        <pc:cxnChg chg="add mod">
          <ac:chgData name="Takamichi Asai" userId="3b5f7fad-e636-4c8e-833d-1467cd4f12a3" providerId="ADAL" clId="{2A663872-BA5B-4A08-84BE-EED75D43575C}" dt="2026-06-08T06:32:50.202" v="15232"/>
          <ac:cxnSpMkLst>
            <pc:docMk/>
            <pc:sldMk cId="4205873307" sldId="276"/>
            <ac:cxnSpMk id="193" creationId="{E4B8A174-0AC9-DE50-89BD-271EE0864CA1}"/>
          </ac:cxnSpMkLst>
        </pc:cxnChg>
        <pc:cxnChg chg="add mod">
          <ac:chgData name="Takamichi Asai" userId="3b5f7fad-e636-4c8e-833d-1467cd4f12a3" providerId="ADAL" clId="{2A663872-BA5B-4A08-84BE-EED75D43575C}" dt="2026-06-08T06:32:50.202" v="15232"/>
          <ac:cxnSpMkLst>
            <pc:docMk/>
            <pc:sldMk cId="4205873307" sldId="276"/>
            <ac:cxnSpMk id="194" creationId="{AE660BDA-CD47-E7BD-89A6-ABF81F235117}"/>
          </ac:cxnSpMkLst>
        </pc:cxnChg>
        <pc:cxnChg chg="add mod">
          <ac:chgData name="Takamichi Asai" userId="3b5f7fad-e636-4c8e-833d-1467cd4f12a3" providerId="ADAL" clId="{2A663872-BA5B-4A08-84BE-EED75D43575C}" dt="2026-06-08T06:32:50.202" v="15232"/>
          <ac:cxnSpMkLst>
            <pc:docMk/>
            <pc:sldMk cId="4205873307" sldId="276"/>
            <ac:cxnSpMk id="195" creationId="{FC9A3164-F095-E3C0-20AF-1F461C9C568C}"/>
          </ac:cxnSpMkLst>
        </pc:cxnChg>
        <pc:cxnChg chg="add mod">
          <ac:chgData name="Takamichi Asai" userId="3b5f7fad-e636-4c8e-833d-1467cd4f12a3" providerId="ADAL" clId="{2A663872-BA5B-4A08-84BE-EED75D43575C}" dt="2026-06-08T07:09:09.052" v="15359" actId="1076"/>
          <ac:cxnSpMkLst>
            <pc:docMk/>
            <pc:sldMk cId="4205873307" sldId="276"/>
            <ac:cxnSpMk id="196" creationId="{016EF3B1-B343-FB22-9977-31AA71430BD8}"/>
          </ac:cxnSpMkLst>
        </pc:cxnChg>
      </pc:sldChg>
      <pc:sldChg chg="addSp delSp modSp add mod">
        <pc:chgData name="Takamichi Asai" userId="3b5f7fad-e636-4c8e-833d-1467cd4f12a3" providerId="ADAL" clId="{2A663872-BA5B-4A08-84BE-EED75D43575C}" dt="2026-06-08T13:49:47.156" v="15445" actId="113"/>
        <pc:sldMkLst>
          <pc:docMk/>
          <pc:sldMk cId="3073593845" sldId="277"/>
        </pc:sldMkLst>
        <pc:spChg chg="mod">
          <ac:chgData name="Takamichi Asai" userId="3b5f7fad-e636-4c8e-833d-1467cd4f12a3" providerId="ADAL" clId="{2A663872-BA5B-4A08-84BE-EED75D43575C}" dt="2026-06-08T07:02:27.901" v="15300" actId="403"/>
          <ac:spMkLst>
            <pc:docMk/>
            <pc:sldMk cId="3073593845" sldId="277"/>
            <ac:spMk id="4" creationId="{534582BA-C86B-6066-8D0D-C3FD04E19B51}"/>
          </ac:spMkLst>
        </pc:spChg>
        <pc:spChg chg="mod">
          <ac:chgData name="Takamichi Asai" userId="3b5f7fad-e636-4c8e-833d-1467cd4f12a3" providerId="ADAL" clId="{2A663872-BA5B-4A08-84BE-EED75D43575C}" dt="2026-06-08T07:10:12.029" v="15376" actId="1036"/>
          <ac:spMkLst>
            <pc:docMk/>
            <pc:sldMk cId="3073593845" sldId="277"/>
            <ac:spMk id="11" creationId="{78731977-E861-4D30-60BF-824A36BF3D8F}"/>
          </ac:spMkLst>
        </pc:spChg>
        <pc:spChg chg="mod">
          <ac:chgData name="Takamichi Asai" userId="3b5f7fad-e636-4c8e-833d-1467cd4f12a3" providerId="ADAL" clId="{2A663872-BA5B-4A08-84BE-EED75D43575C}" dt="2026-06-07T23:09:45.691" v="13139" actId="164"/>
          <ac:spMkLst>
            <pc:docMk/>
            <pc:sldMk cId="3073593845" sldId="277"/>
            <ac:spMk id="12" creationId="{B322B49E-881B-A4C2-8894-97D96E78FC74}"/>
          </ac:spMkLst>
        </pc:spChg>
        <pc:spChg chg="mod">
          <ac:chgData name="Takamichi Asai" userId="3b5f7fad-e636-4c8e-833d-1467cd4f12a3" providerId="ADAL" clId="{2A663872-BA5B-4A08-84BE-EED75D43575C}" dt="2026-06-07T23:09:45.691" v="13139" actId="164"/>
          <ac:spMkLst>
            <pc:docMk/>
            <pc:sldMk cId="3073593845" sldId="277"/>
            <ac:spMk id="13" creationId="{BC4EB2DC-589F-965A-ABC4-49536131BA2A}"/>
          </ac:spMkLst>
        </pc:spChg>
        <pc:spChg chg="mod">
          <ac:chgData name="Takamichi Asai" userId="3b5f7fad-e636-4c8e-833d-1467cd4f12a3" providerId="ADAL" clId="{2A663872-BA5B-4A08-84BE-EED75D43575C}" dt="2026-06-08T13:49:47.156" v="15445" actId="113"/>
          <ac:spMkLst>
            <pc:docMk/>
            <pc:sldMk cId="3073593845" sldId="277"/>
            <ac:spMk id="14" creationId="{DF57D2EF-C45E-2A07-A797-F7EFAB2A11C8}"/>
          </ac:spMkLst>
        </pc:spChg>
        <pc:spChg chg="mod">
          <ac:chgData name="Takamichi Asai" userId="3b5f7fad-e636-4c8e-833d-1467cd4f12a3" providerId="ADAL" clId="{2A663872-BA5B-4A08-84BE-EED75D43575C}" dt="2026-06-07T23:13:43.662" v="13200"/>
          <ac:spMkLst>
            <pc:docMk/>
            <pc:sldMk cId="3073593845" sldId="277"/>
            <ac:spMk id="15" creationId="{E41DACA2-26D1-22DB-4734-21B077AD43AE}"/>
          </ac:spMkLst>
        </pc:spChg>
        <pc:spChg chg="mod">
          <ac:chgData name="Takamichi Asai" userId="3b5f7fad-e636-4c8e-833d-1467cd4f12a3" providerId="ADAL" clId="{2A663872-BA5B-4A08-84BE-EED75D43575C}" dt="2026-06-08T01:41:12.150" v="13698" actId="2085"/>
          <ac:spMkLst>
            <pc:docMk/>
            <pc:sldMk cId="3073593845" sldId="277"/>
            <ac:spMk id="16" creationId="{E22E666E-E320-55FB-4E3E-18F05DA0C860}"/>
          </ac:spMkLst>
        </pc:spChg>
        <pc:spChg chg="add del mod">
          <ac:chgData name="Takamichi Asai" userId="3b5f7fad-e636-4c8e-833d-1467cd4f12a3" providerId="ADAL" clId="{2A663872-BA5B-4A08-84BE-EED75D43575C}" dt="2026-06-08T01:21:08.696" v="13564" actId="478"/>
          <ac:spMkLst>
            <pc:docMk/>
            <pc:sldMk cId="3073593845" sldId="277"/>
            <ac:spMk id="18" creationId="{3AEE1911-7283-F401-77BB-23ECF3E288DE}"/>
          </ac:spMkLst>
        </pc:spChg>
        <pc:spChg chg="add mod">
          <ac:chgData name="Takamichi Asai" userId="3b5f7fad-e636-4c8e-833d-1467cd4f12a3" providerId="ADAL" clId="{2A663872-BA5B-4A08-84BE-EED75D43575C}" dt="2026-06-08T06:13:56.427" v="15159" actId="1076"/>
          <ac:spMkLst>
            <pc:docMk/>
            <pc:sldMk cId="3073593845" sldId="277"/>
            <ac:spMk id="19" creationId="{516E2136-402C-B72B-29F4-D95760CEF9F5}"/>
          </ac:spMkLst>
        </pc:spChg>
        <pc:spChg chg="add mod">
          <ac:chgData name="Takamichi Asai" userId="3b5f7fad-e636-4c8e-833d-1467cd4f12a3" providerId="ADAL" clId="{2A663872-BA5B-4A08-84BE-EED75D43575C}" dt="2026-06-08T01:39:40.310" v="13673" actId="1076"/>
          <ac:spMkLst>
            <pc:docMk/>
            <pc:sldMk cId="3073593845" sldId="277"/>
            <ac:spMk id="22" creationId="{AD3C260E-5D98-F656-A4F5-AB86CB3680E5}"/>
          </ac:spMkLst>
        </pc:spChg>
        <pc:spChg chg="mod">
          <ac:chgData name="Takamichi Asai" userId="3b5f7fad-e636-4c8e-833d-1467cd4f12a3" providerId="ADAL" clId="{2A663872-BA5B-4A08-84BE-EED75D43575C}" dt="2026-06-08T06:53:16.157" v="15297" actId="20577"/>
          <ac:spMkLst>
            <pc:docMk/>
            <pc:sldMk cId="3073593845" sldId="277"/>
            <ac:spMk id="23" creationId="{1AFE46AF-74AC-E57F-DDBB-8DA5228DEE72}"/>
          </ac:spMkLst>
        </pc:spChg>
        <pc:spChg chg="mod">
          <ac:chgData name="Takamichi Asai" userId="3b5f7fad-e636-4c8e-833d-1467cd4f12a3" providerId="ADAL" clId="{2A663872-BA5B-4A08-84BE-EED75D43575C}" dt="2026-06-07T23:11:14.453" v="13152" actId="404"/>
          <ac:spMkLst>
            <pc:docMk/>
            <pc:sldMk cId="3073593845" sldId="277"/>
            <ac:spMk id="28" creationId="{E41DACA2-26D1-22DB-4734-21B077AD43AE}"/>
          </ac:spMkLst>
        </pc:spChg>
        <pc:spChg chg="mod">
          <ac:chgData name="Takamichi Asai" userId="3b5f7fad-e636-4c8e-833d-1467cd4f12a3" providerId="ADAL" clId="{2A663872-BA5B-4A08-84BE-EED75D43575C}" dt="2026-06-07T23:11:14.453" v="13152" actId="404"/>
          <ac:spMkLst>
            <pc:docMk/>
            <pc:sldMk cId="3073593845" sldId="277"/>
            <ac:spMk id="29" creationId="{E22E666E-E320-55FB-4E3E-18F05DA0C860}"/>
          </ac:spMkLst>
        </pc:spChg>
        <pc:spChg chg="mod">
          <ac:chgData name="Takamichi Asai" userId="3b5f7fad-e636-4c8e-833d-1467cd4f12a3" providerId="ADAL" clId="{2A663872-BA5B-4A08-84BE-EED75D43575C}" dt="2026-06-07T23:12:18.249" v="13163" actId="164"/>
          <ac:spMkLst>
            <pc:docMk/>
            <pc:sldMk cId="3073593845" sldId="277"/>
            <ac:spMk id="30" creationId="{DF57D2EF-C45E-2A07-A797-F7EFAB2A11C8}"/>
          </ac:spMkLst>
        </pc:spChg>
        <pc:spChg chg="add mod">
          <ac:chgData name="Takamichi Asai" userId="3b5f7fad-e636-4c8e-833d-1467cd4f12a3" providerId="ADAL" clId="{2A663872-BA5B-4A08-84BE-EED75D43575C}" dt="2026-06-08T01:49:11.498" v="14075" actId="208"/>
          <ac:spMkLst>
            <pc:docMk/>
            <pc:sldMk cId="3073593845" sldId="277"/>
            <ac:spMk id="31" creationId="{28E3216B-DB65-299A-2E57-759444FCBA3A}"/>
          </ac:spMkLst>
        </pc:spChg>
        <pc:spChg chg="del mod">
          <ac:chgData name="Takamichi Asai" userId="3b5f7fad-e636-4c8e-833d-1467cd4f12a3" providerId="ADAL" clId="{2A663872-BA5B-4A08-84BE-EED75D43575C}" dt="2026-06-08T01:21:08.696" v="13564" actId="478"/>
          <ac:spMkLst>
            <pc:docMk/>
            <pc:sldMk cId="3073593845" sldId="277"/>
            <ac:spMk id="32" creationId="{57D661F0-20A5-2A4D-CB1F-270D777E7A25}"/>
          </ac:spMkLst>
        </pc:spChg>
        <pc:spChg chg="add del mod">
          <ac:chgData name="Takamichi Asai" userId="3b5f7fad-e636-4c8e-833d-1467cd4f12a3" providerId="ADAL" clId="{2A663872-BA5B-4A08-84BE-EED75D43575C}" dt="2026-06-08T01:39:39.611" v="13670" actId="21"/>
          <ac:spMkLst>
            <pc:docMk/>
            <pc:sldMk cId="3073593845" sldId="277"/>
            <ac:spMk id="33" creationId="{B372777D-9148-43DF-790B-F2D38D2489AE}"/>
          </ac:spMkLst>
        </pc:spChg>
        <pc:spChg chg="add mod">
          <ac:chgData name="Takamichi Asai" userId="3b5f7fad-e636-4c8e-833d-1467cd4f12a3" providerId="ADAL" clId="{2A663872-BA5B-4A08-84BE-EED75D43575C}" dt="2026-06-08T07:02:59.203" v="15305" actId="1076"/>
          <ac:spMkLst>
            <pc:docMk/>
            <pc:sldMk cId="3073593845" sldId="277"/>
            <ac:spMk id="35" creationId="{B372777D-9148-43DF-790B-F2D38D2489AE}"/>
          </ac:spMkLst>
        </pc:spChg>
        <pc:grpChg chg="add mod">
          <ac:chgData name="Takamichi Asai" userId="3b5f7fad-e636-4c8e-833d-1467cd4f12a3" providerId="ADAL" clId="{2A663872-BA5B-4A08-84BE-EED75D43575C}" dt="2026-06-08T06:13:56.427" v="15159" actId="1076"/>
          <ac:grpSpMkLst>
            <pc:docMk/>
            <pc:sldMk cId="3073593845" sldId="277"/>
            <ac:grpSpMk id="3" creationId="{B9B0946E-8A39-6613-F267-9B76FDCE66C6}"/>
          </ac:grpSpMkLst>
        </pc:grpChg>
        <pc:grpChg chg="add del mod">
          <ac:chgData name="Takamichi Asai" userId="3b5f7fad-e636-4c8e-833d-1467cd4f12a3" providerId="ADAL" clId="{2A663872-BA5B-4A08-84BE-EED75D43575C}" dt="2026-06-07T23:13:36.570" v="13198" actId="21"/>
          <ac:grpSpMkLst>
            <pc:docMk/>
            <pc:sldMk cId="3073593845" sldId="277"/>
            <ac:grpSpMk id="5" creationId="{D66D0AE8-54CA-4447-0592-FD5A44735B1F}"/>
          </ac:grpSpMkLst>
        </pc:grpChg>
        <pc:grpChg chg="add mod">
          <ac:chgData name="Takamichi Asai" userId="3b5f7fad-e636-4c8e-833d-1467cd4f12a3" providerId="ADAL" clId="{2A663872-BA5B-4A08-84BE-EED75D43575C}" dt="2026-06-08T06:13:56.427" v="15159" actId="1076"/>
          <ac:grpSpMkLst>
            <pc:docMk/>
            <pc:sldMk cId="3073593845" sldId="277"/>
            <ac:grpSpMk id="9" creationId="{D66D0AE8-54CA-4447-0592-FD5A44735B1F}"/>
          </ac:grpSpMkLst>
        </pc:grpChg>
        <pc:grpChg chg="mod">
          <ac:chgData name="Takamichi Asai" userId="3b5f7fad-e636-4c8e-833d-1467cd4f12a3" providerId="ADAL" clId="{2A663872-BA5B-4A08-84BE-EED75D43575C}" dt="2026-06-07T23:13:43.662" v="13200"/>
          <ac:grpSpMkLst>
            <pc:docMk/>
            <pc:sldMk cId="3073593845" sldId="277"/>
            <ac:grpSpMk id="10" creationId="{27F548DF-D8F6-D523-3306-29E3E168FB1C}"/>
          </ac:grpSpMkLst>
        </pc:grpChg>
        <pc:grpChg chg="mod">
          <ac:chgData name="Takamichi Asai" userId="3b5f7fad-e636-4c8e-833d-1467cd4f12a3" providerId="ADAL" clId="{2A663872-BA5B-4A08-84BE-EED75D43575C}" dt="2026-06-07T23:12:18.249" v="13163" actId="164"/>
          <ac:grpSpMkLst>
            <pc:docMk/>
            <pc:sldMk cId="3073593845" sldId="277"/>
            <ac:grpSpMk id="27" creationId="{27F548DF-D8F6-D523-3306-29E3E168FB1C}"/>
          </ac:grpSpMkLst>
        </pc:grpChg>
        <pc:picChg chg="mod">
          <ac:chgData name="Takamichi Asai" userId="3b5f7fad-e636-4c8e-833d-1467cd4f12a3" providerId="ADAL" clId="{2A663872-BA5B-4A08-84BE-EED75D43575C}" dt="2026-06-08T06:13:56.427" v="15159" actId="1076"/>
          <ac:picMkLst>
            <pc:docMk/>
            <pc:sldMk cId="3073593845" sldId="277"/>
            <ac:picMk id="2" creationId="{5B40FB53-78C7-06D8-02D9-1C6FEAB93F73}"/>
          </ac:picMkLst>
        </pc:picChg>
        <pc:picChg chg="mod">
          <ac:chgData name="Takamichi Asai" userId="3b5f7fad-e636-4c8e-833d-1467cd4f12a3" providerId="ADAL" clId="{2A663872-BA5B-4A08-84BE-EED75D43575C}" dt="2026-06-07T23:09:45.691" v="13139" actId="164"/>
          <ac:picMkLst>
            <pc:docMk/>
            <pc:sldMk cId="3073593845" sldId="277"/>
            <ac:picMk id="7" creationId="{F6224DFC-12DC-8BC8-13C9-A48AFB0D8667}"/>
          </ac:picMkLst>
        </pc:picChg>
        <pc:picChg chg="mod">
          <ac:chgData name="Takamichi Asai" userId="3b5f7fad-e636-4c8e-833d-1467cd4f12a3" providerId="ADAL" clId="{2A663872-BA5B-4A08-84BE-EED75D43575C}" dt="2026-06-07T23:09:45.691" v="13139" actId="164"/>
          <ac:picMkLst>
            <pc:docMk/>
            <pc:sldMk cId="3073593845" sldId="277"/>
            <ac:picMk id="8" creationId="{E7CF4223-CE31-2F88-4BF0-DCE0D579A227}"/>
          </ac:picMkLst>
        </pc:picChg>
        <pc:picChg chg="mod">
          <ac:chgData name="Takamichi Asai" userId="3b5f7fad-e636-4c8e-833d-1467cd4f12a3" providerId="ADAL" clId="{2A663872-BA5B-4A08-84BE-EED75D43575C}" dt="2026-06-08T05:05:48.857" v="14776" actId="1076"/>
          <ac:picMkLst>
            <pc:docMk/>
            <pc:sldMk cId="3073593845" sldId="277"/>
            <ac:picMk id="24" creationId="{51B30CD6-7409-7B9F-1BE2-6B2693B8C778}"/>
          </ac:picMkLst>
        </pc:picChg>
        <pc:picChg chg="mod">
          <ac:chgData name="Takamichi Asai" userId="3b5f7fad-e636-4c8e-833d-1467cd4f12a3" providerId="ADAL" clId="{2A663872-BA5B-4A08-84BE-EED75D43575C}" dt="2026-06-08T05:05:48.857" v="14776" actId="1076"/>
          <ac:picMkLst>
            <pc:docMk/>
            <pc:sldMk cId="3073593845" sldId="277"/>
            <ac:picMk id="25" creationId="{B11F28EA-39C3-5844-0B50-CAD68BFD80DA}"/>
          </ac:picMkLst>
        </pc:picChg>
        <pc:picChg chg="mod">
          <ac:chgData name="Takamichi Asai" userId="3b5f7fad-e636-4c8e-833d-1467cd4f12a3" providerId="ADAL" clId="{2A663872-BA5B-4A08-84BE-EED75D43575C}" dt="2026-06-08T05:05:48.857" v="14776" actId="1076"/>
          <ac:picMkLst>
            <pc:docMk/>
            <pc:sldMk cId="3073593845" sldId="277"/>
            <ac:picMk id="26" creationId="{FFF643C8-1DC3-FE96-E30D-43F0E4668F54}"/>
          </ac:picMkLst>
        </pc:picChg>
        <pc:picChg chg="add mod">
          <ac:chgData name="Takamichi Asai" userId="3b5f7fad-e636-4c8e-833d-1467cd4f12a3" providerId="ADAL" clId="{2A663872-BA5B-4A08-84BE-EED75D43575C}" dt="2026-06-08T05:06:31.042" v="14782" actId="1076"/>
          <ac:picMkLst>
            <pc:docMk/>
            <pc:sldMk cId="3073593845" sldId="277"/>
            <ac:picMk id="34" creationId="{365B25CC-DCCA-DFBA-4BFA-6F65CDDBE23F}"/>
          </ac:picMkLst>
        </pc:picChg>
        <pc:cxnChg chg="mod">
          <ac:chgData name="Takamichi Asai" userId="3b5f7fad-e636-4c8e-833d-1467cd4f12a3" providerId="ADAL" clId="{2A663872-BA5B-4A08-84BE-EED75D43575C}" dt="2026-06-08T06:13:56.427" v="15159" actId="1076"/>
          <ac:cxnSpMkLst>
            <pc:docMk/>
            <pc:sldMk cId="3073593845" sldId="277"/>
            <ac:cxnSpMk id="6" creationId="{0466AE51-B062-696F-EC5F-CCCF5FAC88C2}"/>
          </ac:cxnSpMkLst>
        </pc:cxnChg>
        <pc:cxnChg chg="add del mod">
          <ac:chgData name="Takamichi Asai" userId="3b5f7fad-e636-4c8e-833d-1467cd4f12a3" providerId="ADAL" clId="{2A663872-BA5B-4A08-84BE-EED75D43575C}" dt="2026-06-08T01:21:08.696" v="13564" actId="478"/>
          <ac:cxnSpMkLst>
            <pc:docMk/>
            <pc:sldMk cId="3073593845" sldId="277"/>
            <ac:cxnSpMk id="17" creationId="{F0945959-0742-A36B-29D0-C2D0E90673FC}"/>
          </ac:cxnSpMkLst>
        </pc:cxnChg>
        <pc:cxnChg chg="add mod">
          <ac:chgData name="Takamichi Asai" userId="3b5f7fad-e636-4c8e-833d-1467cd4f12a3" providerId="ADAL" clId="{2A663872-BA5B-4A08-84BE-EED75D43575C}" dt="2026-06-08T01:49:17.964" v="14076" actId="208"/>
          <ac:cxnSpMkLst>
            <pc:docMk/>
            <pc:sldMk cId="3073593845" sldId="277"/>
            <ac:cxnSpMk id="21" creationId="{AFC06731-88D5-85DD-BB59-946F85E3FD77}"/>
          </ac:cxnSpMkLst>
        </pc:cxnChg>
      </pc:sldChg>
      <pc:sldChg chg="addSp delSp modSp new mod">
        <pc:chgData name="Takamichi Asai" userId="3b5f7fad-e636-4c8e-833d-1467cd4f12a3" providerId="ADAL" clId="{2A663872-BA5B-4A08-84BE-EED75D43575C}" dt="2026-06-08T13:48:47.149" v="15443" actId="1076"/>
        <pc:sldMkLst>
          <pc:docMk/>
          <pc:sldMk cId="3431893051" sldId="278"/>
        </pc:sldMkLst>
        <pc:spChg chg="add mod">
          <ac:chgData name="Takamichi Asai" userId="3b5f7fad-e636-4c8e-833d-1467cd4f12a3" providerId="ADAL" clId="{2A663872-BA5B-4A08-84BE-EED75D43575C}" dt="2026-06-08T05:35:51.225" v="14961" actId="1076"/>
          <ac:spMkLst>
            <pc:docMk/>
            <pc:sldMk cId="3431893051" sldId="278"/>
            <ac:spMk id="2" creationId="{84A70155-A5AA-F24D-CD07-6F12121F5E5A}"/>
          </ac:spMkLst>
        </pc:spChg>
        <pc:spChg chg="add mod">
          <ac:chgData name="Takamichi Asai" userId="3b5f7fad-e636-4c8e-833d-1467cd4f12a3" providerId="ADAL" clId="{2A663872-BA5B-4A08-84BE-EED75D43575C}" dt="2026-06-08T05:35:51.225" v="14961" actId="1076"/>
          <ac:spMkLst>
            <pc:docMk/>
            <pc:sldMk cId="3431893051" sldId="278"/>
            <ac:spMk id="4" creationId="{B9FFD595-0915-9650-D96B-D293A2668C00}"/>
          </ac:spMkLst>
        </pc:spChg>
        <pc:spChg chg="add mod">
          <ac:chgData name="Takamichi Asai" userId="3b5f7fad-e636-4c8e-833d-1467cd4f12a3" providerId="ADAL" clId="{2A663872-BA5B-4A08-84BE-EED75D43575C}" dt="2026-06-08T01:58:25.828" v="14164" actId="164"/>
          <ac:spMkLst>
            <pc:docMk/>
            <pc:sldMk cId="3431893051" sldId="278"/>
            <ac:spMk id="6" creationId="{D1826B9E-5308-D958-000E-E58E9A994AFA}"/>
          </ac:spMkLst>
        </pc:spChg>
        <pc:spChg chg="add mod">
          <ac:chgData name="Takamichi Asai" userId="3b5f7fad-e636-4c8e-833d-1467cd4f12a3" providerId="ADAL" clId="{2A663872-BA5B-4A08-84BE-EED75D43575C}" dt="2026-06-08T01:58:25.828" v="14164" actId="164"/>
          <ac:spMkLst>
            <pc:docMk/>
            <pc:sldMk cId="3431893051" sldId="278"/>
            <ac:spMk id="7" creationId="{45E47C9C-F0D6-997A-672F-16EFBD9E8AB9}"/>
          </ac:spMkLst>
        </pc:spChg>
        <pc:spChg chg="add mod">
          <ac:chgData name="Takamichi Asai" userId="3b5f7fad-e636-4c8e-833d-1467cd4f12a3" providerId="ADAL" clId="{2A663872-BA5B-4A08-84BE-EED75D43575C}" dt="2026-06-08T01:58:25.828" v="14164" actId="164"/>
          <ac:spMkLst>
            <pc:docMk/>
            <pc:sldMk cId="3431893051" sldId="278"/>
            <ac:spMk id="8" creationId="{332E3B52-4720-1A75-4800-BA43DB27D660}"/>
          </ac:spMkLst>
        </pc:spChg>
        <pc:spChg chg="add mod">
          <ac:chgData name="Takamichi Asai" userId="3b5f7fad-e636-4c8e-833d-1467cd4f12a3" providerId="ADAL" clId="{2A663872-BA5B-4A08-84BE-EED75D43575C}" dt="2026-06-08T01:58:50.036" v="14170" actId="1038"/>
          <ac:spMkLst>
            <pc:docMk/>
            <pc:sldMk cId="3431893051" sldId="278"/>
            <ac:spMk id="9" creationId="{90C1DB10-3272-0608-D574-103FD78D2C76}"/>
          </ac:spMkLst>
        </pc:spChg>
        <pc:spChg chg="add mod">
          <ac:chgData name="Takamichi Asai" userId="3b5f7fad-e636-4c8e-833d-1467cd4f12a3" providerId="ADAL" clId="{2A663872-BA5B-4A08-84BE-EED75D43575C}" dt="2026-06-08T01:54:20.148" v="14138" actId="164"/>
          <ac:spMkLst>
            <pc:docMk/>
            <pc:sldMk cId="3431893051" sldId="278"/>
            <ac:spMk id="10" creationId="{27EFCA2F-CDE4-4206-A661-13D4CD12FF05}"/>
          </ac:spMkLst>
        </pc:spChg>
        <pc:spChg chg="add del mod">
          <ac:chgData name="Takamichi Asai" userId="3b5f7fad-e636-4c8e-833d-1467cd4f12a3" providerId="ADAL" clId="{2A663872-BA5B-4A08-84BE-EED75D43575C}" dt="2026-06-08T05:20:47.766" v="14908" actId="21"/>
          <ac:spMkLst>
            <pc:docMk/>
            <pc:sldMk cId="3431893051" sldId="278"/>
            <ac:spMk id="12" creationId="{4B7F7CDC-8D37-D955-CA88-BD9D4CDD668C}"/>
          </ac:spMkLst>
        </pc:spChg>
        <pc:spChg chg="add del mod">
          <ac:chgData name="Takamichi Asai" userId="3b5f7fad-e636-4c8e-833d-1467cd4f12a3" providerId="ADAL" clId="{2A663872-BA5B-4A08-84BE-EED75D43575C}" dt="2026-06-08T05:22:34.286" v="14919" actId="478"/>
          <ac:spMkLst>
            <pc:docMk/>
            <pc:sldMk cId="3431893051" sldId="278"/>
            <ac:spMk id="15" creationId="{47D4703C-1429-4C83-2289-BFFBC4424305}"/>
          </ac:spMkLst>
        </pc:spChg>
        <pc:spChg chg="add mod topLvl">
          <ac:chgData name="Takamichi Asai" userId="3b5f7fad-e636-4c8e-833d-1467cd4f12a3" providerId="ADAL" clId="{2A663872-BA5B-4A08-84BE-EED75D43575C}" dt="2026-06-08T07:11:19.545" v="15384" actId="1076"/>
          <ac:spMkLst>
            <pc:docMk/>
            <pc:sldMk cId="3431893051" sldId="278"/>
            <ac:spMk id="16" creationId="{C786DFDF-39D7-BD3A-C332-E87FD543BC63}"/>
          </ac:spMkLst>
        </pc:spChg>
        <pc:spChg chg="add mod topLvl">
          <ac:chgData name="Takamichi Asai" userId="3b5f7fad-e636-4c8e-833d-1467cd4f12a3" providerId="ADAL" clId="{2A663872-BA5B-4A08-84BE-EED75D43575C}" dt="2026-06-08T07:11:19.545" v="15384" actId="1076"/>
          <ac:spMkLst>
            <pc:docMk/>
            <pc:sldMk cId="3431893051" sldId="278"/>
            <ac:spMk id="17" creationId="{11F3E3C9-E5AE-C582-4E89-41918A35D33E}"/>
          </ac:spMkLst>
        </pc:spChg>
        <pc:spChg chg="add mod topLvl">
          <ac:chgData name="Takamichi Asai" userId="3b5f7fad-e636-4c8e-833d-1467cd4f12a3" providerId="ADAL" clId="{2A663872-BA5B-4A08-84BE-EED75D43575C}" dt="2026-06-08T07:11:19.545" v="15384" actId="1076"/>
          <ac:spMkLst>
            <pc:docMk/>
            <pc:sldMk cId="3431893051" sldId="278"/>
            <ac:spMk id="18" creationId="{412DAE78-50C5-4510-4760-BB6AB1C6EAB4}"/>
          </ac:spMkLst>
        </pc:spChg>
        <pc:spChg chg="add mod topLvl">
          <ac:chgData name="Takamichi Asai" userId="3b5f7fad-e636-4c8e-833d-1467cd4f12a3" providerId="ADAL" clId="{2A663872-BA5B-4A08-84BE-EED75D43575C}" dt="2026-06-08T07:11:28.279" v="15385" actId="1076"/>
          <ac:spMkLst>
            <pc:docMk/>
            <pc:sldMk cId="3431893051" sldId="278"/>
            <ac:spMk id="19" creationId="{6AF48C9A-0F87-961B-200D-144D67FD12AA}"/>
          </ac:spMkLst>
        </pc:spChg>
        <pc:spChg chg="add del mod topLvl">
          <ac:chgData name="Takamichi Asai" userId="3b5f7fad-e636-4c8e-833d-1467cd4f12a3" providerId="ADAL" clId="{2A663872-BA5B-4A08-84BE-EED75D43575C}" dt="2026-06-08T13:48:39.928" v="15442" actId="1076"/>
          <ac:spMkLst>
            <pc:docMk/>
            <pc:sldMk cId="3431893051" sldId="278"/>
            <ac:spMk id="21" creationId="{97E3B549-D629-678A-DFF7-E46B8B88BF09}"/>
          </ac:spMkLst>
        </pc:spChg>
        <pc:spChg chg="add del mod">
          <ac:chgData name="Takamichi Asai" userId="3b5f7fad-e636-4c8e-833d-1467cd4f12a3" providerId="ADAL" clId="{2A663872-BA5B-4A08-84BE-EED75D43575C}" dt="2026-06-08T05:20:32.361" v="14906" actId="478"/>
          <ac:spMkLst>
            <pc:docMk/>
            <pc:sldMk cId="3431893051" sldId="278"/>
            <ac:spMk id="24" creationId="{C3CB17B2-960F-A443-9EC8-3A4EE9DBDE13}"/>
          </ac:spMkLst>
        </pc:spChg>
        <pc:spChg chg="add del mod">
          <ac:chgData name="Takamichi Asai" userId="3b5f7fad-e636-4c8e-833d-1467cd4f12a3" providerId="ADAL" clId="{2A663872-BA5B-4A08-84BE-EED75D43575C}" dt="2026-06-08T05:23:55.424" v="14931" actId="21"/>
          <ac:spMkLst>
            <pc:docMk/>
            <pc:sldMk cId="3431893051" sldId="278"/>
            <ac:spMk id="25" creationId="{C7671A65-1FB8-8F32-0A24-B76DE58119AE}"/>
          </ac:spMkLst>
        </pc:spChg>
        <pc:spChg chg="add del mod">
          <ac:chgData name="Takamichi Asai" userId="3b5f7fad-e636-4c8e-833d-1467cd4f12a3" providerId="ADAL" clId="{2A663872-BA5B-4A08-84BE-EED75D43575C}" dt="2026-06-08T02:05:15.424" v="14276" actId="1076"/>
          <ac:spMkLst>
            <pc:docMk/>
            <pc:sldMk cId="3431893051" sldId="278"/>
            <ac:spMk id="27" creationId="{ED276D6A-8474-EB01-1284-DDB088B46B98}"/>
          </ac:spMkLst>
        </pc:spChg>
        <pc:spChg chg="add mod">
          <ac:chgData name="Takamichi Asai" userId="3b5f7fad-e636-4c8e-833d-1467cd4f12a3" providerId="ADAL" clId="{2A663872-BA5B-4A08-84BE-EED75D43575C}" dt="2026-06-08T02:05:09.422" v="14273" actId="1076"/>
          <ac:spMkLst>
            <pc:docMk/>
            <pc:sldMk cId="3431893051" sldId="278"/>
            <ac:spMk id="29" creationId="{97E3B549-D629-678A-DFF7-E46B8B88BF09}"/>
          </ac:spMkLst>
        </pc:spChg>
        <pc:spChg chg="add mod">
          <ac:chgData name="Takamichi Asai" userId="3b5f7fad-e636-4c8e-833d-1467cd4f12a3" providerId="ADAL" clId="{2A663872-BA5B-4A08-84BE-EED75D43575C}" dt="2026-06-08T13:48:47.149" v="15443" actId="1076"/>
          <ac:spMkLst>
            <pc:docMk/>
            <pc:sldMk cId="3431893051" sldId="278"/>
            <ac:spMk id="30" creationId="{73354B5D-03C2-3584-64C6-F7C565A81513}"/>
          </ac:spMkLst>
        </pc:spChg>
        <pc:spChg chg="add mod">
          <ac:chgData name="Takamichi Asai" userId="3b5f7fad-e636-4c8e-833d-1467cd4f12a3" providerId="ADAL" clId="{2A663872-BA5B-4A08-84BE-EED75D43575C}" dt="2026-06-08T13:48:47.149" v="15443" actId="1076"/>
          <ac:spMkLst>
            <pc:docMk/>
            <pc:sldMk cId="3431893051" sldId="278"/>
            <ac:spMk id="32" creationId="{94574CE4-D832-BEFD-5DA4-BEE0F67FA009}"/>
          </ac:spMkLst>
        </pc:spChg>
        <pc:spChg chg="add mod topLvl">
          <ac:chgData name="Takamichi Asai" userId="3b5f7fad-e636-4c8e-833d-1467cd4f12a3" providerId="ADAL" clId="{2A663872-BA5B-4A08-84BE-EED75D43575C}" dt="2026-06-08T13:48:47.149" v="15443" actId="1076"/>
          <ac:spMkLst>
            <pc:docMk/>
            <pc:sldMk cId="3431893051" sldId="278"/>
            <ac:spMk id="34" creationId="{43085420-856C-CD54-2E8F-EC73BA33089D}"/>
          </ac:spMkLst>
        </pc:spChg>
        <pc:spChg chg="add mod topLvl">
          <ac:chgData name="Takamichi Asai" userId="3b5f7fad-e636-4c8e-833d-1467cd4f12a3" providerId="ADAL" clId="{2A663872-BA5B-4A08-84BE-EED75D43575C}" dt="2026-06-08T13:48:47.149" v="15443" actId="1076"/>
          <ac:spMkLst>
            <pc:docMk/>
            <pc:sldMk cId="3431893051" sldId="278"/>
            <ac:spMk id="35" creationId="{4A11666D-ABFC-8776-049E-A25F51B6F5CC}"/>
          </ac:spMkLst>
        </pc:spChg>
        <pc:spChg chg="add mod topLvl">
          <ac:chgData name="Takamichi Asai" userId="3b5f7fad-e636-4c8e-833d-1467cd4f12a3" providerId="ADAL" clId="{2A663872-BA5B-4A08-84BE-EED75D43575C}" dt="2026-06-08T13:48:47.149" v="15443" actId="1076"/>
          <ac:spMkLst>
            <pc:docMk/>
            <pc:sldMk cId="3431893051" sldId="278"/>
            <ac:spMk id="37" creationId="{DAF50624-1F45-2794-9DE6-3D594817DADD}"/>
          </ac:spMkLst>
        </pc:spChg>
        <pc:spChg chg="add mod topLvl">
          <ac:chgData name="Takamichi Asai" userId="3b5f7fad-e636-4c8e-833d-1467cd4f12a3" providerId="ADAL" clId="{2A663872-BA5B-4A08-84BE-EED75D43575C}" dt="2026-06-08T13:48:47.149" v="15443" actId="1076"/>
          <ac:spMkLst>
            <pc:docMk/>
            <pc:sldMk cId="3431893051" sldId="278"/>
            <ac:spMk id="40" creationId="{D97D1A33-99E4-A462-8F2A-519F3F55C73C}"/>
          </ac:spMkLst>
        </pc:spChg>
        <pc:spChg chg="add mod">
          <ac:chgData name="Takamichi Asai" userId="3b5f7fad-e636-4c8e-833d-1467cd4f12a3" providerId="ADAL" clId="{2A663872-BA5B-4A08-84BE-EED75D43575C}" dt="2026-06-08T06:21:58.706" v="15170" actId="165"/>
          <ac:spMkLst>
            <pc:docMk/>
            <pc:sldMk cId="3431893051" sldId="278"/>
            <ac:spMk id="47" creationId="{15ED4A49-FCD7-A9A1-ED01-B83BC6CEF0E3}"/>
          </ac:spMkLst>
        </pc:spChg>
        <pc:spChg chg="add mod">
          <ac:chgData name="Takamichi Asai" userId="3b5f7fad-e636-4c8e-833d-1467cd4f12a3" providerId="ADAL" clId="{2A663872-BA5B-4A08-84BE-EED75D43575C}" dt="2026-06-08T06:21:58.706" v="15170" actId="165"/>
          <ac:spMkLst>
            <pc:docMk/>
            <pc:sldMk cId="3431893051" sldId="278"/>
            <ac:spMk id="49" creationId="{37F9C86F-049E-B918-CF76-40B1B5348E53}"/>
          </ac:spMkLst>
        </pc:spChg>
        <pc:spChg chg="mod">
          <ac:chgData name="Takamichi Asai" userId="3b5f7fad-e636-4c8e-833d-1467cd4f12a3" providerId="ADAL" clId="{2A663872-BA5B-4A08-84BE-EED75D43575C}" dt="2026-06-08T06:21:58.706" v="15170" actId="165"/>
          <ac:spMkLst>
            <pc:docMk/>
            <pc:sldMk cId="3431893051" sldId="278"/>
            <ac:spMk id="52" creationId="{94B38ED5-54DA-E508-6E9F-C22BB2A150C7}"/>
          </ac:spMkLst>
        </pc:spChg>
        <pc:spChg chg="mod">
          <ac:chgData name="Takamichi Asai" userId="3b5f7fad-e636-4c8e-833d-1467cd4f12a3" providerId="ADAL" clId="{2A663872-BA5B-4A08-84BE-EED75D43575C}" dt="2026-06-08T05:37:09.110" v="14968" actId="404"/>
          <ac:spMkLst>
            <pc:docMk/>
            <pc:sldMk cId="3431893051" sldId="278"/>
            <ac:spMk id="53" creationId="{87A428D7-7EFD-99D9-A4BA-3E415A9BBD47}"/>
          </ac:spMkLst>
        </pc:spChg>
        <pc:spChg chg="mod">
          <ac:chgData name="Takamichi Asai" userId="3b5f7fad-e636-4c8e-833d-1467cd4f12a3" providerId="ADAL" clId="{2A663872-BA5B-4A08-84BE-EED75D43575C}" dt="2026-06-08T06:21:58.706" v="15170" actId="165"/>
          <ac:spMkLst>
            <pc:docMk/>
            <pc:sldMk cId="3431893051" sldId="278"/>
            <ac:spMk id="55" creationId="{94EC7E69-2539-D8F3-81C7-18F494CD41E5}"/>
          </ac:spMkLst>
        </pc:spChg>
        <pc:spChg chg="mod">
          <ac:chgData name="Takamichi Asai" userId="3b5f7fad-e636-4c8e-833d-1467cd4f12a3" providerId="ADAL" clId="{2A663872-BA5B-4A08-84BE-EED75D43575C}" dt="2026-06-08T06:21:58.706" v="15170" actId="165"/>
          <ac:spMkLst>
            <pc:docMk/>
            <pc:sldMk cId="3431893051" sldId="278"/>
            <ac:spMk id="56" creationId="{08E3B50D-74C0-862D-5390-BCAC3C1749F4}"/>
          </ac:spMkLst>
        </pc:spChg>
        <pc:spChg chg="mod">
          <ac:chgData name="Takamichi Asai" userId="3b5f7fad-e636-4c8e-833d-1467cd4f12a3" providerId="ADAL" clId="{2A663872-BA5B-4A08-84BE-EED75D43575C}" dt="2026-06-08T06:21:58.706" v="15170" actId="165"/>
          <ac:spMkLst>
            <pc:docMk/>
            <pc:sldMk cId="3431893051" sldId="278"/>
            <ac:spMk id="58" creationId="{0F370D44-5099-06A1-44FB-E81C5E912E79}"/>
          </ac:spMkLst>
        </pc:spChg>
        <pc:spChg chg="mod">
          <ac:chgData name="Takamichi Asai" userId="3b5f7fad-e636-4c8e-833d-1467cd4f12a3" providerId="ADAL" clId="{2A663872-BA5B-4A08-84BE-EED75D43575C}" dt="2026-06-08T06:21:58.706" v="15170" actId="165"/>
          <ac:spMkLst>
            <pc:docMk/>
            <pc:sldMk cId="3431893051" sldId="278"/>
            <ac:spMk id="59" creationId="{BC5D7DB0-5EA7-A2F6-CF86-60B70C910BD4}"/>
          </ac:spMkLst>
        </pc:spChg>
        <pc:spChg chg="mod">
          <ac:chgData name="Takamichi Asai" userId="3b5f7fad-e636-4c8e-833d-1467cd4f12a3" providerId="ADAL" clId="{2A663872-BA5B-4A08-84BE-EED75D43575C}" dt="2026-06-08T05:23:27.011" v="14926" actId="404"/>
          <ac:spMkLst>
            <pc:docMk/>
            <pc:sldMk cId="3431893051" sldId="278"/>
            <ac:spMk id="71" creationId="{D1826B9E-5308-D958-000E-E58E9A994AFA}"/>
          </ac:spMkLst>
        </pc:spChg>
        <pc:spChg chg="mod">
          <ac:chgData name="Takamichi Asai" userId="3b5f7fad-e636-4c8e-833d-1467cd4f12a3" providerId="ADAL" clId="{2A663872-BA5B-4A08-84BE-EED75D43575C}" dt="2026-06-08T05:23:27.011" v="14926" actId="404"/>
          <ac:spMkLst>
            <pc:docMk/>
            <pc:sldMk cId="3431893051" sldId="278"/>
            <ac:spMk id="72" creationId="{45E47C9C-F0D6-997A-672F-16EFBD9E8AB9}"/>
          </ac:spMkLst>
        </pc:spChg>
        <pc:spChg chg="mod">
          <ac:chgData name="Takamichi Asai" userId="3b5f7fad-e636-4c8e-833d-1467cd4f12a3" providerId="ADAL" clId="{2A663872-BA5B-4A08-84BE-EED75D43575C}" dt="2026-06-08T05:23:27.011" v="14926" actId="404"/>
          <ac:spMkLst>
            <pc:docMk/>
            <pc:sldMk cId="3431893051" sldId="278"/>
            <ac:spMk id="73" creationId="{332E3B52-4720-1A75-4800-BA43DB27D660}"/>
          </ac:spMkLst>
        </pc:spChg>
        <pc:spChg chg="mod">
          <ac:chgData name="Takamichi Asai" userId="3b5f7fad-e636-4c8e-833d-1467cd4f12a3" providerId="ADAL" clId="{2A663872-BA5B-4A08-84BE-EED75D43575C}" dt="2026-06-08T05:23:27.011" v="14926" actId="404"/>
          <ac:spMkLst>
            <pc:docMk/>
            <pc:sldMk cId="3431893051" sldId="278"/>
            <ac:spMk id="75" creationId="{90C1DB10-3272-0608-D574-103FD78D2C76}"/>
          </ac:spMkLst>
        </pc:spChg>
        <pc:spChg chg="mod">
          <ac:chgData name="Takamichi Asai" userId="3b5f7fad-e636-4c8e-833d-1467cd4f12a3" providerId="ADAL" clId="{2A663872-BA5B-4A08-84BE-EED75D43575C}" dt="2026-06-08T05:23:27.011" v="14926" actId="404"/>
          <ac:spMkLst>
            <pc:docMk/>
            <pc:sldMk cId="3431893051" sldId="278"/>
            <ac:spMk id="76" creationId="{27EFCA2F-CDE4-4206-A661-13D4CD12FF05}"/>
          </ac:spMkLst>
        </pc:spChg>
        <pc:spChg chg="add del mod">
          <ac:chgData name="Takamichi Asai" userId="3b5f7fad-e636-4c8e-833d-1467cd4f12a3" providerId="ADAL" clId="{2A663872-BA5B-4A08-84BE-EED75D43575C}" dt="2026-06-08T05:53:41.577" v="15007" actId="21"/>
          <ac:spMkLst>
            <pc:docMk/>
            <pc:sldMk cId="3431893051" sldId="278"/>
            <ac:spMk id="77" creationId="{4B7F7CDC-8D37-D955-CA88-BD9D4CDD668C}"/>
          </ac:spMkLst>
        </pc:spChg>
        <pc:spChg chg="add mod">
          <ac:chgData name="Takamichi Asai" userId="3b5f7fad-e636-4c8e-833d-1467cd4f12a3" providerId="ADAL" clId="{2A663872-BA5B-4A08-84BE-EED75D43575C}" dt="2026-06-08T07:11:39.364" v="15386" actId="403"/>
          <ac:spMkLst>
            <pc:docMk/>
            <pc:sldMk cId="3431893051" sldId="278"/>
            <ac:spMk id="78" creationId="{C7671A65-1FB8-8F32-0A24-B76DE58119AE}"/>
          </ac:spMkLst>
        </pc:spChg>
        <pc:spChg chg="add del mod">
          <ac:chgData name="Takamichi Asai" userId="3b5f7fad-e636-4c8e-833d-1467cd4f12a3" providerId="ADAL" clId="{2A663872-BA5B-4A08-84BE-EED75D43575C}" dt="2026-06-08T05:55:36.003" v="15026" actId="478"/>
          <ac:spMkLst>
            <pc:docMk/>
            <pc:sldMk cId="3431893051" sldId="278"/>
            <ac:spMk id="80" creationId="{EE038956-1778-29E2-8906-CAB5CE7A1B56}"/>
          </ac:spMkLst>
        </pc:spChg>
        <pc:spChg chg="mod">
          <ac:chgData name="Takamichi Asai" userId="3b5f7fad-e636-4c8e-833d-1467cd4f12a3" providerId="ADAL" clId="{2A663872-BA5B-4A08-84BE-EED75D43575C}" dt="2026-06-08T05:51:08.519" v="14988" actId="404"/>
          <ac:spMkLst>
            <pc:docMk/>
            <pc:sldMk cId="3431893051" sldId="278"/>
            <ac:spMk id="82" creationId="{75A3E02A-970E-AF81-DFE7-965C50CD38CF}"/>
          </ac:spMkLst>
        </pc:spChg>
        <pc:spChg chg="mod">
          <ac:chgData name="Takamichi Asai" userId="3b5f7fad-e636-4c8e-833d-1467cd4f12a3" providerId="ADAL" clId="{2A663872-BA5B-4A08-84BE-EED75D43575C}" dt="2026-06-08T05:51:08.519" v="14988" actId="404"/>
          <ac:spMkLst>
            <pc:docMk/>
            <pc:sldMk cId="3431893051" sldId="278"/>
            <ac:spMk id="83" creationId="{51993BF2-FB97-A241-6D16-D18FB3F88874}"/>
          </ac:spMkLst>
        </pc:spChg>
        <pc:spChg chg="mod">
          <ac:chgData name="Takamichi Asai" userId="3b5f7fad-e636-4c8e-833d-1467cd4f12a3" providerId="ADAL" clId="{2A663872-BA5B-4A08-84BE-EED75D43575C}" dt="2026-06-08T05:51:08.519" v="14988" actId="404"/>
          <ac:spMkLst>
            <pc:docMk/>
            <pc:sldMk cId="3431893051" sldId="278"/>
            <ac:spMk id="85" creationId="{6F49EF3B-5BBB-489C-F7D4-56C548EAAD70}"/>
          </ac:spMkLst>
        </pc:spChg>
        <pc:spChg chg="mod">
          <ac:chgData name="Takamichi Asai" userId="3b5f7fad-e636-4c8e-833d-1467cd4f12a3" providerId="ADAL" clId="{2A663872-BA5B-4A08-84BE-EED75D43575C}" dt="2026-06-08T05:51:08.519" v="14988" actId="404"/>
          <ac:spMkLst>
            <pc:docMk/>
            <pc:sldMk cId="3431893051" sldId="278"/>
            <ac:spMk id="86" creationId="{9933D54D-410E-E848-9CCD-1F87A1A27D93}"/>
          </ac:spMkLst>
        </pc:spChg>
        <pc:spChg chg="mod topLvl">
          <ac:chgData name="Takamichi Asai" userId="3b5f7fad-e636-4c8e-833d-1467cd4f12a3" providerId="ADAL" clId="{2A663872-BA5B-4A08-84BE-EED75D43575C}" dt="2026-06-08T05:52:46.279" v="15001" actId="207"/>
          <ac:spMkLst>
            <pc:docMk/>
            <pc:sldMk cId="3431893051" sldId="278"/>
            <ac:spMk id="88" creationId="{F65BAE92-DABA-29DD-0DF7-5A2E449FC078}"/>
          </ac:spMkLst>
        </pc:spChg>
        <pc:spChg chg="mod topLvl">
          <ac:chgData name="Takamichi Asai" userId="3b5f7fad-e636-4c8e-833d-1467cd4f12a3" providerId="ADAL" clId="{2A663872-BA5B-4A08-84BE-EED75D43575C}" dt="2026-06-08T05:52:27.189" v="14998" actId="165"/>
          <ac:spMkLst>
            <pc:docMk/>
            <pc:sldMk cId="3431893051" sldId="278"/>
            <ac:spMk id="89" creationId="{CB1A1A67-25D4-BDE3-7B4F-AA5B2C405CFF}"/>
          </ac:spMkLst>
        </pc:spChg>
        <pc:spChg chg="mod topLvl">
          <ac:chgData name="Takamichi Asai" userId="3b5f7fad-e636-4c8e-833d-1467cd4f12a3" providerId="ADAL" clId="{2A663872-BA5B-4A08-84BE-EED75D43575C}" dt="2026-06-08T05:52:46.279" v="15001" actId="207"/>
          <ac:spMkLst>
            <pc:docMk/>
            <pc:sldMk cId="3431893051" sldId="278"/>
            <ac:spMk id="91" creationId="{6F6C87D7-42EB-656E-778B-555126B76A14}"/>
          </ac:spMkLst>
        </pc:spChg>
        <pc:spChg chg="mod topLvl">
          <ac:chgData name="Takamichi Asai" userId="3b5f7fad-e636-4c8e-833d-1467cd4f12a3" providerId="ADAL" clId="{2A663872-BA5B-4A08-84BE-EED75D43575C}" dt="2026-06-08T05:52:27.189" v="14998" actId="165"/>
          <ac:spMkLst>
            <pc:docMk/>
            <pc:sldMk cId="3431893051" sldId="278"/>
            <ac:spMk id="92" creationId="{97BEA637-D58F-406B-2132-E4506E1CBC44}"/>
          </ac:spMkLst>
        </pc:spChg>
        <pc:spChg chg="mod topLvl">
          <ac:chgData name="Takamichi Asai" userId="3b5f7fad-e636-4c8e-833d-1467cd4f12a3" providerId="ADAL" clId="{2A663872-BA5B-4A08-84BE-EED75D43575C}" dt="2026-06-08T05:52:46.279" v="15001" actId="207"/>
          <ac:spMkLst>
            <pc:docMk/>
            <pc:sldMk cId="3431893051" sldId="278"/>
            <ac:spMk id="94" creationId="{054A3DB0-959F-B606-8091-B17E28269997}"/>
          </ac:spMkLst>
        </pc:spChg>
        <pc:spChg chg="mod topLvl">
          <ac:chgData name="Takamichi Asai" userId="3b5f7fad-e636-4c8e-833d-1467cd4f12a3" providerId="ADAL" clId="{2A663872-BA5B-4A08-84BE-EED75D43575C}" dt="2026-06-08T05:52:35.296" v="15000" actId="207"/>
          <ac:spMkLst>
            <pc:docMk/>
            <pc:sldMk cId="3431893051" sldId="278"/>
            <ac:spMk id="95" creationId="{1DF83434-BEB0-AB85-E9F3-1514713F6AEB}"/>
          </ac:spMkLst>
        </pc:spChg>
        <pc:spChg chg="add mod">
          <ac:chgData name="Takamichi Asai" userId="3b5f7fad-e636-4c8e-833d-1467cd4f12a3" providerId="ADAL" clId="{2A663872-BA5B-4A08-84BE-EED75D43575C}" dt="2026-06-08T07:10:45.162" v="15381" actId="14100"/>
          <ac:spMkLst>
            <pc:docMk/>
            <pc:sldMk cId="3431893051" sldId="278"/>
            <ac:spMk id="96" creationId="{83641D77-0B81-B38E-572D-E955769CEB76}"/>
          </ac:spMkLst>
        </pc:spChg>
        <pc:spChg chg="add del mod">
          <ac:chgData name="Takamichi Asai" userId="3b5f7fad-e636-4c8e-833d-1467cd4f12a3" providerId="ADAL" clId="{2A663872-BA5B-4A08-84BE-EED75D43575C}" dt="2026-06-08T05:54:34.581" v="15015" actId="478"/>
          <ac:spMkLst>
            <pc:docMk/>
            <pc:sldMk cId="3431893051" sldId="278"/>
            <ac:spMk id="97" creationId="{4B7F7CDC-8D37-D955-CA88-BD9D4CDD668C}"/>
          </ac:spMkLst>
        </pc:spChg>
        <pc:grpChg chg="add del mod">
          <ac:chgData name="Takamichi Asai" userId="3b5f7fad-e636-4c8e-833d-1467cd4f12a3" providerId="ADAL" clId="{2A663872-BA5B-4A08-84BE-EED75D43575C}" dt="2026-06-08T13:47:37.249" v="15435" actId="165"/>
          <ac:grpSpMkLst>
            <pc:docMk/>
            <pc:sldMk cId="3431893051" sldId="278"/>
            <ac:grpSpMk id="10" creationId="{F23033FE-9C8B-1025-AF15-D02BEF289C40}"/>
          </ac:grpSpMkLst>
        </pc:grpChg>
        <pc:grpChg chg="add mod">
          <ac:chgData name="Takamichi Asai" userId="3b5f7fad-e636-4c8e-833d-1467cd4f12a3" providerId="ADAL" clId="{2A663872-BA5B-4A08-84BE-EED75D43575C}" dt="2026-06-08T01:58:25.828" v="14164" actId="164"/>
          <ac:grpSpMkLst>
            <pc:docMk/>
            <pc:sldMk cId="3431893051" sldId="278"/>
            <ac:grpSpMk id="11" creationId="{D519C53A-B49D-1526-6E69-FA6ABAB12B67}"/>
          </ac:grpSpMkLst>
        </pc:grpChg>
        <pc:grpChg chg="add del mod">
          <ac:chgData name="Takamichi Asai" userId="3b5f7fad-e636-4c8e-833d-1467cd4f12a3" providerId="ADAL" clId="{2A663872-BA5B-4A08-84BE-EED75D43575C}" dt="2026-06-08T05:24:09.205" v="14934" actId="165"/>
          <ac:grpSpMkLst>
            <pc:docMk/>
            <pc:sldMk cId="3431893051" sldId="278"/>
            <ac:grpSpMk id="22" creationId="{304E11F3-A260-34F1-6238-86AE8910FAC5}"/>
          </ac:grpSpMkLst>
        </pc:grpChg>
        <pc:grpChg chg="add del mod">
          <ac:chgData name="Takamichi Asai" userId="3b5f7fad-e636-4c8e-833d-1467cd4f12a3" providerId="ADAL" clId="{2A663872-BA5B-4A08-84BE-EED75D43575C}" dt="2026-06-08T05:20:47.766" v="14908" actId="21"/>
          <ac:grpSpMkLst>
            <pc:docMk/>
            <pc:sldMk cId="3431893051" sldId="278"/>
            <ac:grpSpMk id="23" creationId="{33EF0459-4712-6C91-9385-E4C8F89F16F5}"/>
          </ac:grpSpMkLst>
        </pc:grpChg>
        <pc:grpChg chg="add del mod">
          <ac:chgData name="Takamichi Asai" userId="3b5f7fad-e636-4c8e-833d-1467cd4f12a3" providerId="ADAL" clId="{2A663872-BA5B-4A08-84BE-EED75D43575C}" dt="2026-06-08T05:06:58.877" v="14783" actId="165"/>
          <ac:grpSpMkLst>
            <pc:docMk/>
            <pc:sldMk cId="3431893051" sldId="278"/>
            <ac:grpSpMk id="43" creationId="{FD0EB261-99C9-126B-EC1B-3FDAFCB9D58B}"/>
          </ac:grpSpMkLst>
        </pc:grpChg>
        <pc:grpChg chg="add del mod">
          <ac:chgData name="Takamichi Asai" userId="3b5f7fad-e636-4c8e-833d-1467cd4f12a3" providerId="ADAL" clId="{2A663872-BA5B-4A08-84BE-EED75D43575C}" dt="2026-06-08T05:07:01.476" v="14784" actId="165"/>
          <ac:grpSpMkLst>
            <pc:docMk/>
            <pc:sldMk cId="3431893051" sldId="278"/>
            <ac:grpSpMk id="44" creationId="{2F84B535-428E-B69D-AFCB-A3ECE4CD64F9}"/>
          </ac:grpSpMkLst>
        </pc:grpChg>
        <pc:grpChg chg="add del mod">
          <ac:chgData name="Takamichi Asai" userId="3b5f7fad-e636-4c8e-833d-1467cd4f12a3" providerId="ADAL" clId="{2A663872-BA5B-4A08-84BE-EED75D43575C}" dt="2026-06-08T05:07:04.592" v="14785" actId="165"/>
          <ac:grpSpMkLst>
            <pc:docMk/>
            <pc:sldMk cId="3431893051" sldId="278"/>
            <ac:grpSpMk id="45" creationId="{5F428B4E-14F6-C0BF-9F15-6679AF2326A1}"/>
          </ac:grpSpMkLst>
        </pc:grpChg>
        <pc:grpChg chg="add del mod">
          <ac:chgData name="Takamichi Asai" userId="3b5f7fad-e636-4c8e-833d-1467cd4f12a3" providerId="ADAL" clId="{2A663872-BA5B-4A08-84BE-EED75D43575C}" dt="2026-06-08T05:07:07.994" v="14786" actId="165"/>
          <ac:grpSpMkLst>
            <pc:docMk/>
            <pc:sldMk cId="3431893051" sldId="278"/>
            <ac:grpSpMk id="46" creationId="{3A22BBF2-A459-F56B-34B8-66AF3D73762B}"/>
          </ac:grpSpMkLst>
        </pc:grpChg>
        <pc:grpChg chg="add mod">
          <ac:chgData name="Takamichi Asai" userId="3b5f7fad-e636-4c8e-833d-1467cd4f12a3" providerId="ADAL" clId="{2A663872-BA5B-4A08-84BE-EED75D43575C}" dt="2026-06-08T06:22:06.735" v="15171" actId="1076"/>
          <ac:grpSpMkLst>
            <pc:docMk/>
            <pc:sldMk cId="3431893051" sldId="278"/>
            <ac:grpSpMk id="50" creationId="{A47C62D8-EBEB-7113-9563-D4CFB23B441F}"/>
          </ac:grpSpMkLst>
        </pc:grpChg>
        <pc:grpChg chg="add mod">
          <ac:chgData name="Takamichi Asai" userId="3b5f7fad-e636-4c8e-833d-1467cd4f12a3" providerId="ADAL" clId="{2A663872-BA5B-4A08-84BE-EED75D43575C}" dt="2026-06-08T06:22:06.735" v="15171" actId="1076"/>
          <ac:grpSpMkLst>
            <pc:docMk/>
            <pc:sldMk cId="3431893051" sldId="278"/>
            <ac:grpSpMk id="51" creationId="{D9D94997-0408-649E-90A8-D70576E3A547}"/>
          </ac:grpSpMkLst>
        </pc:grpChg>
        <pc:grpChg chg="add mod">
          <ac:chgData name="Takamichi Asai" userId="3b5f7fad-e636-4c8e-833d-1467cd4f12a3" providerId="ADAL" clId="{2A663872-BA5B-4A08-84BE-EED75D43575C}" dt="2026-06-08T06:22:06.735" v="15171" actId="1076"/>
          <ac:grpSpMkLst>
            <pc:docMk/>
            <pc:sldMk cId="3431893051" sldId="278"/>
            <ac:grpSpMk id="54" creationId="{976FEB7D-7451-3AD6-9151-DAF1F871DC67}"/>
          </ac:grpSpMkLst>
        </pc:grpChg>
        <pc:grpChg chg="add mod">
          <ac:chgData name="Takamichi Asai" userId="3b5f7fad-e636-4c8e-833d-1467cd4f12a3" providerId="ADAL" clId="{2A663872-BA5B-4A08-84BE-EED75D43575C}" dt="2026-06-08T06:22:06.735" v="15171" actId="1076"/>
          <ac:grpSpMkLst>
            <pc:docMk/>
            <pc:sldMk cId="3431893051" sldId="278"/>
            <ac:grpSpMk id="57" creationId="{B5B17463-2D2A-45AD-0D27-5E08829DA68E}"/>
          </ac:grpSpMkLst>
        </pc:grpChg>
        <pc:grpChg chg="add mod">
          <ac:chgData name="Takamichi Asai" userId="3b5f7fad-e636-4c8e-833d-1467cd4f12a3" providerId="ADAL" clId="{2A663872-BA5B-4A08-84BE-EED75D43575C}" dt="2026-06-08T05:53:46.268" v="15008" actId="1076"/>
          <ac:grpSpMkLst>
            <pc:docMk/>
            <pc:sldMk cId="3431893051" sldId="278"/>
            <ac:grpSpMk id="69" creationId="{33EF0459-4712-6C91-9385-E4C8F89F16F5}"/>
          </ac:grpSpMkLst>
        </pc:grpChg>
        <pc:grpChg chg="mod">
          <ac:chgData name="Takamichi Asai" userId="3b5f7fad-e636-4c8e-833d-1467cd4f12a3" providerId="ADAL" clId="{2A663872-BA5B-4A08-84BE-EED75D43575C}" dt="2026-06-08T05:23:08.436" v="14923"/>
          <ac:grpSpMkLst>
            <pc:docMk/>
            <pc:sldMk cId="3431893051" sldId="278"/>
            <ac:grpSpMk id="74" creationId="{D519C53A-B49D-1526-6E69-FA6ABAB12B67}"/>
          </ac:grpSpMkLst>
        </pc:grpChg>
        <pc:grpChg chg="add mod">
          <ac:chgData name="Takamichi Asai" userId="3b5f7fad-e636-4c8e-833d-1467cd4f12a3" providerId="ADAL" clId="{2A663872-BA5B-4A08-84BE-EED75D43575C}" dt="2026-06-08T07:11:19.545" v="15384" actId="1076"/>
          <ac:grpSpMkLst>
            <pc:docMk/>
            <pc:sldMk cId="3431893051" sldId="278"/>
            <ac:grpSpMk id="81" creationId="{117CDD9D-D1CB-F522-2C87-39775C82333F}"/>
          </ac:grpSpMkLst>
        </pc:grpChg>
        <pc:grpChg chg="add mod">
          <ac:chgData name="Takamichi Asai" userId="3b5f7fad-e636-4c8e-833d-1467cd4f12a3" providerId="ADAL" clId="{2A663872-BA5B-4A08-84BE-EED75D43575C}" dt="2026-06-08T07:11:19.545" v="15384" actId="1076"/>
          <ac:grpSpMkLst>
            <pc:docMk/>
            <pc:sldMk cId="3431893051" sldId="278"/>
            <ac:grpSpMk id="84" creationId="{D48A6676-6F65-E317-6494-B98E6DD97A4A}"/>
          </ac:grpSpMkLst>
        </pc:grpChg>
        <pc:grpChg chg="add del mod">
          <ac:chgData name="Takamichi Asai" userId="3b5f7fad-e636-4c8e-833d-1467cd4f12a3" providerId="ADAL" clId="{2A663872-BA5B-4A08-84BE-EED75D43575C}" dt="2026-06-08T05:52:27.189" v="14998" actId="165"/>
          <ac:grpSpMkLst>
            <pc:docMk/>
            <pc:sldMk cId="3431893051" sldId="278"/>
            <ac:grpSpMk id="87" creationId="{6329484C-182F-8CD8-4503-ECE258410ED9}"/>
          </ac:grpSpMkLst>
        </pc:grpChg>
        <pc:grpChg chg="add del mod">
          <ac:chgData name="Takamichi Asai" userId="3b5f7fad-e636-4c8e-833d-1467cd4f12a3" providerId="ADAL" clId="{2A663872-BA5B-4A08-84BE-EED75D43575C}" dt="2026-06-08T05:52:27.189" v="14998" actId="165"/>
          <ac:grpSpMkLst>
            <pc:docMk/>
            <pc:sldMk cId="3431893051" sldId="278"/>
            <ac:grpSpMk id="90" creationId="{56B2B18E-5ACD-C7F9-BE94-6C025C2865A5}"/>
          </ac:grpSpMkLst>
        </pc:grpChg>
        <pc:grpChg chg="add del mod">
          <ac:chgData name="Takamichi Asai" userId="3b5f7fad-e636-4c8e-833d-1467cd4f12a3" providerId="ADAL" clId="{2A663872-BA5B-4A08-84BE-EED75D43575C}" dt="2026-06-08T05:52:27.189" v="14998" actId="165"/>
          <ac:grpSpMkLst>
            <pc:docMk/>
            <pc:sldMk cId="3431893051" sldId="278"/>
            <ac:grpSpMk id="93" creationId="{D84AD018-F92E-7AD6-1BB3-71DD65FA68F0}"/>
          </ac:grpSpMkLst>
        </pc:grpChg>
        <pc:grpChg chg="add mod">
          <ac:chgData name="Takamichi Asai" userId="3b5f7fad-e636-4c8e-833d-1467cd4f12a3" providerId="ADAL" clId="{2A663872-BA5B-4A08-84BE-EED75D43575C}" dt="2026-06-08T06:02:03.799" v="15059" actId="552"/>
          <ac:grpSpMkLst>
            <pc:docMk/>
            <pc:sldMk cId="3431893051" sldId="278"/>
            <ac:grpSpMk id="116" creationId="{A3AC80C5-2970-5BF1-8596-0EAD99D50D29}"/>
          </ac:grpSpMkLst>
        </pc:grpChg>
        <pc:grpChg chg="add mod">
          <ac:chgData name="Takamichi Asai" userId="3b5f7fad-e636-4c8e-833d-1467cd4f12a3" providerId="ADAL" clId="{2A663872-BA5B-4A08-84BE-EED75D43575C}" dt="2026-06-08T06:02:03.799" v="15059" actId="552"/>
          <ac:grpSpMkLst>
            <pc:docMk/>
            <pc:sldMk cId="3431893051" sldId="278"/>
            <ac:grpSpMk id="117" creationId="{565534C7-3FB0-D7C0-60B7-25755F6159E9}"/>
          </ac:grpSpMkLst>
        </pc:grpChg>
        <pc:grpChg chg="add mod">
          <ac:chgData name="Takamichi Asai" userId="3b5f7fad-e636-4c8e-833d-1467cd4f12a3" providerId="ADAL" clId="{2A663872-BA5B-4A08-84BE-EED75D43575C}" dt="2026-06-08T06:02:03.799" v="15059" actId="552"/>
          <ac:grpSpMkLst>
            <pc:docMk/>
            <pc:sldMk cId="3431893051" sldId="278"/>
            <ac:grpSpMk id="118" creationId="{E2971B90-D02B-A61A-B14C-D15AE41278C4}"/>
          </ac:grpSpMkLst>
        </pc:grpChg>
        <pc:grpChg chg="add mod">
          <ac:chgData name="Takamichi Asai" userId="3b5f7fad-e636-4c8e-833d-1467cd4f12a3" providerId="ADAL" clId="{2A663872-BA5B-4A08-84BE-EED75D43575C}" dt="2026-06-08T06:02:03.799" v="15059" actId="552"/>
          <ac:grpSpMkLst>
            <pc:docMk/>
            <pc:sldMk cId="3431893051" sldId="278"/>
            <ac:grpSpMk id="119" creationId="{D7AF0E5D-992F-050A-C501-0DA65316510B}"/>
          </ac:grpSpMkLst>
        </pc:grpChg>
        <pc:picChg chg="add mod">
          <ac:chgData name="Takamichi Asai" userId="3b5f7fad-e636-4c8e-833d-1467cd4f12a3" providerId="ADAL" clId="{2A663872-BA5B-4A08-84BE-EED75D43575C}" dt="2026-06-08T01:58:25.828" v="14164" actId="164"/>
          <ac:picMkLst>
            <pc:docMk/>
            <pc:sldMk cId="3431893051" sldId="278"/>
            <ac:picMk id="5" creationId="{69BA6F68-8E92-478B-6BFE-367971D751A9}"/>
          </ac:picMkLst>
        </pc:picChg>
        <pc:picChg chg="add mod topLvl">
          <ac:chgData name="Takamichi Asai" userId="3b5f7fad-e636-4c8e-833d-1467cd4f12a3" providerId="ADAL" clId="{2A663872-BA5B-4A08-84BE-EED75D43575C}" dt="2026-06-08T07:11:19.545" v="15384" actId="1076"/>
          <ac:picMkLst>
            <pc:docMk/>
            <pc:sldMk cId="3431893051" sldId="278"/>
            <ac:picMk id="13" creationId="{D04FE74D-59CF-5155-C827-F435F7DA3012}"/>
          </ac:picMkLst>
        </pc:picChg>
        <pc:picChg chg="add mod topLvl">
          <ac:chgData name="Takamichi Asai" userId="3b5f7fad-e636-4c8e-833d-1467cd4f12a3" providerId="ADAL" clId="{2A663872-BA5B-4A08-84BE-EED75D43575C}" dt="2026-06-08T07:11:19.545" v="15384" actId="1076"/>
          <ac:picMkLst>
            <pc:docMk/>
            <pc:sldMk cId="3431893051" sldId="278"/>
            <ac:picMk id="14" creationId="{5FFFBE66-DECC-1216-3FA0-063A45C8FFA5}"/>
          </ac:picMkLst>
        </pc:picChg>
        <pc:picChg chg="add del mod topLvl">
          <ac:chgData name="Takamichi Asai" userId="3b5f7fad-e636-4c8e-833d-1467cd4f12a3" providerId="ADAL" clId="{2A663872-BA5B-4A08-84BE-EED75D43575C}" dt="2026-06-08T13:48:39.928" v="15442" actId="1076"/>
          <ac:picMkLst>
            <pc:docMk/>
            <pc:sldMk cId="3431893051" sldId="278"/>
            <ac:picMk id="20" creationId="{CBEF6EE1-66A7-1B5F-9DAA-6CCDAD2CD775}"/>
          </ac:picMkLst>
        </pc:picChg>
        <pc:picChg chg="add del mod">
          <ac:chgData name="Takamichi Asai" userId="3b5f7fad-e636-4c8e-833d-1467cd4f12a3" providerId="ADAL" clId="{2A663872-BA5B-4A08-84BE-EED75D43575C}" dt="2026-06-08T02:05:15.424" v="14276" actId="1076"/>
          <ac:picMkLst>
            <pc:docMk/>
            <pc:sldMk cId="3431893051" sldId="278"/>
            <ac:picMk id="26" creationId="{678819B5-02A3-BE78-0B19-DF37AF9D1367}"/>
          </ac:picMkLst>
        </pc:picChg>
        <pc:picChg chg="add mod">
          <ac:chgData name="Takamichi Asai" userId="3b5f7fad-e636-4c8e-833d-1467cd4f12a3" providerId="ADAL" clId="{2A663872-BA5B-4A08-84BE-EED75D43575C}" dt="2026-06-08T02:05:09.422" v="14273" actId="1076"/>
          <ac:picMkLst>
            <pc:docMk/>
            <pc:sldMk cId="3431893051" sldId="278"/>
            <ac:picMk id="28" creationId="{CBEF6EE1-66A7-1B5F-9DAA-6CCDAD2CD775}"/>
          </ac:picMkLst>
        </pc:picChg>
        <pc:picChg chg="add mod topLvl">
          <ac:chgData name="Takamichi Asai" userId="3b5f7fad-e636-4c8e-833d-1467cd4f12a3" providerId="ADAL" clId="{2A663872-BA5B-4A08-84BE-EED75D43575C}" dt="2026-06-08T13:48:47.149" v="15443" actId="1076"/>
          <ac:picMkLst>
            <pc:docMk/>
            <pc:sldMk cId="3431893051" sldId="278"/>
            <ac:picMk id="33" creationId="{0F30935E-2593-E7FA-EC33-DBC6830BA055}"/>
          </ac:picMkLst>
        </pc:picChg>
        <pc:picChg chg="add mod topLvl">
          <ac:chgData name="Takamichi Asai" userId="3b5f7fad-e636-4c8e-833d-1467cd4f12a3" providerId="ADAL" clId="{2A663872-BA5B-4A08-84BE-EED75D43575C}" dt="2026-06-08T13:48:47.149" v="15443" actId="1076"/>
          <ac:picMkLst>
            <pc:docMk/>
            <pc:sldMk cId="3431893051" sldId="278"/>
            <ac:picMk id="36" creationId="{96F2C03B-2F46-091F-B68E-44F2073C2B81}"/>
          </ac:picMkLst>
        </pc:picChg>
        <pc:picChg chg="add mod topLvl">
          <ac:chgData name="Takamichi Asai" userId="3b5f7fad-e636-4c8e-833d-1467cd4f12a3" providerId="ADAL" clId="{2A663872-BA5B-4A08-84BE-EED75D43575C}" dt="2026-06-08T13:48:47.149" v="15443" actId="1076"/>
          <ac:picMkLst>
            <pc:docMk/>
            <pc:sldMk cId="3431893051" sldId="278"/>
            <ac:picMk id="38" creationId="{C860EEF5-C98A-E801-52B5-8228847C1108}"/>
          </ac:picMkLst>
        </pc:picChg>
        <pc:picChg chg="add mod topLvl">
          <ac:chgData name="Takamichi Asai" userId="3b5f7fad-e636-4c8e-833d-1467cd4f12a3" providerId="ADAL" clId="{2A663872-BA5B-4A08-84BE-EED75D43575C}" dt="2026-06-08T13:48:47.149" v="15443" actId="1076"/>
          <ac:picMkLst>
            <pc:docMk/>
            <pc:sldMk cId="3431893051" sldId="278"/>
            <ac:picMk id="39" creationId="{1E14A8AE-6AD2-82AA-47BF-9B3E93A59C46}"/>
          </ac:picMkLst>
        </pc:picChg>
        <pc:picChg chg="add mod">
          <ac:chgData name="Takamichi Asai" userId="3b5f7fad-e636-4c8e-833d-1467cd4f12a3" providerId="ADAL" clId="{2A663872-BA5B-4A08-84BE-EED75D43575C}" dt="2026-06-08T07:11:19.545" v="15384" actId="1076"/>
          <ac:picMkLst>
            <pc:docMk/>
            <pc:sldMk cId="3431893051" sldId="278"/>
            <ac:picMk id="63" creationId="{904F92B6-535D-30F3-C96E-7750470680B3}"/>
          </ac:picMkLst>
        </pc:picChg>
        <pc:picChg chg="add del mod">
          <ac:chgData name="Takamichi Asai" userId="3b5f7fad-e636-4c8e-833d-1467cd4f12a3" providerId="ADAL" clId="{2A663872-BA5B-4A08-84BE-EED75D43575C}" dt="2026-06-08T05:23:55.424" v="14931" actId="21"/>
          <ac:picMkLst>
            <pc:docMk/>
            <pc:sldMk cId="3431893051" sldId="278"/>
            <ac:picMk id="65" creationId="{36FD5535-FDD8-B733-6174-C4B3BBB3CAD5}"/>
          </ac:picMkLst>
        </pc:picChg>
        <pc:picChg chg="add del mod">
          <ac:chgData name="Takamichi Asai" userId="3b5f7fad-e636-4c8e-833d-1467cd4f12a3" providerId="ADAL" clId="{2A663872-BA5B-4A08-84BE-EED75D43575C}" dt="2026-06-08T05:16:39.303" v="14874" actId="22"/>
          <ac:picMkLst>
            <pc:docMk/>
            <pc:sldMk cId="3431893051" sldId="278"/>
            <ac:picMk id="67" creationId="{DD802AE8-4F09-B6DA-29FC-4C3320C1EE78}"/>
          </ac:picMkLst>
        </pc:picChg>
        <pc:picChg chg="mod">
          <ac:chgData name="Takamichi Asai" userId="3b5f7fad-e636-4c8e-833d-1467cd4f12a3" providerId="ADAL" clId="{2A663872-BA5B-4A08-84BE-EED75D43575C}" dt="2026-06-08T05:23:08.436" v="14923"/>
          <ac:picMkLst>
            <pc:docMk/>
            <pc:sldMk cId="3431893051" sldId="278"/>
            <ac:picMk id="70" creationId="{69BA6F68-8E92-478B-6BFE-367971D751A9}"/>
          </ac:picMkLst>
        </pc:picChg>
        <pc:picChg chg="add mod">
          <ac:chgData name="Takamichi Asai" userId="3b5f7fad-e636-4c8e-833d-1467cd4f12a3" providerId="ADAL" clId="{2A663872-BA5B-4A08-84BE-EED75D43575C}" dt="2026-06-08T05:38:08.430" v="14973" actId="1076"/>
          <ac:picMkLst>
            <pc:docMk/>
            <pc:sldMk cId="3431893051" sldId="278"/>
            <ac:picMk id="79" creationId="{36FD5535-FDD8-B733-6174-C4B3BBB3CAD5}"/>
          </ac:picMkLst>
        </pc:picChg>
        <pc:cxnChg chg="add mod">
          <ac:chgData name="Takamichi Asai" userId="3b5f7fad-e636-4c8e-833d-1467cd4f12a3" providerId="ADAL" clId="{2A663872-BA5B-4A08-84BE-EED75D43575C}" dt="2026-06-08T05:21:07.328" v="14910" actId="14100"/>
          <ac:cxnSpMkLst>
            <pc:docMk/>
            <pc:sldMk cId="3431893051" sldId="278"/>
            <ac:cxnSpMk id="3" creationId="{DAD11C17-48D4-F720-CEC5-B97D61CE67EA}"/>
          </ac:cxnSpMkLst>
        </pc:cxnChg>
        <pc:cxnChg chg="add mod topLvl">
          <ac:chgData name="Takamichi Asai" userId="3b5f7fad-e636-4c8e-833d-1467cd4f12a3" providerId="ADAL" clId="{2A663872-BA5B-4A08-84BE-EED75D43575C}" dt="2026-06-08T13:47:56.430" v="15439" actId="1076"/>
          <ac:cxnSpMkLst>
            <pc:docMk/>
            <pc:sldMk cId="3431893051" sldId="278"/>
            <ac:cxnSpMk id="5" creationId="{381EB839-3187-09B8-E4E5-849BC6574724}"/>
          </ac:cxnSpMkLst>
        </pc:cxnChg>
        <pc:cxnChg chg="add mod topLvl">
          <ac:chgData name="Takamichi Asai" userId="3b5f7fad-e636-4c8e-833d-1467cd4f12a3" providerId="ADAL" clId="{2A663872-BA5B-4A08-84BE-EED75D43575C}" dt="2026-06-08T13:47:42.025" v="15436" actId="14100"/>
          <ac:cxnSpMkLst>
            <pc:docMk/>
            <pc:sldMk cId="3431893051" sldId="278"/>
            <ac:cxnSpMk id="7" creationId="{0294E52B-DC70-47A4-016F-DAD90774ED49}"/>
          </ac:cxnSpMkLst>
        </pc:cxnChg>
        <pc:cxnChg chg="add mod">
          <ac:chgData name="Takamichi Asai" userId="3b5f7fad-e636-4c8e-833d-1467cd4f12a3" providerId="ADAL" clId="{2A663872-BA5B-4A08-84BE-EED75D43575C}" dt="2026-06-08T06:54:31.974" v="15299" actId="1076"/>
          <ac:cxnSpMkLst>
            <pc:docMk/>
            <pc:sldMk cId="3431893051" sldId="278"/>
            <ac:cxnSpMk id="31" creationId="{1E898D17-4A65-A56C-1E97-2482545AC222}"/>
          </ac:cxnSpMkLst>
        </pc:cxnChg>
        <pc:cxnChg chg="add mod">
          <ac:chgData name="Takamichi Asai" userId="3b5f7fad-e636-4c8e-833d-1467cd4f12a3" providerId="ADAL" clId="{2A663872-BA5B-4A08-84BE-EED75D43575C}" dt="2026-06-08T07:11:19.545" v="15384" actId="1076"/>
          <ac:cxnSpMkLst>
            <pc:docMk/>
            <pc:sldMk cId="3431893051" sldId="278"/>
            <ac:cxnSpMk id="99" creationId="{D4189A31-A94E-BEE5-A6CB-3AB9D8897A46}"/>
          </ac:cxnSpMkLst>
        </pc:cxnChg>
        <pc:cxnChg chg="add mod">
          <ac:chgData name="Takamichi Asai" userId="3b5f7fad-e636-4c8e-833d-1467cd4f12a3" providerId="ADAL" clId="{2A663872-BA5B-4A08-84BE-EED75D43575C}" dt="2026-06-08T07:11:56.158" v="15401" actId="1036"/>
          <ac:cxnSpMkLst>
            <pc:docMk/>
            <pc:sldMk cId="3431893051" sldId="278"/>
            <ac:cxnSpMk id="100" creationId="{6710F753-51EE-9D0E-8C60-9FB2DBAF327D}"/>
          </ac:cxnSpMkLst>
        </pc:cxnChg>
        <pc:cxnChg chg="add mod">
          <ac:chgData name="Takamichi Asai" userId="3b5f7fad-e636-4c8e-833d-1467cd4f12a3" providerId="ADAL" clId="{2A663872-BA5B-4A08-84BE-EED75D43575C}" dt="2026-06-08T07:11:56.158" v="15401" actId="1036"/>
          <ac:cxnSpMkLst>
            <pc:docMk/>
            <pc:sldMk cId="3431893051" sldId="278"/>
            <ac:cxnSpMk id="103" creationId="{B545C3D5-A8DC-6216-2381-CB8335904700}"/>
          </ac:cxnSpMkLst>
        </pc:cxnChg>
        <pc:cxnChg chg="add del mod">
          <ac:chgData name="Takamichi Asai" userId="3b5f7fad-e636-4c8e-833d-1467cd4f12a3" providerId="ADAL" clId="{2A663872-BA5B-4A08-84BE-EED75D43575C}" dt="2026-06-08T06:05:21.938" v="15063" actId="478"/>
          <ac:cxnSpMkLst>
            <pc:docMk/>
            <pc:sldMk cId="3431893051" sldId="278"/>
            <ac:cxnSpMk id="106" creationId="{6DE7C936-C6FF-39BE-9679-14CC22F6F3D0}"/>
          </ac:cxnSpMkLst>
        </pc:cxnChg>
        <pc:cxnChg chg="add del mod">
          <ac:chgData name="Takamichi Asai" userId="3b5f7fad-e636-4c8e-833d-1467cd4f12a3" providerId="ADAL" clId="{2A663872-BA5B-4A08-84BE-EED75D43575C}" dt="2026-06-08T06:05:21.938" v="15063" actId="478"/>
          <ac:cxnSpMkLst>
            <pc:docMk/>
            <pc:sldMk cId="3431893051" sldId="278"/>
            <ac:cxnSpMk id="110" creationId="{B8AAE73A-E106-7B2A-1237-C1151567CE86}"/>
          </ac:cxnSpMkLst>
        </pc:cxnChg>
        <pc:cxnChg chg="add mod">
          <ac:chgData name="Takamichi Asai" userId="3b5f7fad-e636-4c8e-833d-1467cd4f12a3" providerId="ADAL" clId="{2A663872-BA5B-4A08-84BE-EED75D43575C}" dt="2026-06-08T06:22:06.735" v="15171" actId="1076"/>
          <ac:cxnSpMkLst>
            <pc:docMk/>
            <pc:sldMk cId="3431893051" sldId="278"/>
            <ac:cxnSpMk id="120" creationId="{BF62CF0B-89AD-1AC8-BC0C-EC556A11DD4D}"/>
          </ac:cxnSpMkLst>
        </pc:cxnChg>
        <pc:cxnChg chg="add mod">
          <ac:chgData name="Takamichi Asai" userId="3b5f7fad-e636-4c8e-833d-1467cd4f12a3" providerId="ADAL" clId="{2A663872-BA5B-4A08-84BE-EED75D43575C}" dt="2026-06-08T06:22:06.735" v="15171" actId="1076"/>
          <ac:cxnSpMkLst>
            <pc:docMk/>
            <pc:sldMk cId="3431893051" sldId="278"/>
            <ac:cxnSpMk id="124" creationId="{788D259A-8BF8-0F56-D4F5-EABDBED77526}"/>
          </ac:cxnSpMkLst>
        </pc:cxnChg>
        <pc:cxnChg chg="add mod">
          <ac:chgData name="Takamichi Asai" userId="3b5f7fad-e636-4c8e-833d-1467cd4f12a3" providerId="ADAL" clId="{2A663872-BA5B-4A08-84BE-EED75D43575C}" dt="2026-06-08T06:22:06.735" v="15171" actId="1076"/>
          <ac:cxnSpMkLst>
            <pc:docMk/>
            <pc:sldMk cId="3431893051" sldId="278"/>
            <ac:cxnSpMk id="127" creationId="{0071F805-1096-62B3-5CFF-A4B30582E7FD}"/>
          </ac:cxnSpMkLst>
        </pc:cxnChg>
        <pc:cxnChg chg="add del mod">
          <ac:chgData name="Takamichi Asai" userId="3b5f7fad-e636-4c8e-833d-1467cd4f12a3" providerId="ADAL" clId="{2A663872-BA5B-4A08-84BE-EED75D43575C}" dt="2026-06-08T06:53:54.687" v="15298" actId="478"/>
          <ac:cxnSpMkLst>
            <pc:docMk/>
            <pc:sldMk cId="3431893051" sldId="278"/>
            <ac:cxnSpMk id="131" creationId="{D5238041-AECA-DD04-BA06-54947927F3F1}"/>
          </ac:cxnSpMkLst>
        </pc:cxnChg>
        <pc:cxnChg chg="add mod">
          <ac:chgData name="Takamichi Asai" userId="3b5f7fad-e636-4c8e-833d-1467cd4f12a3" providerId="ADAL" clId="{2A663872-BA5B-4A08-84BE-EED75D43575C}" dt="2026-06-08T06:22:48.637" v="15176" actId="571"/>
          <ac:cxnSpMkLst>
            <pc:docMk/>
            <pc:sldMk cId="3431893051" sldId="278"/>
            <ac:cxnSpMk id="132" creationId="{A1624E78-9329-5751-4BE2-FDA2B5B462FA}"/>
          </ac:cxnSpMkLst>
        </pc:cxnChg>
        <pc:cxnChg chg="add mod">
          <ac:chgData name="Takamichi Asai" userId="3b5f7fad-e636-4c8e-833d-1467cd4f12a3" providerId="ADAL" clId="{2A663872-BA5B-4A08-84BE-EED75D43575C}" dt="2026-06-08T06:22:51.902" v="15177" actId="571"/>
          <ac:cxnSpMkLst>
            <pc:docMk/>
            <pc:sldMk cId="3431893051" sldId="278"/>
            <ac:cxnSpMk id="133" creationId="{9843FC7E-1C62-7BB2-5682-B6F9A4C575EA}"/>
          </ac:cxnSpMkLst>
        </pc:cxnChg>
        <pc:cxnChg chg="add mod">
          <ac:chgData name="Takamichi Asai" userId="3b5f7fad-e636-4c8e-833d-1467cd4f12a3" providerId="ADAL" clId="{2A663872-BA5B-4A08-84BE-EED75D43575C}" dt="2026-06-08T06:23:04.510" v="15178" actId="571"/>
          <ac:cxnSpMkLst>
            <pc:docMk/>
            <pc:sldMk cId="3431893051" sldId="278"/>
            <ac:cxnSpMk id="134" creationId="{00C49506-16E2-FD54-38FB-8D3CA03AA500}"/>
          </ac:cxnSpMkLst>
        </pc:cxnChg>
      </pc:sldChg>
      <pc:sldChg chg="addSp delSp modSp new del mod">
        <pc:chgData name="Takamichi Asai" userId="3b5f7fad-e636-4c8e-833d-1467cd4f12a3" providerId="ADAL" clId="{2A663872-BA5B-4A08-84BE-EED75D43575C}" dt="2026-06-08T02:11:25.633" v="14382" actId="47"/>
        <pc:sldMkLst>
          <pc:docMk/>
          <pc:sldMk cId="1195535004" sldId="279"/>
        </pc:sldMkLst>
        <pc:spChg chg="mod">
          <ac:chgData name="Takamichi Asai" userId="3b5f7fad-e636-4c8e-833d-1467cd4f12a3" providerId="ADAL" clId="{2A663872-BA5B-4A08-84BE-EED75D43575C}" dt="2026-06-08T01:56:46.941" v="14152" actId="165"/>
          <ac:spMkLst>
            <pc:docMk/>
            <pc:sldMk cId="1195535004" sldId="279"/>
            <ac:spMk id="10" creationId="{344C86B4-234E-61F3-3A3B-6F2BC4596731}"/>
          </ac:spMkLst>
        </pc:spChg>
        <pc:spChg chg="mod">
          <ac:chgData name="Takamichi Asai" userId="3b5f7fad-e636-4c8e-833d-1467cd4f12a3" providerId="ADAL" clId="{2A663872-BA5B-4A08-84BE-EED75D43575C}" dt="2026-06-08T01:56:46.941" v="14152" actId="165"/>
          <ac:spMkLst>
            <pc:docMk/>
            <pc:sldMk cId="1195535004" sldId="279"/>
            <ac:spMk id="11" creationId="{EC1DE06E-D500-ADB8-2103-2703E7D69EF2}"/>
          </ac:spMkLst>
        </pc:spChg>
        <pc:spChg chg="mod">
          <ac:chgData name="Takamichi Asai" userId="3b5f7fad-e636-4c8e-833d-1467cd4f12a3" providerId="ADAL" clId="{2A663872-BA5B-4A08-84BE-EED75D43575C}" dt="2026-06-08T01:56:46.941" v="14152" actId="165"/>
          <ac:spMkLst>
            <pc:docMk/>
            <pc:sldMk cId="1195535004" sldId="279"/>
            <ac:spMk id="12" creationId="{79FF7B15-C4D8-77A2-2C44-D1A73F8A1116}"/>
          </ac:spMkLst>
        </pc:spChg>
        <pc:spChg chg="mod">
          <ac:chgData name="Takamichi Asai" userId="3b5f7fad-e636-4c8e-833d-1467cd4f12a3" providerId="ADAL" clId="{2A663872-BA5B-4A08-84BE-EED75D43575C}" dt="2026-06-08T01:56:46.941" v="14152" actId="165"/>
          <ac:spMkLst>
            <pc:docMk/>
            <pc:sldMk cId="1195535004" sldId="279"/>
            <ac:spMk id="13" creationId="{10723D25-B429-15DA-BD72-3292C60D11D9}"/>
          </ac:spMkLst>
        </pc:spChg>
        <pc:picChg chg="mod topLvl">
          <ac:chgData name="Takamichi Asai" userId="3b5f7fad-e636-4c8e-833d-1467cd4f12a3" providerId="ADAL" clId="{2A663872-BA5B-4A08-84BE-EED75D43575C}" dt="2026-06-08T01:56:46.941" v="14152" actId="165"/>
          <ac:picMkLst>
            <pc:docMk/>
            <pc:sldMk cId="1195535004" sldId="279"/>
            <ac:picMk id="4" creationId="{E4DCB966-B596-91BE-4B18-DD4BAD1CE7BC}"/>
          </ac:picMkLst>
        </pc:picChg>
        <pc:picChg chg="mod topLvl">
          <ac:chgData name="Takamichi Asai" userId="3b5f7fad-e636-4c8e-833d-1467cd4f12a3" providerId="ADAL" clId="{2A663872-BA5B-4A08-84BE-EED75D43575C}" dt="2026-06-08T01:56:46.941" v="14152" actId="165"/>
          <ac:picMkLst>
            <pc:docMk/>
            <pc:sldMk cId="1195535004" sldId="279"/>
            <ac:picMk id="5" creationId="{2F0EA9CB-5AB8-C629-C498-397682728A2F}"/>
          </ac:picMkLst>
        </pc:picChg>
        <pc:picChg chg="mod topLvl">
          <ac:chgData name="Takamichi Asai" userId="3b5f7fad-e636-4c8e-833d-1467cd4f12a3" providerId="ADAL" clId="{2A663872-BA5B-4A08-84BE-EED75D43575C}" dt="2026-06-08T01:56:46.941" v="14152" actId="165"/>
          <ac:picMkLst>
            <pc:docMk/>
            <pc:sldMk cId="1195535004" sldId="279"/>
            <ac:picMk id="6" creationId="{C41695B8-C7C1-B85A-AB9C-94F244A407A0}"/>
          </ac:picMkLst>
        </pc:picChg>
        <pc:picChg chg="mod topLvl">
          <ac:chgData name="Takamichi Asai" userId="3b5f7fad-e636-4c8e-833d-1467cd4f12a3" providerId="ADAL" clId="{2A663872-BA5B-4A08-84BE-EED75D43575C}" dt="2026-06-08T01:56:46.941" v="14152" actId="165"/>
          <ac:picMkLst>
            <pc:docMk/>
            <pc:sldMk cId="1195535004" sldId="279"/>
            <ac:picMk id="7" creationId="{BFDB3D29-E11D-5A6B-8028-AEEF0D37110C}"/>
          </ac:picMkLst>
        </pc:picChg>
        <pc:picChg chg="mod topLvl">
          <ac:chgData name="Takamichi Asai" userId="3b5f7fad-e636-4c8e-833d-1467cd4f12a3" providerId="ADAL" clId="{2A663872-BA5B-4A08-84BE-EED75D43575C}" dt="2026-06-08T01:56:46.941" v="14152" actId="165"/>
          <ac:picMkLst>
            <pc:docMk/>
            <pc:sldMk cId="1195535004" sldId="279"/>
            <ac:picMk id="8" creationId="{47340F23-F96A-7AF8-3DE6-999D38286086}"/>
          </ac:picMkLst>
        </pc:picChg>
        <pc:picChg chg="mod">
          <ac:chgData name="Takamichi Asai" userId="3b5f7fad-e636-4c8e-833d-1467cd4f12a3" providerId="ADAL" clId="{2A663872-BA5B-4A08-84BE-EED75D43575C}" dt="2026-06-08T01:56:46.941" v="14152" actId="165"/>
          <ac:picMkLst>
            <pc:docMk/>
            <pc:sldMk cId="1195535004" sldId="279"/>
            <ac:picMk id="9" creationId="{47C796DD-35F4-7175-2F70-054D65BD85BA}"/>
          </ac:picMkLst>
        </pc:picChg>
        <pc:picChg chg="add mod modCrop">
          <ac:chgData name="Takamichi Asai" userId="3b5f7fad-e636-4c8e-833d-1467cd4f12a3" providerId="ADAL" clId="{2A663872-BA5B-4A08-84BE-EED75D43575C}" dt="2026-06-08T01:57:21.545" v="14157" actId="14100"/>
          <ac:picMkLst>
            <pc:docMk/>
            <pc:sldMk cId="1195535004" sldId="279"/>
            <ac:picMk id="15" creationId="{B0BF1B4C-3D06-5C76-8423-D83CEFCEEC97}"/>
          </ac:picMkLst>
        </pc:picChg>
      </pc:sldChg>
      <pc:sldChg chg="addSp delSp modSp new add del mod">
        <pc:chgData name="Takamichi Asai" userId="3b5f7fad-e636-4c8e-833d-1467cd4f12a3" providerId="ADAL" clId="{2A663872-BA5B-4A08-84BE-EED75D43575C}" dt="2026-06-08T05:38:43.257" v="14977" actId="47"/>
        <pc:sldMkLst>
          <pc:docMk/>
          <pc:sldMk cId="3129341889" sldId="279"/>
        </pc:sldMkLst>
        <pc:spChg chg="add mod">
          <ac:chgData name="Takamichi Asai" userId="3b5f7fad-e636-4c8e-833d-1467cd4f12a3" providerId="ADAL" clId="{2A663872-BA5B-4A08-84BE-EED75D43575C}" dt="2026-06-08T04:33:17.886" v="14589" actId="2085"/>
          <ac:spMkLst>
            <pc:docMk/>
            <pc:sldMk cId="3129341889" sldId="279"/>
            <ac:spMk id="8" creationId="{64810B50-939D-2038-5A23-B69DB3CF45EF}"/>
          </ac:spMkLst>
        </pc:spChg>
        <pc:spChg chg="add mod">
          <ac:chgData name="Takamichi Asai" userId="3b5f7fad-e636-4c8e-833d-1467cd4f12a3" providerId="ADAL" clId="{2A663872-BA5B-4A08-84BE-EED75D43575C}" dt="2026-06-08T04:34:01.748" v="14605" actId="14100"/>
          <ac:spMkLst>
            <pc:docMk/>
            <pc:sldMk cId="3129341889" sldId="279"/>
            <ac:spMk id="9" creationId="{8CD0C8AF-23C2-AE7B-E17B-BD53C1293C79}"/>
          </ac:spMkLst>
        </pc:spChg>
        <pc:spChg chg="add mod">
          <ac:chgData name="Takamichi Asai" userId="3b5f7fad-e636-4c8e-833d-1467cd4f12a3" providerId="ADAL" clId="{2A663872-BA5B-4A08-84BE-EED75D43575C}" dt="2026-06-08T04:33:57.701" v="14604" actId="14100"/>
          <ac:spMkLst>
            <pc:docMk/>
            <pc:sldMk cId="3129341889" sldId="279"/>
            <ac:spMk id="10" creationId="{7017AAC6-8505-0D81-4343-99A881BA536B}"/>
          </ac:spMkLst>
        </pc:spChg>
        <pc:spChg chg="add mod">
          <ac:chgData name="Takamichi Asai" userId="3b5f7fad-e636-4c8e-833d-1467cd4f12a3" providerId="ADAL" clId="{2A663872-BA5B-4A08-84BE-EED75D43575C}" dt="2026-06-08T04:38:54.504" v="14635" actId="14100"/>
          <ac:spMkLst>
            <pc:docMk/>
            <pc:sldMk cId="3129341889" sldId="279"/>
            <ac:spMk id="11" creationId="{2A0FA9C4-85D8-2CD7-B4B6-FF924A30F70C}"/>
          </ac:spMkLst>
        </pc:spChg>
        <pc:spChg chg="add del mod">
          <ac:chgData name="Takamichi Asai" userId="3b5f7fad-e636-4c8e-833d-1467cd4f12a3" providerId="ADAL" clId="{2A663872-BA5B-4A08-84BE-EED75D43575C}" dt="2026-06-08T04:45:00.308" v="14680" actId="478"/>
          <ac:spMkLst>
            <pc:docMk/>
            <pc:sldMk cId="3129341889" sldId="279"/>
            <ac:spMk id="12" creationId="{FCB345E7-050F-7819-8F80-6ACAA0FCDA57}"/>
          </ac:spMkLst>
        </pc:spChg>
        <pc:spChg chg="add mod">
          <ac:chgData name="Takamichi Asai" userId="3b5f7fad-e636-4c8e-833d-1467cd4f12a3" providerId="ADAL" clId="{2A663872-BA5B-4A08-84BE-EED75D43575C}" dt="2026-06-08T04:38:20.021" v="14630" actId="1037"/>
          <ac:spMkLst>
            <pc:docMk/>
            <pc:sldMk cId="3129341889" sldId="279"/>
            <ac:spMk id="16" creationId="{2B9237DC-09B4-EC7F-3140-602E585544E7}"/>
          </ac:spMkLst>
        </pc:spChg>
        <pc:spChg chg="add mod">
          <ac:chgData name="Takamichi Asai" userId="3b5f7fad-e636-4c8e-833d-1467cd4f12a3" providerId="ADAL" clId="{2A663872-BA5B-4A08-84BE-EED75D43575C}" dt="2026-06-08T04:38:39.503" v="14633" actId="1076"/>
          <ac:spMkLst>
            <pc:docMk/>
            <pc:sldMk cId="3129341889" sldId="279"/>
            <ac:spMk id="17" creationId="{B63B38ED-655B-6C79-7D7F-CE3C7BCD14EB}"/>
          </ac:spMkLst>
        </pc:spChg>
        <pc:spChg chg="mod">
          <ac:chgData name="Takamichi Asai" userId="3b5f7fad-e636-4c8e-833d-1467cd4f12a3" providerId="ADAL" clId="{2A663872-BA5B-4A08-84BE-EED75D43575C}" dt="2026-06-08T04:40:27.202" v="14650"/>
          <ac:spMkLst>
            <pc:docMk/>
            <pc:sldMk cId="3129341889" sldId="279"/>
            <ac:spMk id="21" creationId="{FAF66480-3749-B234-A51B-7191DB66322A}"/>
          </ac:spMkLst>
        </pc:spChg>
        <pc:spChg chg="mod">
          <ac:chgData name="Takamichi Asai" userId="3b5f7fad-e636-4c8e-833d-1467cd4f12a3" providerId="ADAL" clId="{2A663872-BA5B-4A08-84BE-EED75D43575C}" dt="2026-06-08T04:40:27.202" v="14650"/>
          <ac:spMkLst>
            <pc:docMk/>
            <pc:sldMk cId="3129341889" sldId="279"/>
            <ac:spMk id="24" creationId="{44246D7B-3368-B4D7-6295-8EA8F281768F}"/>
          </ac:spMkLst>
        </pc:spChg>
        <pc:spChg chg="mod">
          <ac:chgData name="Takamichi Asai" userId="3b5f7fad-e636-4c8e-833d-1467cd4f12a3" providerId="ADAL" clId="{2A663872-BA5B-4A08-84BE-EED75D43575C}" dt="2026-06-08T04:40:27.202" v="14650"/>
          <ac:spMkLst>
            <pc:docMk/>
            <pc:sldMk cId="3129341889" sldId="279"/>
            <ac:spMk id="26" creationId="{2C056EC1-976C-51EB-77ED-35562F62C3FA}"/>
          </ac:spMkLst>
        </pc:spChg>
        <pc:spChg chg="mod">
          <ac:chgData name="Takamichi Asai" userId="3b5f7fad-e636-4c8e-833d-1467cd4f12a3" providerId="ADAL" clId="{2A663872-BA5B-4A08-84BE-EED75D43575C}" dt="2026-06-08T04:40:27.202" v="14650"/>
          <ac:spMkLst>
            <pc:docMk/>
            <pc:sldMk cId="3129341889" sldId="279"/>
            <ac:spMk id="30" creationId="{7768C54E-76E8-1268-5ABE-E30E424D296A}"/>
          </ac:spMkLst>
        </pc:spChg>
        <pc:spChg chg="mod">
          <ac:chgData name="Takamichi Asai" userId="3b5f7fad-e636-4c8e-833d-1467cd4f12a3" providerId="ADAL" clId="{2A663872-BA5B-4A08-84BE-EED75D43575C}" dt="2026-06-08T04:44:13.857" v="14668"/>
          <ac:spMkLst>
            <pc:docMk/>
            <pc:sldMk cId="3129341889" sldId="279"/>
            <ac:spMk id="34" creationId="{FAF66480-3749-B234-A51B-7191DB66322A}"/>
          </ac:spMkLst>
        </pc:spChg>
        <pc:spChg chg="mod">
          <ac:chgData name="Takamichi Asai" userId="3b5f7fad-e636-4c8e-833d-1467cd4f12a3" providerId="ADAL" clId="{2A663872-BA5B-4A08-84BE-EED75D43575C}" dt="2026-06-08T04:44:13.857" v="14668"/>
          <ac:spMkLst>
            <pc:docMk/>
            <pc:sldMk cId="3129341889" sldId="279"/>
            <ac:spMk id="37" creationId="{44246D7B-3368-B4D7-6295-8EA8F281768F}"/>
          </ac:spMkLst>
        </pc:spChg>
        <pc:spChg chg="mod">
          <ac:chgData name="Takamichi Asai" userId="3b5f7fad-e636-4c8e-833d-1467cd4f12a3" providerId="ADAL" clId="{2A663872-BA5B-4A08-84BE-EED75D43575C}" dt="2026-06-08T04:44:13.857" v="14668"/>
          <ac:spMkLst>
            <pc:docMk/>
            <pc:sldMk cId="3129341889" sldId="279"/>
            <ac:spMk id="39" creationId="{2C056EC1-976C-51EB-77ED-35562F62C3FA}"/>
          </ac:spMkLst>
        </pc:spChg>
        <pc:spChg chg="mod">
          <ac:chgData name="Takamichi Asai" userId="3b5f7fad-e636-4c8e-833d-1467cd4f12a3" providerId="ADAL" clId="{2A663872-BA5B-4A08-84BE-EED75D43575C}" dt="2026-06-08T04:44:13.857" v="14668"/>
          <ac:spMkLst>
            <pc:docMk/>
            <pc:sldMk cId="3129341889" sldId="279"/>
            <ac:spMk id="43" creationId="{7768C54E-76E8-1268-5ABE-E30E424D296A}"/>
          </ac:spMkLst>
        </pc:spChg>
        <pc:grpChg chg="add del mod">
          <ac:chgData name="Takamichi Asai" userId="3b5f7fad-e636-4c8e-833d-1467cd4f12a3" providerId="ADAL" clId="{2A663872-BA5B-4A08-84BE-EED75D43575C}" dt="2026-06-08T04:44:58.866" v="14679" actId="478"/>
          <ac:grpSpMkLst>
            <pc:docMk/>
            <pc:sldMk cId="3129341889" sldId="279"/>
            <ac:grpSpMk id="19" creationId="{6EB1611F-C7F1-8FD9-BCEB-B43774FC0860}"/>
          </ac:grpSpMkLst>
        </pc:grpChg>
        <pc:grpChg chg="add del mod">
          <ac:chgData name="Takamichi Asai" userId="3b5f7fad-e636-4c8e-833d-1467cd4f12a3" providerId="ADAL" clId="{2A663872-BA5B-4A08-84BE-EED75D43575C}" dt="2026-06-08T04:44:58.866" v="14679" actId="478"/>
          <ac:grpSpMkLst>
            <pc:docMk/>
            <pc:sldMk cId="3129341889" sldId="279"/>
            <ac:grpSpMk id="22" creationId="{4ED2501F-957D-9D88-2A5E-9B194703B605}"/>
          </ac:grpSpMkLst>
        </pc:grpChg>
        <pc:grpChg chg="add del mod">
          <ac:chgData name="Takamichi Asai" userId="3b5f7fad-e636-4c8e-833d-1467cd4f12a3" providerId="ADAL" clId="{2A663872-BA5B-4A08-84BE-EED75D43575C}" dt="2026-06-08T04:44:58.866" v="14679" actId="478"/>
          <ac:grpSpMkLst>
            <pc:docMk/>
            <pc:sldMk cId="3129341889" sldId="279"/>
            <ac:grpSpMk id="25" creationId="{F0A7C259-1EA7-33C6-DE28-52F3065B7FF2}"/>
          </ac:grpSpMkLst>
        </pc:grpChg>
        <pc:grpChg chg="add del mod">
          <ac:chgData name="Takamichi Asai" userId="3b5f7fad-e636-4c8e-833d-1467cd4f12a3" providerId="ADAL" clId="{2A663872-BA5B-4A08-84BE-EED75D43575C}" dt="2026-06-08T04:44:58.866" v="14679" actId="478"/>
          <ac:grpSpMkLst>
            <pc:docMk/>
            <pc:sldMk cId="3129341889" sldId="279"/>
            <ac:grpSpMk id="28" creationId="{BF8C1C07-5126-E61D-B065-857F095DEDF4}"/>
          </ac:grpSpMkLst>
        </pc:grpChg>
        <pc:grpChg chg="add mod">
          <ac:chgData name="Takamichi Asai" userId="3b5f7fad-e636-4c8e-833d-1467cd4f12a3" providerId="ADAL" clId="{2A663872-BA5B-4A08-84BE-EED75D43575C}" dt="2026-06-08T04:44:13.857" v="14668"/>
          <ac:grpSpMkLst>
            <pc:docMk/>
            <pc:sldMk cId="3129341889" sldId="279"/>
            <ac:grpSpMk id="32" creationId="{6EB1611F-C7F1-8FD9-BCEB-B43774FC0860}"/>
          </ac:grpSpMkLst>
        </pc:grpChg>
        <pc:grpChg chg="add mod">
          <ac:chgData name="Takamichi Asai" userId="3b5f7fad-e636-4c8e-833d-1467cd4f12a3" providerId="ADAL" clId="{2A663872-BA5B-4A08-84BE-EED75D43575C}" dt="2026-06-08T04:44:13.857" v="14668"/>
          <ac:grpSpMkLst>
            <pc:docMk/>
            <pc:sldMk cId="3129341889" sldId="279"/>
            <ac:grpSpMk id="35" creationId="{4ED2501F-957D-9D88-2A5E-9B194703B605}"/>
          </ac:grpSpMkLst>
        </pc:grpChg>
        <pc:picChg chg="add mod">
          <ac:chgData name="Takamichi Asai" userId="3b5f7fad-e636-4c8e-833d-1467cd4f12a3" providerId="ADAL" clId="{2A663872-BA5B-4A08-84BE-EED75D43575C}" dt="2026-06-08T04:03:33.441" v="14390"/>
          <ac:picMkLst>
            <pc:docMk/>
            <pc:sldMk cId="3129341889" sldId="279"/>
            <ac:picMk id="3" creationId="{0C30FDB1-5690-46D8-A3CB-130134247F3D}"/>
          </ac:picMkLst>
        </pc:picChg>
        <pc:picChg chg="add mod">
          <ac:chgData name="Takamichi Asai" userId="3b5f7fad-e636-4c8e-833d-1467cd4f12a3" providerId="ADAL" clId="{2A663872-BA5B-4A08-84BE-EED75D43575C}" dt="2026-06-08T04:03:33.441" v="14390"/>
          <ac:picMkLst>
            <pc:docMk/>
            <pc:sldMk cId="3129341889" sldId="279"/>
            <ac:picMk id="5" creationId="{EA833D5D-4165-5AD8-24F0-9817AF9B6232}"/>
          </ac:picMkLst>
        </pc:picChg>
        <pc:picChg chg="add del mod">
          <ac:chgData name="Takamichi Asai" userId="3b5f7fad-e636-4c8e-833d-1467cd4f12a3" providerId="ADAL" clId="{2A663872-BA5B-4A08-84BE-EED75D43575C}" dt="2026-06-08T04:03:52.717" v="14391" actId="21"/>
          <ac:picMkLst>
            <pc:docMk/>
            <pc:sldMk cId="3129341889" sldId="279"/>
            <ac:picMk id="7" creationId="{3632EF34-BC29-78FB-6394-78C643631074}"/>
          </ac:picMkLst>
        </pc:picChg>
        <pc:picChg chg="add mod">
          <ac:chgData name="Takamichi Asai" userId="3b5f7fad-e636-4c8e-833d-1467cd4f12a3" providerId="ADAL" clId="{2A663872-BA5B-4A08-84BE-EED75D43575C}" dt="2026-06-08T04:37:42.776" v="14622" actId="1076"/>
          <ac:picMkLst>
            <pc:docMk/>
            <pc:sldMk cId="3129341889" sldId="279"/>
            <ac:picMk id="13" creationId="{905D97AD-9B1B-3521-0CCC-5DE0E61E0CED}"/>
          </ac:picMkLst>
        </pc:picChg>
        <pc:picChg chg="add mod">
          <ac:chgData name="Takamichi Asai" userId="3b5f7fad-e636-4c8e-833d-1467cd4f12a3" providerId="ADAL" clId="{2A663872-BA5B-4A08-84BE-EED75D43575C}" dt="2026-06-08T04:37:36.698" v="14621" actId="1076"/>
          <ac:picMkLst>
            <pc:docMk/>
            <pc:sldMk cId="3129341889" sldId="279"/>
            <ac:picMk id="14" creationId="{51AE3CDB-5F39-F8FC-0E0E-6A38A49CA776}"/>
          </ac:picMkLst>
        </pc:picChg>
        <pc:picChg chg="add mod">
          <ac:chgData name="Takamichi Asai" userId="3b5f7fad-e636-4c8e-833d-1467cd4f12a3" providerId="ADAL" clId="{2A663872-BA5B-4A08-84BE-EED75D43575C}" dt="2026-06-08T04:37:26.711" v="14618" actId="1076"/>
          <ac:picMkLst>
            <pc:docMk/>
            <pc:sldMk cId="3129341889" sldId="279"/>
            <ac:picMk id="15" creationId="{1174C903-889D-C1EC-D4DE-D16317F5C911}"/>
          </ac:picMkLst>
        </pc:picChg>
        <pc:picChg chg="add mod">
          <ac:chgData name="Takamichi Asai" userId="3b5f7fad-e636-4c8e-833d-1467cd4f12a3" providerId="ADAL" clId="{2A663872-BA5B-4A08-84BE-EED75D43575C}" dt="2026-06-08T04:39:56.256" v="14649" actId="1036"/>
          <ac:picMkLst>
            <pc:docMk/>
            <pc:sldMk cId="3129341889" sldId="279"/>
            <ac:picMk id="18" creationId="{C3AC43E3-4F16-9B37-3457-1AE2CF374153}"/>
          </ac:picMkLst>
        </pc:picChg>
        <pc:picChg chg="mod">
          <ac:chgData name="Takamichi Asai" userId="3b5f7fad-e636-4c8e-833d-1467cd4f12a3" providerId="ADAL" clId="{2A663872-BA5B-4A08-84BE-EED75D43575C}" dt="2026-06-08T04:40:27.202" v="14650"/>
          <ac:picMkLst>
            <pc:docMk/>
            <pc:sldMk cId="3129341889" sldId="279"/>
            <ac:picMk id="20" creationId="{356C2510-F2A1-0800-C6E4-FB8CC8820D67}"/>
          </ac:picMkLst>
        </pc:picChg>
        <pc:picChg chg="mod">
          <ac:chgData name="Takamichi Asai" userId="3b5f7fad-e636-4c8e-833d-1467cd4f12a3" providerId="ADAL" clId="{2A663872-BA5B-4A08-84BE-EED75D43575C}" dt="2026-06-08T04:40:27.202" v="14650"/>
          <ac:picMkLst>
            <pc:docMk/>
            <pc:sldMk cId="3129341889" sldId="279"/>
            <ac:picMk id="23" creationId="{A248CC9E-2DEB-BEDE-A70F-03CFEF1313FE}"/>
          </ac:picMkLst>
        </pc:picChg>
        <pc:picChg chg="mod">
          <ac:chgData name="Takamichi Asai" userId="3b5f7fad-e636-4c8e-833d-1467cd4f12a3" providerId="ADAL" clId="{2A663872-BA5B-4A08-84BE-EED75D43575C}" dt="2026-06-08T04:40:27.202" v="14650"/>
          <ac:picMkLst>
            <pc:docMk/>
            <pc:sldMk cId="3129341889" sldId="279"/>
            <ac:picMk id="27" creationId="{03E45321-5B3E-152F-CC33-7496E507B892}"/>
          </ac:picMkLst>
        </pc:picChg>
        <pc:picChg chg="mod">
          <ac:chgData name="Takamichi Asai" userId="3b5f7fad-e636-4c8e-833d-1467cd4f12a3" providerId="ADAL" clId="{2A663872-BA5B-4A08-84BE-EED75D43575C}" dt="2026-06-08T04:40:27.202" v="14650"/>
          <ac:picMkLst>
            <pc:docMk/>
            <pc:sldMk cId="3129341889" sldId="279"/>
            <ac:picMk id="29" creationId="{5B9182F8-2B1B-EC39-A07B-0596521C056D}"/>
          </ac:picMkLst>
        </pc:picChg>
        <pc:picChg chg="add mod">
          <ac:chgData name="Takamichi Asai" userId="3b5f7fad-e636-4c8e-833d-1467cd4f12a3" providerId="ADAL" clId="{2A663872-BA5B-4A08-84BE-EED75D43575C}" dt="2026-06-08T04:40:41.839" v="14652"/>
          <ac:picMkLst>
            <pc:docMk/>
            <pc:sldMk cId="3129341889" sldId="279"/>
            <ac:picMk id="31" creationId="{8E8B7434-D9CB-638A-9E75-DC26D1EB1B87}"/>
          </ac:picMkLst>
        </pc:picChg>
        <pc:picChg chg="mod">
          <ac:chgData name="Takamichi Asai" userId="3b5f7fad-e636-4c8e-833d-1467cd4f12a3" providerId="ADAL" clId="{2A663872-BA5B-4A08-84BE-EED75D43575C}" dt="2026-06-08T04:44:13.857" v="14668"/>
          <ac:picMkLst>
            <pc:docMk/>
            <pc:sldMk cId="3129341889" sldId="279"/>
            <ac:picMk id="33" creationId="{356C2510-F2A1-0800-C6E4-FB8CC8820D67}"/>
          </ac:picMkLst>
        </pc:picChg>
        <pc:picChg chg="mod">
          <ac:chgData name="Takamichi Asai" userId="3b5f7fad-e636-4c8e-833d-1467cd4f12a3" providerId="ADAL" clId="{2A663872-BA5B-4A08-84BE-EED75D43575C}" dt="2026-06-08T04:44:13.857" v="14668"/>
          <ac:picMkLst>
            <pc:docMk/>
            <pc:sldMk cId="3129341889" sldId="279"/>
            <ac:picMk id="36" creationId="{A248CC9E-2DEB-BEDE-A70F-03CFEF1313FE}"/>
          </ac:picMkLst>
        </pc:picChg>
        <pc:picChg chg="mod">
          <ac:chgData name="Takamichi Asai" userId="3b5f7fad-e636-4c8e-833d-1467cd4f12a3" providerId="ADAL" clId="{2A663872-BA5B-4A08-84BE-EED75D43575C}" dt="2026-06-08T04:44:13.857" v="14668"/>
          <ac:picMkLst>
            <pc:docMk/>
            <pc:sldMk cId="3129341889" sldId="279"/>
            <ac:picMk id="40" creationId="{03E45321-5B3E-152F-CC33-7496E507B892}"/>
          </ac:picMkLst>
        </pc:picChg>
        <pc:picChg chg="mod">
          <ac:chgData name="Takamichi Asai" userId="3b5f7fad-e636-4c8e-833d-1467cd4f12a3" providerId="ADAL" clId="{2A663872-BA5B-4A08-84BE-EED75D43575C}" dt="2026-06-08T04:44:13.857" v="14668"/>
          <ac:picMkLst>
            <pc:docMk/>
            <pc:sldMk cId="3129341889" sldId="279"/>
            <ac:picMk id="42" creationId="{5B9182F8-2B1B-EC39-A07B-0596521C056D}"/>
          </ac:picMkLst>
        </pc:picChg>
      </pc:sldChg>
      <pc:sldChg chg="addSp delSp modSp new del mod">
        <pc:chgData name="Takamichi Asai" userId="3b5f7fad-e636-4c8e-833d-1467cd4f12a3" providerId="ADAL" clId="{2A663872-BA5B-4A08-84BE-EED75D43575C}" dt="2026-06-08T05:38:43.257" v="14977" actId="47"/>
        <pc:sldMkLst>
          <pc:docMk/>
          <pc:sldMk cId="1496849898" sldId="280"/>
        </pc:sldMkLst>
        <pc:spChg chg="mod">
          <ac:chgData name="Takamichi Asai" userId="3b5f7fad-e636-4c8e-833d-1467cd4f12a3" providerId="ADAL" clId="{2A663872-BA5B-4A08-84BE-EED75D43575C}" dt="2026-06-08T04:04:59.051" v="14403"/>
          <ac:spMkLst>
            <pc:docMk/>
            <pc:sldMk cId="1496849898" sldId="280"/>
            <ac:spMk id="5" creationId="{FA25E0B5-BAE7-C302-DC00-D9FD20BC3595}"/>
          </ac:spMkLst>
        </pc:spChg>
        <pc:spChg chg="mod">
          <ac:chgData name="Takamichi Asai" userId="3b5f7fad-e636-4c8e-833d-1467cd4f12a3" providerId="ADAL" clId="{2A663872-BA5B-4A08-84BE-EED75D43575C}" dt="2026-06-08T04:04:59.051" v="14403"/>
          <ac:spMkLst>
            <pc:docMk/>
            <pc:sldMk cId="1496849898" sldId="280"/>
            <ac:spMk id="6" creationId="{1F985365-70EF-085F-79A7-D1BF46607D1C}"/>
          </ac:spMkLst>
        </pc:spChg>
        <pc:spChg chg="add del mod topLvl">
          <ac:chgData name="Takamichi Asai" userId="3b5f7fad-e636-4c8e-833d-1467cd4f12a3" providerId="ADAL" clId="{2A663872-BA5B-4A08-84BE-EED75D43575C}" dt="2026-06-08T04:07:57.616" v="14424" actId="478"/>
          <ac:spMkLst>
            <pc:docMk/>
            <pc:sldMk cId="1496849898" sldId="280"/>
            <ac:spMk id="8" creationId="{13549B9B-C87C-F620-63A0-835971C69DFC}"/>
          </ac:spMkLst>
        </pc:spChg>
        <pc:spChg chg="add del mod">
          <ac:chgData name="Takamichi Asai" userId="3b5f7fad-e636-4c8e-833d-1467cd4f12a3" providerId="ADAL" clId="{2A663872-BA5B-4A08-84BE-EED75D43575C}" dt="2026-06-08T04:07:57.616" v="14424" actId="478"/>
          <ac:spMkLst>
            <pc:docMk/>
            <pc:sldMk cId="1496849898" sldId="280"/>
            <ac:spMk id="9" creationId="{AC81BE49-ADF6-A09B-A562-06BAFB52613E}"/>
          </ac:spMkLst>
        </pc:spChg>
        <pc:spChg chg="del mod topLvl">
          <ac:chgData name="Takamichi Asai" userId="3b5f7fad-e636-4c8e-833d-1467cd4f12a3" providerId="ADAL" clId="{2A663872-BA5B-4A08-84BE-EED75D43575C}" dt="2026-06-08T04:06:24.855" v="14413" actId="478"/>
          <ac:spMkLst>
            <pc:docMk/>
            <pc:sldMk cId="1496849898" sldId="280"/>
            <ac:spMk id="14" creationId="{F3BB1A3D-A9C7-259F-D6FA-D72A1E578A8E}"/>
          </ac:spMkLst>
        </pc:spChg>
        <pc:spChg chg="del mod topLvl">
          <ac:chgData name="Takamichi Asai" userId="3b5f7fad-e636-4c8e-833d-1467cd4f12a3" providerId="ADAL" clId="{2A663872-BA5B-4A08-84BE-EED75D43575C}" dt="2026-06-08T04:06:24.855" v="14413" actId="478"/>
          <ac:spMkLst>
            <pc:docMk/>
            <pc:sldMk cId="1496849898" sldId="280"/>
            <ac:spMk id="15" creationId="{4069DD98-35FA-239D-9265-9184F0DB70B9}"/>
          </ac:spMkLst>
        </pc:spChg>
        <pc:spChg chg="add del mod">
          <ac:chgData name="Takamichi Asai" userId="3b5f7fad-e636-4c8e-833d-1467cd4f12a3" providerId="ADAL" clId="{2A663872-BA5B-4A08-84BE-EED75D43575C}" dt="2026-06-08T04:18:01.721" v="14491" actId="164"/>
          <ac:spMkLst>
            <pc:docMk/>
            <pc:sldMk cId="1496849898" sldId="280"/>
            <ac:spMk id="18" creationId="{EA83BF14-5FA7-3AEE-8433-B35D22EE6667}"/>
          </ac:spMkLst>
        </pc:spChg>
        <pc:spChg chg="add mod">
          <ac:chgData name="Takamichi Asai" userId="3b5f7fad-e636-4c8e-833d-1467cd4f12a3" providerId="ADAL" clId="{2A663872-BA5B-4A08-84BE-EED75D43575C}" dt="2026-06-08T04:15:27.991" v="14468" actId="14100"/>
          <ac:spMkLst>
            <pc:docMk/>
            <pc:sldMk cId="1496849898" sldId="280"/>
            <ac:spMk id="24" creationId="{7F6CE503-C547-C43C-D42A-987B75FC1FDC}"/>
          </ac:spMkLst>
        </pc:spChg>
        <pc:spChg chg="add mod">
          <ac:chgData name="Takamichi Asai" userId="3b5f7fad-e636-4c8e-833d-1467cd4f12a3" providerId="ADAL" clId="{2A663872-BA5B-4A08-84BE-EED75D43575C}" dt="2026-06-08T04:15:29.038" v="14471" actId="1076"/>
          <ac:spMkLst>
            <pc:docMk/>
            <pc:sldMk cId="1496849898" sldId="280"/>
            <ac:spMk id="25" creationId="{E1550F2A-9D6F-88FD-DE54-C10E3BC8484A}"/>
          </ac:spMkLst>
        </pc:spChg>
        <pc:spChg chg="add mod topLvl">
          <ac:chgData name="Takamichi Asai" userId="3b5f7fad-e636-4c8e-833d-1467cd4f12a3" providerId="ADAL" clId="{2A663872-BA5B-4A08-84BE-EED75D43575C}" dt="2026-06-08T04:21:15.385" v="14508" actId="1076"/>
          <ac:spMkLst>
            <pc:docMk/>
            <pc:sldMk cId="1496849898" sldId="280"/>
            <ac:spMk id="26" creationId="{F23DFF8A-EB3A-16E8-DAC2-7D0839203E64}"/>
          </ac:spMkLst>
        </pc:spChg>
        <pc:spChg chg="add mod">
          <ac:chgData name="Takamichi Asai" userId="3b5f7fad-e636-4c8e-833d-1467cd4f12a3" providerId="ADAL" clId="{2A663872-BA5B-4A08-84BE-EED75D43575C}" dt="2026-06-08T04:19:31.895" v="14501" actId="14100"/>
          <ac:spMkLst>
            <pc:docMk/>
            <pc:sldMk cId="1496849898" sldId="280"/>
            <ac:spMk id="30" creationId="{FAD939B4-2D94-CDA5-A228-861D8DA0C19C}"/>
          </ac:spMkLst>
        </pc:spChg>
        <pc:grpChg chg="add mod">
          <ac:chgData name="Takamichi Asai" userId="3b5f7fad-e636-4c8e-833d-1467cd4f12a3" providerId="ADAL" clId="{2A663872-BA5B-4A08-84BE-EED75D43575C}" dt="2026-06-08T04:04:59.051" v="14403"/>
          <ac:grpSpMkLst>
            <pc:docMk/>
            <pc:sldMk cId="1496849898" sldId="280"/>
            <ac:grpSpMk id="2" creationId="{E1B7E911-769E-1265-FA66-F838B045CA45}"/>
          </ac:grpSpMkLst>
        </pc:grpChg>
        <pc:grpChg chg="add del mod">
          <ac:chgData name="Takamichi Asai" userId="3b5f7fad-e636-4c8e-833d-1467cd4f12a3" providerId="ADAL" clId="{2A663872-BA5B-4A08-84BE-EED75D43575C}" dt="2026-06-08T04:07:57.616" v="14424" actId="478"/>
          <ac:grpSpMkLst>
            <pc:docMk/>
            <pc:sldMk cId="1496849898" sldId="280"/>
            <ac:grpSpMk id="10" creationId="{D9E754D7-BF2E-7E04-1ED3-FF1F2DE8C12A}"/>
          </ac:grpSpMkLst>
        </pc:grpChg>
        <pc:grpChg chg="add del mod">
          <ac:chgData name="Takamichi Asai" userId="3b5f7fad-e636-4c8e-833d-1467cd4f12a3" providerId="ADAL" clId="{2A663872-BA5B-4A08-84BE-EED75D43575C}" dt="2026-06-08T04:06:21.266" v="14412" actId="165"/>
          <ac:grpSpMkLst>
            <pc:docMk/>
            <pc:sldMk cId="1496849898" sldId="280"/>
            <ac:grpSpMk id="11" creationId="{B89F8148-AD66-8844-1F80-2D101519BE1C}"/>
          </ac:grpSpMkLst>
        </pc:grpChg>
        <pc:grpChg chg="add mod">
          <ac:chgData name="Takamichi Asai" userId="3b5f7fad-e636-4c8e-833d-1467cd4f12a3" providerId="ADAL" clId="{2A663872-BA5B-4A08-84BE-EED75D43575C}" dt="2026-06-08T04:13:18.340" v="14448" actId="164"/>
          <ac:grpSpMkLst>
            <pc:docMk/>
            <pc:sldMk cId="1496849898" sldId="280"/>
            <ac:grpSpMk id="19" creationId="{C2B1BC75-5A44-E04F-3C48-BDD9D5EB401A}"/>
          </ac:grpSpMkLst>
        </pc:grpChg>
        <pc:grpChg chg="add del mod">
          <ac:chgData name="Takamichi Asai" userId="3b5f7fad-e636-4c8e-833d-1467cd4f12a3" providerId="ADAL" clId="{2A663872-BA5B-4A08-84BE-EED75D43575C}" dt="2026-06-08T04:16:59.761" v="14483" actId="21"/>
          <ac:grpSpMkLst>
            <pc:docMk/>
            <pc:sldMk cId="1496849898" sldId="280"/>
            <ac:grpSpMk id="23" creationId="{3BC3015D-CAD6-5DE4-3E58-929570531CAC}"/>
          </ac:grpSpMkLst>
        </pc:grpChg>
        <pc:grpChg chg="add del mod">
          <ac:chgData name="Takamichi Asai" userId="3b5f7fad-e636-4c8e-833d-1467cd4f12a3" providerId="ADAL" clId="{2A663872-BA5B-4A08-84BE-EED75D43575C}" dt="2026-06-08T04:16:09.274" v="14476" actId="165"/>
          <ac:grpSpMkLst>
            <pc:docMk/>
            <pc:sldMk cId="1496849898" sldId="280"/>
            <ac:grpSpMk id="27" creationId="{A3BAD3B7-DCD4-B552-23A3-B690EA2201F6}"/>
          </ac:grpSpMkLst>
        </pc:grpChg>
        <pc:grpChg chg="add mod ord">
          <ac:chgData name="Takamichi Asai" userId="3b5f7fad-e636-4c8e-833d-1467cd4f12a3" providerId="ADAL" clId="{2A663872-BA5B-4A08-84BE-EED75D43575C}" dt="2026-06-08T04:18:05.408" v="14492" actId="167"/>
          <ac:grpSpMkLst>
            <pc:docMk/>
            <pc:sldMk cId="1496849898" sldId="280"/>
            <ac:grpSpMk id="29" creationId="{DDD46CF3-A4EC-3F77-C946-00FF39205810}"/>
          </ac:grpSpMkLst>
        </pc:grpChg>
        <pc:picChg chg="mod">
          <ac:chgData name="Takamichi Asai" userId="3b5f7fad-e636-4c8e-833d-1467cd4f12a3" providerId="ADAL" clId="{2A663872-BA5B-4A08-84BE-EED75D43575C}" dt="2026-06-08T04:04:59.051" v="14403"/>
          <ac:picMkLst>
            <pc:docMk/>
            <pc:sldMk cId="1496849898" sldId="280"/>
            <ac:picMk id="3" creationId="{97CAFE57-00EA-9B4F-A01B-B835052DE80B}"/>
          </ac:picMkLst>
        </pc:picChg>
        <pc:picChg chg="mod">
          <ac:chgData name="Takamichi Asai" userId="3b5f7fad-e636-4c8e-833d-1467cd4f12a3" providerId="ADAL" clId="{2A663872-BA5B-4A08-84BE-EED75D43575C}" dt="2026-06-08T04:04:59.051" v="14403"/>
          <ac:picMkLst>
            <pc:docMk/>
            <pc:sldMk cId="1496849898" sldId="280"/>
            <ac:picMk id="4" creationId="{E29EDDE9-C855-A08B-673A-AF0B0750D98E}"/>
          </ac:picMkLst>
        </pc:picChg>
        <pc:picChg chg="add del mod ord topLvl">
          <ac:chgData name="Takamichi Asai" userId="3b5f7fad-e636-4c8e-833d-1467cd4f12a3" providerId="ADAL" clId="{2A663872-BA5B-4A08-84BE-EED75D43575C}" dt="2026-06-08T04:18:01.721" v="14491" actId="164"/>
          <ac:picMkLst>
            <pc:docMk/>
            <pc:sldMk cId="1496849898" sldId="280"/>
            <ac:picMk id="7" creationId="{3632EF34-BC29-78FB-6394-78C643631074}"/>
          </ac:picMkLst>
        </pc:picChg>
        <pc:picChg chg="del mod topLvl">
          <ac:chgData name="Takamichi Asai" userId="3b5f7fad-e636-4c8e-833d-1467cd4f12a3" providerId="ADAL" clId="{2A663872-BA5B-4A08-84BE-EED75D43575C}" dt="2026-06-08T04:07:53.516" v="14423" actId="21"/>
          <ac:picMkLst>
            <pc:docMk/>
            <pc:sldMk cId="1496849898" sldId="280"/>
            <ac:picMk id="12" creationId="{E3812FFE-77B1-C9FC-CB53-2FBF4FA4F47E}"/>
          </ac:picMkLst>
        </pc:picChg>
        <pc:picChg chg="del mod topLvl modCrop">
          <ac:chgData name="Takamichi Asai" userId="3b5f7fad-e636-4c8e-833d-1467cd4f12a3" providerId="ADAL" clId="{2A663872-BA5B-4A08-84BE-EED75D43575C}" dt="2026-06-08T04:07:53.516" v="14423" actId="21"/>
          <ac:picMkLst>
            <pc:docMk/>
            <pc:sldMk cId="1496849898" sldId="280"/>
            <ac:picMk id="13" creationId="{D9C1B138-D345-0476-CC57-D287E26F9796}"/>
          </ac:picMkLst>
        </pc:picChg>
        <pc:picChg chg="add mod">
          <ac:chgData name="Takamichi Asai" userId="3b5f7fad-e636-4c8e-833d-1467cd4f12a3" providerId="ADAL" clId="{2A663872-BA5B-4A08-84BE-EED75D43575C}" dt="2026-06-08T04:18:36.070" v="14494" actId="14100"/>
          <ac:picMkLst>
            <pc:docMk/>
            <pc:sldMk cId="1496849898" sldId="280"/>
            <ac:picMk id="16" creationId="{E3812FFE-77B1-C9FC-CB53-2FBF4FA4F47E}"/>
          </ac:picMkLst>
        </pc:picChg>
        <pc:picChg chg="add mod">
          <ac:chgData name="Takamichi Asai" userId="3b5f7fad-e636-4c8e-833d-1467cd4f12a3" providerId="ADAL" clId="{2A663872-BA5B-4A08-84BE-EED75D43575C}" dt="2026-06-08T04:18:44.174" v="14496" actId="14100"/>
          <ac:picMkLst>
            <pc:docMk/>
            <pc:sldMk cId="1496849898" sldId="280"/>
            <ac:picMk id="17" creationId="{D9C1B138-D345-0476-CC57-D287E26F9796}"/>
          </ac:picMkLst>
        </pc:picChg>
        <pc:picChg chg="add mod">
          <ac:chgData name="Takamichi Asai" userId="3b5f7fad-e636-4c8e-833d-1467cd4f12a3" providerId="ADAL" clId="{2A663872-BA5B-4A08-84BE-EED75D43575C}" dt="2026-06-08T04:13:48.308" v="14452" actId="1582"/>
          <ac:picMkLst>
            <pc:docMk/>
            <pc:sldMk cId="1496849898" sldId="280"/>
            <ac:picMk id="20" creationId="{DA34DE24-E7EF-18B5-B262-5F63D5DF78C6}"/>
          </ac:picMkLst>
        </pc:picChg>
        <pc:picChg chg="add mod">
          <ac:chgData name="Takamichi Asai" userId="3b5f7fad-e636-4c8e-833d-1467cd4f12a3" providerId="ADAL" clId="{2A663872-BA5B-4A08-84BE-EED75D43575C}" dt="2026-06-08T04:13:48.308" v="14452" actId="1582"/>
          <ac:picMkLst>
            <pc:docMk/>
            <pc:sldMk cId="1496849898" sldId="280"/>
            <ac:picMk id="21" creationId="{BC7B185F-4AB1-A15E-2138-966C4F2C734E}"/>
          </ac:picMkLst>
        </pc:picChg>
        <pc:picChg chg="add mod">
          <ac:chgData name="Takamichi Asai" userId="3b5f7fad-e636-4c8e-833d-1467cd4f12a3" providerId="ADAL" clId="{2A663872-BA5B-4A08-84BE-EED75D43575C}" dt="2026-06-08T04:13:48.308" v="14452" actId="1582"/>
          <ac:picMkLst>
            <pc:docMk/>
            <pc:sldMk cId="1496849898" sldId="280"/>
            <ac:picMk id="22" creationId="{BBC5D19F-6A86-EBE2-AD5B-5A1429ABDCFD}"/>
          </ac:picMkLst>
        </pc:picChg>
        <pc:picChg chg="add mod">
          <ac:chgData name="Takamichi Asai" userId="3b5f7fad-e636-4c8e-833d-1467cd4f12a3" providerId="ADAL" clId="{2A663872-BA5B-4A08-84BE-EED75D43575C}" dt="2026-06-08T04:21:18.422" v="14509" actId="1076"/>
          <ac:picMkLst>
            <pc:docMk/>
            <pc:sldMk cId="1496849898" sldId="280"/>
            <ac:picMk id="28" creationId="{C970DACF-F4FF-5BC7-3F99-C52DFE8AB307}"/>
          </ac:picMkLst>
        </pc:picChg>
        <pc:picChg chg="add del">
          <ac:chgData name="Takamichi Asai" userId="3b5f7fad-e636-4c8e-833d-1467cd4f12a3" providerId="ADAL" clId="{2A663872-BA5B-4A08-84BE-EED75D43575C}" dt="2026-06-08T04:20:26.011" v="14503" actId="22"/>
          <ac:picMkLst>
            <pc:docMk/>
            <pc:sldMk cId="1496849898" sldId="280"/>
            <ac:picMk id="32" creationId="{BB857D55-BAD6-B5ED-FFB9-1AD0BABC00D2}"/>
          </ac:picMkLst>
        </pc:picChg>
        <pc:picChg chg="add mod">
          <ac:chgData name="Takamichi Asai" userId="3b5f7fad-e636-4c8e-833d-1467cd4f12a3" providerId="ADAL" clId="{2A663872-BA5B-4A08-84BE-EED75D43575C}" dt="2026-06-08T04:20:53.543" v="14506" actId="1076"/>
          <ac:picMkLst>
            <pc:docMk/>
            <pc:sldMk cId="1496849898" sldId="280"/>
            <ac:picMk id="34" creationId="{AD9F2AD8-4B6C-0774-6AB4-A118038A9869}"/>
          </ac:picMkLst>
        </pc:picChg>
      </pc:sldChg>
      <pc:sldChg chg="addSp delSp modSp new del mod ord">
        <pc:chgData name="Takamichi Asai" userId="3b5f7fad-e636-4c8e-833d-1467cd4f12a3" providerId="ADAL" clId="{2A663872-BA5B-4A08-84BE-EED75D43575C}" dt="2026-06-08T05:38:43.257" v="14977" actId="47"/>
        <pc:sldMkLst>
          <pc:docMk/>
          <pc:sldMk cId="646433262" sldId="281"/>
        </pc:sldMkLst>
        <pc:spChg chg="add mod">
          <ac:chgData name="Takamichi Asai" userId="3b5f7fad-e636-4c8e-833d-1467cd4f12a3" providerId="ADAL" clId="{2A663872-BA5B-4A08-84BE-EED75D43575C}" dt="2026-06-08T04:23:15.242" v="14525" actId="164"/>
          <ac:spMkLst>
            <pc:docMk/>
            <pc:sldMk cId="646433262" sldId="281"/>
            <ac:spMk id="4" creationId="{DE3C25D8-9076-B2A4-AAAB-43D18330219A}"/>
          </ac:spMkLst>
        </pc:spChg>
        <pc:spChg chg="add mod">
          <ac:chgData name="Takamichi Asai" userId="3b5f7fad-e636-4c8e-833d-1467cd4f12a3" providerId="ADAL" clId="{2A663872-BA5B-4A08-84BE-EED75D43575C}" dt="2026-06-08T04:23:15.242" v="14525" actId="164"/>
          <ac:spMkLst>
            <pc:docMk/>
            <pc:sldMk cId="646433262" sldId="281"/>
            <ac:spMk id="5" creationId="{0272A4E5-25B8-DCBD-BB79-B1FDD7A78459}"/>
          </ac:spMkLst>
        </pc:spChg>
        <pc:spChg chg="add mod">
          <ac:chgData name="Takamichi Asai" userId="3b5f7fad-e636-4c8e-833d-1467cd4f12a3" providerId="ADAL" clId="{2A663872-BA5B-4A08-84BE-EED75D43575C}" dt="2026-06-08T04:23:15.242" v="14525" actId="164"/>
          <ac:spMkLst>
            <pc:docMk/>
            <pc:sldMk cId="646433262" sldId="281"/>
            <ac:spMk id="6" creationId="{45DA6702-146D-F728-1164-950A9D11D518}"/>
          </ac:spMkLst>
        </pc:spChg>
        <pc:spChg chg="add mod">
          <ac:chgData name="Takamichi Asai" userId="3b5f7fad-e636-4c8e-833d-1467cd4f12a3" providerId="ADAL" clId="{2A663872-BA5B-4A08-84BE-EED75D43575C}" dt="2026-06-08T04:23:15.242" v="14525" actId="164"/>
          <ac:spMkLst>
            <pc:docMk/>
            <pc:sldMk cId="646433262" sldId="281"/>
            <ac:spMk id="7" creationId="{C131B362-964F-3E03-6767-A79C401C3CB9}"/>
          </ac:spMkLst>
        </pc:spChg>
        <pc:spChg chg="add del mod">
          <ac:chgData name="Takamichi Asai" userId="3b5f7fad-e636-4c8e-833d-1467cd4f12a3" providerId="ADAL" clId="{2A663872-BA5B-4A08-84BE-EED75D43575C}" dt="2026-06-08T04:41:39.442" v="14655" actId="1076"/>
          <ac:spMkLst>
            <pc:docMk/>
            <pc:sldMk cId="646433262" sldId="281"/>
            <ac:spMk id="9" creationId="{55F0DE57-0E78-4C09-38C3-47BAEE325B55}"/>
          </ac:spMkLst>
        </pc:spChg>
        <pc:spChg chg="add mod">
          <ac:chgData name="Takamichi Asai" userId="3b5f7fad-e636-4c8e-833d-1467cd4f12a3" providerId="ADAL" clId="{2A663872-BA5B-4A08-84BE-EED75D43575C}" dt="2026-06-08T04:41:39.442" v="14655" actId="1076"/>
          <ac:spMkLst>
            <pc:docMk/>
            <pc:sldMk cId="646433262" sldId="281"/>
            <ac:spMk id="10" creationId="{2066AC8B-DFE6-F5C8-2981-0A417D198B1B}"/>
          </ac:spMkLst>
        </pc:spChg>
        <pc:spChg chg="add mod">
          <ac:chgData name="Takamichi Asai" userId="3b5f7fad-e636-4c8e-833d-1467cd4f12a3" providerId="ADAL" clId="{2A663872-BA5B-4A08-84BE-EED75D43575C}" dt="2026-06-08T04:26:01.840" v="14539" actId="164"/>
          <ac:spMkLst>
            <pc:docMk/>
            <pc:sldMk cId="646433262" sldId="281"/>
            <ac:spMk id="11" creationId="{99822293-452B-F4C4-F34E-6DF3B02C2419}"/>
          </ac:spMkLst>
        </pc:spChg>
        <pc:spChg chg="add mod">
          <ac:chgData name="Takamichi Asai" userId="3b5f7fad-e636-4c8e-833d-1467cd4f12a3" providerId="ADAL" clId="{2A663872-BA5B-4A08-84BE-EED75D43575C}" dt="2026-06-08T04:26:01.840" v="14539" actId="164"/>
          <ac:spMkLst>
            <pc:docMk/>
            <pc:sldMk cId="646433262" sldId="281"/>
            <ac:spMk id="12" creationId="{28B46FFC-4C69-1EA4-C96E-9252A17DEFD8}"/>
          </ac:spMkLst>
        </pc:spChg>
        <pc:spChg chg="mod">
          <ac:chgData name="Takamichi Asai" userId="3b5f7fad-e636-4c8e-833d-1467cd4f12a3" providerId="ADAL" clId="{2A663872-BA5B-4A08-84BE-EED75D43575C}" dt="2026-06-08T04:26:36.765" v="14541"/>
          <ac:spMkLst>
            <pc:docMk/>
            <pc:sldMk cId="646433262" sldId="281"/>
            <ac:spMk id="22" creationId="{1E1DE145-C984-BB3F-9EA4-C0114CCA8986}"/>
          </ac:spMkLst>
        </pc:spChg>
        <pc:spChg chg="mod">
          <ac:chgData name="Takamichi Asai" userId="3b5f7fad-e636-4c8e-833d-1467cd4f12a3" providerId="ADAL" clId="{2A663872-BA5B-4A08-84BE-EED75D43575C}" dt="2026-06-08T04:26:36.765" v="14541"/>
          <ac:spMkLst>
            <pc:docMk/>
            <pc:sldMk cId="646433262" sldId="281"/>
            <ac:spMk id="23" creationId="{CF98468E-5B1D-0505-19BC-A6EAC046BC86}"/>
          </ac:spMkLst>
        </pc:spChg>
        <pc:spChg chg="mod">
          <ac:chgData name="Takamichi Asai" userId="3b5f7fad-e636-4c8e-833d-1467cd4f12a3" providerId="ADAL" clId="{2A663872-BA5B-4A08-84BE-EED75D43575C}" dt="2026-06-08T04:26:36.765" v="14541"/>
          <ac:spMkLst>
            <pc:docMk/>
            <pc:sldMk cId="646433262" sldId="281"/>
            <ac:spMk id="24" creationId="{CEDEEDDA-4F35-61F2-E3B6-0D7C912A841C}"/>
          </ac:spMkLst>
        </pc:spChg>
        <pc:spChg chg="mod">
          <ac:chgData name="Takamichi Asai" userId="3b5f7fad-e636-4c8e-833d-1467cd4f12a3" providerId="ADAL" clId="{2A663872-BA5B-4A08-84BE-EED75D43575C}" dt="2026-06-08T04:31:22.527" v="14578"/>
          <ac:spMkLst>
            <pc:docMk/>
            <pc:sldMk cId="646433262" sldId="281"/>
            <ac:spMk id="39" creationId="{53D0632E-BF52-27F7-CC97-F07EFBBFB5C1}"/>
          </ac:spMkLst>
        </pc:spChg>
        <pc:spChg chg="mod">
          <ac:chgData name="Takamichi Asai" userId="3b5f7fad-e636-4c8e-833d-1467cd4f12a3" providerId="ADAL" clId="{2A663872-BA5B-4A08-84BE-EED75D43575C}" dt="2026-06-08T04:31:22.527" v="14578"/>
          <ac:spMkLst>
            <pc:docMk/>
            <pc:sldMk cId="646433262" sldId="281"/>
            <ac:spMk id="40" creationId="{32A4C38D-5695-3450-C888-E6EFF03668CC}"/>
          </ac:spMkLst>
        </pc:spChg>
        <pc:spChg chg="mod">
          <ac:chgData name="Takamichi Asai" userId="3b5f7fad-e636-4c8e-833d-1467cd4f12a3" providerId="ADAL" clId="{2A663872-BA5B-4A08-84BE-EED75D43575C}" dt="2026-06-08T04:31:22.527" v="14578"/>
          <ac:spMkLst>
            <pc:docMk/>
            <pc:sldMk cId="646433262" sldId="281"/>
            <ac:spMk id="41" creationId="{88FB694F-168C-03BF-15F2-366B7FEBA819}"/>
          </ac:spMkLst>
        </pc:spChg>
        <pc:spChg chg="mod">
          <ac:chgData name="Takamichi Asai" userId="3b5f7fad-e636-4c8e-833d-1467cd4f12a3" providerId="ADAL" clId="{2A663872-BA5B-4A08-84BE-EED75D43575C}" dt="2026-06-08T04:31:22.527" v="14578"/>
          <ac:spMkLst>
            <pc:docMk/>
            <pc:sldMk cId="646433262" sldId="281"/>
            <ac:spMk id="42" creationId="{3098056C-7FB8-2217-694D-1B3084E303C8}"/>
          </ac:spMkLst>
        </pc:spChg>
        <pc:spChg chg="mod">
          <ac:chgData name="Takamichi Asai" userId="3b5f7fad-e636-4c8e-833d-1467cd4f12a3" providerId="ADAL" clId="{2A663872-BA5B-4A08-84BE-EED75D43575C}" dt="2026-06-08T04:32:34.584" v="14585"/>
          <ac:spMkLst>
            <pc:docMk/>
            <pc:sldMk cId="646433262" sldId="281"/>
            <ac:spMk id="46" creationId="{45E77399-DC53-82C5-D049-954ED8B25EE6}"/>
          </ac:spMkLst>
        </pc:spChg>
        <pc:spChg chg="mod">
          <ac:chgData name="Takamichi Asai" userId="3b5f7fad-e636-4c8e-833d-1467cd4f12a3" providerId="ADAL" clId="{2A663872-BA5B-4A08-84BE-EED75D43575C}" dt="2026-06-08T04:32:34.584" v="14585"/>
          <ac:spMkLst>
            <pc:docMk/>
            <pc:sldMk cId="646433262" sldId="281"/>
            <ac:spMk id="47" creationId="{DFF63162-DC18-8AB0-B5D8-8A054F367160}"/>
          </ac:spMkLst>
        </pc:spChg>
        <pc:spChg chg="add mod">
          <ac:chgData name="Takamichi Asai" userId="3b5f7fad-e636-4c8e-833d-1467cd4f12a3" providerId="ADAL" clId="{2A663872-BA5B-4A08-84BE-EED75D43575C}" dt="2026-06-08T04:41:41.131" v="14656"/>
          <ac:spMkLst>
            <pc:docMk/>
            <pc:sldMk cId="646433262" sldId="281"/>
            <ac:spMk id="48" creationId="{1309EC7F-4FF7-0EEE-8275-7C86398E462F}"/>
          </ac:spMkLst>
        </pc:spChg>
        <pc:grpChg chg="add mod">
          <ac:chgData name="Takamichi Asai" userId="3b5f7fad-e636-4c8e-833d-1467cd4f12a3" providerId="ADAL" clId="{2A663872-BA5B-4A08-84BE-EED75D43575C}" dt="2026-06-08T04:26:01.840" v="14539" actId="164"/>
          <ac:grpSpMkLst>
            <pc:docMk/>
            <pc:sldMk cId="646433262" sldId="281"/>
            <ac:grpSpMk id="8" creationId="{684C4003-CAA3-E6FE-01C4-5A37D6ABF4B7}"/>
          </ac:grpSpMkLst>
        </pc:grpChg>
        <pc:grpChg chg="add mod ord">
          <ac:chgData name="Takamichi Asai" userId="3b5f7fad-e636-4c8e-833d-1467cd4f12a3" providerId="ADAL" clId="{2A663872-BA5B-4A08-84BE-EED75D43575C}" dt="2026-06-08T04:41:39.442" v="14655" actId="1076"/>
          <ac:grpSpMkLst>
            <pc:docMk/>
            <pc:sldMk cId="646433262" sldId="281"/>
            <ac:grpSpMk id="13" creationId="{45A67896-29AD-87BD-25C2-11B6DEDABCBA}"/>
          </ac:grpSpMkLst>
        </pc:grpChg>
        <pc:grpChg chg="mod">
          <ac:chgData name="Takamichi Asai" userId="3b5f7fad-e636-4c8e-833d-1467cd4f12a3" providerId="ADAL" clId="{2A663872-BA5B-4A08-84BE-EED75D43575C}" dt="2026-06-08T04:41:39.442" v="14655" actId="1076"/>
          <ac:grpSpMkLst>
            <pc:docMk/>
            <pc:sldMk cId="646433262" sldId="281"/>
            <ac:grpSpMk id="15" creationId="{202F9F0A-28C7-E699-5EB3-80EAA39FBFAB}"/>
          </ac:grpSpMkLst>
        </pc:grpChg>
        <pc:grpChg chg="mod">
          <ac:chgData name="Takamichi Asai" userId="3b5f7fad-e636-4c8e-833d-1467cd4f12a3" providerId="ADAL" clId="{2A663872-BA5B-4A08-84BE-EED75D43575C}" dt="2026-06-08T04:41:39.442" v="14655" actId="1076"/>
          <ac:grpSpMkLst>
            <pc:docMk/>
            <pc:sldMk cId="646433262" sldId="281"/>
            <ac:grpSpMk id="20" creationId="{285AB1AE-CF73-8C77-51DD-BADBDCBF709C}"/>
          </ac:grpSpMkLst>
        </pc:grpChg>
        <pc:grpChg chg="mod">
          <ac:chgData name="Takamichi Asai" userId="3b5f7fad-e636-4c8e-833d-1467cd4f12a3" providerId="ADAL" clId="{2A663872-BA5B-4A08-84BE-EED75D43575C}" dt="2026-06-08T04:41:39.442" v="14655" actId="1076"/>
          <ac:grpSpMkLst>
            <pc:docMk/>
            <pc:sldMk cId="646433262" sldId="281"/>
            <ac:grpSpMk id="25" creationId="{4585BBB8-F9C1-1E86-5BCF-AE8487BB8C59}"/>
          </ac:grpSpMkLst>
        </pc:grpChg>
        <pc:grpChg chg="add mod">
          <ac:chgData name="Takamichi Asai" userId="3b5f7fad-e636-4c8e-833d-1467cd4f12a3" providerId="ADAL" clId="{2A663872-BA5B-4A08-84BE-EED75D43575C}" dt="2026-06-08T04:41:39.442" v="14655" actId="1076"/>
          <ac:grpSpMkLst>
            <pc:docMk/>
            <pc:sldMk cId="646433262" sldId="281"/>
            <ac:grpSpMk id="37" creationId="{02D9A704-94DA-496B-396C-020BF37E314E}"/>
          </ac:grpSpMkLst>
        </pc:grpChg>
        <pc:grpChg chg="add mod">
          <ac:chgData name="Takamichi Asai" userId="3b5f7fad-e636-4c8e-833d-1467cd4f12a3" providerId="ADAL" clId="{2A663872-BA5B-4A08-84BE-EED75D43575C}" dt="2026-06-08T04:32:40.061" v="14586" actId="1076"/>
          <ac:grpSpMkLst>
            <pc:docMk/>
            <pc:sldMk cId="646433262" sldId="281"/>
            <ac:grpSpMk id="43" creationId="{B2404A80-A236-F19C-6A76-9D01259D808D}"/>
          </ac:grpSpMkLst>
        </pc:grpChg>
        <pc:graphicFrameChg chg="add del mod">
          <ac:chgData name="Takamichi Asai" userId="3b5f7fad-e636-4c8e-833d-1467cd4f12a3" providerId="ADAL" clId="{2A663872-BA5B-4A08-84BE-EED75D43575C}" dt="2026-06-08T04:27:27.361" v="14548" actId="21"/>
          <ac:graphicFrameMkLst>
            <pc:docMk/>
            <pc:sldMk cId="646433262" sldId="281"/>
            <ac:graphicFrameMk id="31" creationId="{E5EF4C05-F8C9-5258-FDA6-E2C271385075}"/>
          </ac:graphicFrameMkLst>
        </pc:graphicFrameChg>
        <pc:graphicFrameChg chg="add del mod">
          <ac:chgData name="Takamichi Asai" userId="3b5f7fad-e636-4c8e-833d-1467cd4f12a3" providerId="ADAL" clId="{2A663872-BA5B-4A08-84BE-EED75D43575C}" dt="2026-06-08T04:29:20.646" v="14562" actId="21"/>
          <ac:graphicFrameMkLst>
            <pc:docMk/>
            <pc:sldMk cId="646433262" sldId="281"/>
            <ac:graphicFrameMk id="32" creationId="{20D91E1A-FDA9-C166-C3EB-AF040E860A37}"/>
          </ac:graphicFrameMkLst>
        </pc:graphicFrameChg>
        <pc:picChg chg="add mod">
          <ac:chgData name="Takamichi Asai" userId="3b5f7fad-e636-4c8e-833d-1467cd4f12a3" providerId="ADAL" clId="{2A663872-BA5B-4A08-84BE-EED75D43575C}" dt="2026-06-08T04:23:15.242" v="14525" actId="164"/>
          <ac:picMkLst>
            <pc:docMk/>
            <pc:sldMk cId="646433262" sldId="281"/>
            <ac:picMk id="3" creationId="{F9FB077E-8AE2-145C-411E-5443D5B5F533}"/>
          </ac:picMkLst>
        </pc:picChg>
        <pc:picChg chg="add mod">
          <ac:chgData name="Takamichi Asai" userId="3b5f7fad-e636-4c8e-833d-1467cd4f12a3" providerId="ADAL" clId="{2A663872-BA5B-4A08-84BE-EED75D43575C}" dt="2026-06-08T04:41:39.442" v="14655" actId="1076"/>
          <ac:picMkLst>
            <pc:docMk/>
            <pc:sldMk cId="646433262" sldId="281"/>
            <ac:picMk id="14" creationId="{0BFF0534-B658-B28C-6494-5C720261572A}"/>
          </ac:picMkLst>
        </pc:picChg>
        <pc:picChg chg="mod">
          <ac:chgData name="Takamichi Asai" userId="3b5f7fad-e636-4c8e-833d-1467cd4f12a3" providerId="ADAL" clId="{2A663872-BA5B-4A08-84BE-EED75D43575C}" dt="2026-06-08T04:26:36.765" v="14541"/>
          <ac:picMkLst>
            <pc:docMk/>
            <pc:sldMk cId="646433262" sldId="281"/>
            <ac:picMk id="16" creationId="{C03E582D-7BFA-6251-FB37-82BDF79CB06E}"/>
          </ac:picMkLst>
        </pc:picChg>
        <pc:picChg chg="mod">
          <ac:chgData name="Takamichi Asai" userId="3b5f7fad-e636-4c8e-833d-1467cd4f12a3" providerId="ADAL" clId="{2A663872-BA5B-4A08-84BE-EED75D43575C}" dt="2026-06-08T04:26:36.765" v="14541"/>
          <ac:picMkLst>
            <pc:docMk/>
            <pc:sldMk cId="646433262" sldId="281"/>
            <ac:picMk id="18" creationId="{8C36AE57-379C-E2A2-BB9C-3C07439F2DE3}"/>
          </ac:picMkLst>
        </pc:picChg>
        <pc:picChg chg="mod">
          <ac:chgData name="Takamichi Asai" userId="3b5f7fad-e636-4c8e-833d-1467cd4f12a3" providerId="ADAL" clId="{2A663872-BA5B-4A08-84BE-EED75D43575C}" dt="2026-06-08T04:26:36.765" v="14541"/>
          <ac:picMkLst>
            <pc:docMk/>
            <pc:sldMk cId="646433262" sldId="281"/>
            <ac:picMk id="19" creationId="{33336FBD-8B80-38EF-0478-F64BBAD79FEE}"/>
          </ac:picMkLst>
        </pc:picChg>
        <pc:picChg chg="mod">
          <ac:chgData name="Takamichi Asai" userId="3b5f7fad-e636-4c8e-833d-1467cd4f12a3" providerId="ADAL" clId="{2A663872-BA5B-4A08-84BE-EED75D43575C}" dt="2026-06-08T04:26:36.765" v="14541"/>
          <ac:picMkLst>
            <pc:docMk/>
            <pc:sldMk cId="646433262" sldId="281"/>
            <ac:picMk id="26" creationId="{CB28716D-E333-9D56-EC11-410F86A5A633}"/>
          </ac:picMkLst>
        </pc:picChg>
        <pc:picChg chg="mod">
          <ac:chgData name="Takamichi Asai" userId="3b5f7fad-e636-4c8e-833d-1467cd4f12a3" providerId="ADAL" clId="{2A663872-BA5B-4A08-84BE-EED75D43575C}" dt="2026-06-08T04:26:36.765" v="14541"/>
          <ac:picMkLst>
            <pc:docMk/>
            <pc:sldMk cId="646433262" sldId="281"/>
            <ac:picMk id="27" creationId="{1E9482A5-2C4B-0CBA-4A0F-0ED8806AB786}"/>
          </ac:picMkLst>
        </pc:picChg>
        <pc:picChg chg="mod">
          <ac:chgData name="Takamichi Asai" userId="3b5f7fad-e636-4c8e-833d-1467cd4f12a3" providerId="ADAL" clId="{2A663872-BA5B-4A08-84BE-EED75D43575C}" dt="2026-06-08T04:26:36.765" v="14541"/>
          <ac:picMkLst>
            <pc:docMk/>
            <pc:sldMk cId="646433262" sldId="281"/>
            <ac:picMk id="28" creationId="{B744D243-CE60-7421-8498-2A66EA48E76C}"/>
          </ac:picMkLst>
        </pc:picChg>
        <pc:picChg chg="add del">
          <ac:chgData name="Takamichi Asai" userId="3b5f7fad-e636-4c8e-833d-1467cd4f12a3" providerId="ADAL" clId="{2A663872-BA5B-4A08-84BE-EED75D43575C}" dt="2026-06-08T04:27:21.349" v="14546" actId="22"/>
          <ac:picMkLst>
            <pc:docMk/>
            <pc:sldMk cId="646433262" sldId="281"/>
            <ac:picMk id="30" creationId="{C26F2132-FD10-776E-9DBB-3864DDA47EAD}"/>
          </ac:picMkLst>
        </pc:picChg>
        <pc:picChg chg="add mod modCrop">
          <ac:chgData name="Takamichi Asai" userId="3b5f7fad-e636-4c8e-833d-1467cd4f12a3" providerId="ADAL" clId="{2A663872-BA5B-4A08-84BE-EED75D43575C}" dt="2026-06-08T04:41:39.442" v="14655" actId="1076"/>
          <ac:picMkLst>
            <pc:docMk/>
            <pc:sldMk cId="646433262" sldId="281"/>
            <ac:picMk id="34" creationId="{566D7C57-F193-79BC-725A-30C3F9089653}"/>
          </ac:picMkLst>
        </pc:picChg>
        <pc:picChg chg="add mod modCrop">
          <ac:chgData name="Takamichi Asai" userId="3b5f7fad-e636-4c8e-833d-1467cd4f12a3" providerId="ADAL" clId="{2A663872-BA5B-4A08-84BE-EED75D43575C}" dt="2026-06-08T04:41:39.442" v="14655" actId="1076"/>
          <ac:picMkLst>
            <pc:docMk/>
            <pc:sldMk cId="646433262" sldId="281"/>
            <ac:picMk id="36" creationId="{4BA4B36E-C23D-888A-9DA8-7D5441631AEA}"/>
          </ac:picMkLst>
        </pc:picChg>
        <pc:picChg chg="mod">
          <ac:chgData name="Takamichi Asai" userId="3b5f7fad-e636-4c8e-833d-1467cd4f12a3" providerId="ADAL" clId="{2A663872-BA5B-4A08-84BE-EED75D43575C}" dt="2026-06-08T04:31:22.527" v="14578"/>
          <ac:picMkLst>
            <pc:docMk/>
            <pc:sldMk cId="646433262" sldId="281"/>
            <ac:picMk id="38" creationId="{8A4C03DE-327A-FE69-E8C7-20D60D83B5E6}"/>
          </ac:picMkLst>
        </pc:picChg>
        <pc:picChg chg="mod">
          <ac:chgData name="Takamichi Asai" userId="3b5f7fad-e636-4c8e-833d-1467cd4f12a3" providerId="ADAL" clId="{2A663872-BA5B-4A08-84BE-EED75D43575C}" dt="2026-06-08T04:32:34.584" v="14585"/>
          <ac:picMkLst>
            <pc:docMk/>
            <pc:sldMk cId="646433262" sldId="281"/>
            <ac:picMk id="44" creationId="{7BD9C6EB-DC8C-08BC-5C5B-02547D00F366}"/>
          </ac:picMkLst>
        </pc:picChg>
        <pc:picChg chg="mod">
          <ac:chgData name="Takamichi Asai" userId="3b5f7fad-e636-4c8e-833d-1467cd4f12a3" providerId="ADAL" clId="{2A663872-BA5B-4A08-84BE-EED75D43575C}" dt="2026-06-08T04:32:34.584" v="14585"/>
          <ac:picMkLst>
            <pc:docMk/>
            <pc:sldMk cId="646433262" sldId="281"/>
            <ac:picMk id="45" creationId="{2CD433C5-2066-2307-FF20-6743D93A806D}"/>
          </ac:picMkLst>
        </pc:picChg>
      </pc:sldChg>
      <pc:sldChg chg="addSp modSp new del">
        <pc:chgData name="Takamichi Asai" userId="3b5f7fad-e636-4c8e-833d-1467cd4f12a3" providerId="ADAL" clId="{2A663872-BA5B-4A08-84BE-EED75D43575C}" dt="2026-06-08T04:43:46.760" v="14665" actId="47"/>
        <pc:sldMkLst>
          <pc:docMk/>
          <pc:sldMk cId="2976268342" sldId="282"/>
        </pc:sldMkLst>
        <pc:picChg chg="add mod">
          <ac:chgData name="Takamichi Asai" userId="3b5f7fad-e636-4c8e-833d-1467cd4f12a3" providerId="ADAL" clId="{2A663872-BA5B-4A08-84BE-EED75D43575C}" dt="2026-06-08T04:40:45.864" v="14654"/>
          <ac:picMkLst>
            <pc:docMk/>
            <pc:sldMk cId="2976268342" sldId="282"/>
            <ac:picMk id="2" creationId="{C63075FB-5C6C-45C6-8047-15258CBCBE7A}"/>
          </ac:picMkLst>
        </pc:picChg>
      </pc:sldChg>
      <pc:sldChg chg="addSp modSp new del mod ord">
        <pc:chgData name="Takamichi Asai" userId="3b5f7fad-e636-4c8e-833d-1467cd4f12a3" providerId="ADAL" clId="{2A663872-BA5B-4A08-84BE-EED75D43575C}" dt="2026-06-08T05:38:43.257" v="14977" actId="47"/>
        <pc:sldMkLst>
          <pc:docMk/>
          <pc:sldMk cId="2692388721" sldId="283"/>
        </pc:sldMkLst>
        <pc:spChg chg="mod">
          <ac:chgData name="Takamichi Asai" userId="3b5f7fad-e636-4c8e-833d-1467cd4f12a3" providerId="ADAL" clId="{2A663872-BA5B-4A08-84BE-EED75D43575C}" dt="2026-06-08T04:42:17.929" v="14658"/>
          <ac:spMkLst>
            <pc:docMk/>
            <pc:sldMk cId="2692388721" sldId="283"/>
            <ac:spMk id="10" creationId="{FCA898E7-72B4-3F74-2C5D-958BDB305CDA}"/>
          </ac:spMkLst>
        </pc:spChg>
        <pc:spChg chg="mod">
          <ac:chgData name="Takamichi Asai" userId="3b5f7fad-e636-4c8e-833d-1467cd4f12a3" providerId="ADAL" clId="{2A663872-BA5B-4A08-84BE-EED75D43575C}" dt="2026-06-08T04:42:17.929" v="14658"/>
          <ac:spMkLst>
            <pc:docMk/>
            <pc:sldMk cId="2692388721" sldId="283"/>
            <ac:spMk id="11" creationId="{747A397C-046B-B20A-5099-392D73FAF4B8}"/>
          </ac:spMkLst>
        </pc:spChg>
        <pc:spChg chg="mod">
          <ac:chgData name="Takamichi Asai" userId="3b5f7fad-e636-4c8e-833d-1467cd4f12a3" providerId="ADAL" clId="{2A663872-BA5B-4A08-84BE-EED75D43575C}" dt="2026-06-08T04:42:17.929" v="14658"/>
          <ac:spMkLst>
            <pc:docMk/>
            <pc:sldMk cId="2692388721" sldId="283"/>
            <ac:spMk id="12" creationId="{FDEA4E9D-F6E5-76A7-6215-B6D82E33CEC6}"/>
          </ac:spMkLst>
        </pc:spChg>
        <pc:spChg chg="mod">
          <ac:chgData name="Takamichi Asai" userId="3b5f7fad-e636-4c8e-833d-1467cd4f12a3" providerId="ADAL" clId="{2A663872-BA5B-4A08-84BE-EED75D43575C}" dt="2026-06-08T04:42:17.929" v="14658"/>
          <ac:spMkLst>
            <pc:docMk/>
            <pc:sldMk cId="2692388721" sldId="283"/>
            <ac:spMk id="13" creationId="{65096B2F-A84D-F582-A9EF-7614110100E8}"/>
          </ac:spMkLst>
        </pc:spChg>
        <pc:grpChg chg="mod">
          <ac:chgData name="Takamichi Asai" userId="3b5f7fad-e636-4c8e-833d-1467cd4f12a3" providerId="ADAL" clId="{2A663872-BA5B-4A08-84BE-EED75D43575C}" dt="2026-06-08T04:54:09.487" v="14706" actId="14100"/>
          <ac:grpSpMkLst>
            <pc:docMk/>
            <pc:sldMk cId="2692388721" sldId="283"/>
            <ac:grpSpMk id="2" creationId="{D3D959CE-576C-53E5-9B4A-9849C19E120D}"/>
          </ac:grpSpMkLst>
        </pc:grpChg>
        <pc:picChg chg="mod">
          <ac:chgData name="Takamichi Asai" userId="3b5f7fad-e636-4c8e-833d-1467cd4f12a3" providerId="ADAL" clId="{2A663872-BA5B-4A08-84BE-EED75D43575C}" dt="2026-06-08T04:42:17.929" v="14658"/>
          <ac:picMkLst>
            <pc:docMk/>
            <pc:sldMk cId="2692388721" sldId="283"/>
            <ac:picMk id="4" creationId="{A8FB8899-1756-88E1-CB63-D450815954E4}"/>
          </ac:picMkLst>
        </pc:picChg>
        <pc:picChg chg="mod">
          <ac:chgData name="Takamichi Asai" userId="3b5f7fad-e636-4c8e-833d-1467cd4f12a3" providerId="ADAL" clId="{2A663872-BA5B-4A08-84BE-EED75D43575C}" dt="2026-06-08T04:42:17.929" v="14658"/>
          <ac:picMkLst>
            <pc:docMk/>
            <pc:sldMk cId="2692388721" sldId="283"/>
            <ac:picMk id="5" creationId="{FABFBB07-9124-9E44-9F84-1FF6A7FB8ED1}"/>
          </ac:picMkLst>
        </pc:picChg>
        <pc:picChg chg="mod">
          <ac:chgData name="Takamichi Asai" userId="3b5f7fad-e636-4c8e-833d-1467cd4f12a3" providerId="ADAL" clId="{2A663872-BA5B-4A08-84BE-EED75D43575C}" dt="2026-06-08T04:42:17.929" v="14658"/>
          <ac:picMkLst>
            <pc:docMk/>
            <pc:sldMk cId="2692388721" sldId="283"/>
            <ac:picMk id="6" creationId="{2FAC3F39-E38C-EF0F-AD2B-0D0E14F4929E}"/>
          </ac:picMkLst>
        </pc:picChg>
        <pc:picChg chg="mod">
          <ac:chgData name="Takamichi Asai" userId="3b5f7fad-e636-4c8e-833d-1467cd4f12a3" providerId="ADAL" clId="{2A663872-BA5B-4A08-84BE-EED75D43575C}" dt="2026-06-08T04:42:17.929" v="14658"/>
          <ac:picMkLst>
            <pc:docMk/>
            <pc:sldMk cId="2692388721" sldId="283"/>
            <ac:picMk id="7" creationId="{EBE5064B-0CDD-6C36-5C28-34D2A0203292}"/>
          </ac:picMkLst>
        </pc:picChg>
        <pc:picChg chg="mod">
          <ac:chgData name="Takamichi Asai" userId="3b5f7fad-e636-4c8e-833d-1467cd4f12a3" providerId="ADAL" clId="{2A663872-BA5B-4A08-84BE-EED75D43575C}" dt="2026-06-08T04:42:17.929" v="14658"/>
          <ac:picMkLst>
            <pc:docMk/>
            <pc:sldMk cId="2692388721" sldId="283"/>
            <ac:picMk id="8" creationId="{F198E27C-9ADB-2631-0883-B0E3A1494192}"/>
          </ac:picMkLst>
        </pc:picChg>
        <pc:picChg chg="mod">
          <ac:chgData name="Takamichi Asai" userId="3b5f7fad-e636-4c8e-833d-1467cd4f12a3" providerId="ADAL" clId="{2A663872-BA5B-4A08-84BE-EED75D43575C}" dt="2026-06-08T04:42:17.929" v="14658"/>
          <ac:picMkLst>
            <pc:docMk/>
            <pc:sldMk cId="2692388721" sldId="283"/>
            <ac:picMk id="9" creationId="{7B1BBCD4-ACA3-306C-615B-BADD64CB0453}"/>
          </ac:picMkLst>
        </pc:picChg>
      </pc:sldChg>
      <pc:sldChg chg="addSp delSp modSp new del mod">
        <pc:chgData name="Takamichi Asai" userId="3b5f7fad-e636-4c8e-833d-1467cd4f12a3" providerId="ADAL" clId="{2A663872-BA5B-4A08-84BE-EED75D43575C}" dt="2026-06-08T04:49:32.044" v="14696" actId="47"/>
        <pc:sldMkLst>
          <pc:docMk/>
          <pc:sldMk cId="231639077" sldId="284"/>
        </pc:sldMkLst>
        <pc:spChg chg="mod">
          <ac:chgData name="Takamichi Asai" userId="3b5f7fad-e636-4c8e-833d-1467cd4f12a3" providerId="ADAL" clId="{2A663872-BA5B-4A08-84BE-EED75D43575C}" dt="2026-06-08T04:48:32.446" v="14687" actId="165"/>
          <ac:spMkLst>
            <pc:docMk/>
            <pc:sldMk cId="231639077" sldId="284"/>
            <ac:spMk id="10" creationId="{6283D95D-C48A-EDC2-05A8-C6650D9D721D}"/>
          </ac:spMkLst>
        </pc:spChg>
        <pc:spChg chg="mod">
          <ac:chgData name="Takamichi Asai" userId="3b5f7fad-e636-4c8e-833d-1467cd4f12a3" providerId="ADAL" clId="{2A663872-BA5B-4A08-84BE-EED75D43575C}" dt="2026-06-08T04:48:32.446" v="14687" actId="165"/>
          <ac:spMkLst>
            <pc:docMk/>
            <pc:sldMk cId="231639077" sldId="284"/>
            <ac:spMk id="11" creationId="{F4520410-70CD-F528-2C08-6DB5AD042D1F}"/>
          </ac:spMkLst>
        </pc:spChg>
        <pc:spChg chg="mod">
          <ac:chgData name="Takamichi Asai" userId="3b5f7fad-e636-4c8e-833d-1467cd4f12a3" providerId="ADAL" clId="{2A663872-BA5B-4A08-84BE-EED75D43575C}" dt="2026-06-08T04:48:32.446" v="14687" actId="165"/>
          <ac:spMkLst>
            <pc:docMk/>
            <pc:sldMk cId="231639077" sldId="284"/>
            <ac:spMk id="12" creationId="{52C18AFE-2F50-52ED-7657-DB563B308890}"/>
          </ac:spMkLst>
        </pc:spChg>
        <pc:spChg chg="mod">
          <ac:chgData name="Takamichi Asai" userId="3b5f7fad-e636-4c8e-833d-1467cd4f12a3" providerId="ADAL" clId="{2A663872-BA5B-4A08-84BE-EED75D43575C}" dt="2026-06-08T04:48:32.446" v="14687" actId="165"/>
          <ac:spMkLst>
            <pc:docMk/>
            <pc:sldMk cId="231639077" sldId="284"/>
            <ac:spMk id="13" creationId="{2BE50508-13A0-80E2-7307-BF99A63DB195}"/>
          </ac:spMkLst>
        </pc:spChg>
        <pc:grpChg chg="mod">
          <ac:chgData name="Takamichi Asai" userId="3b5f7fad-e636-4c8e-833d-1467cd4f12a3" providerId="ADAL" clId="{2A663872-BA5B-4A08-84BE-EED75D43575C}" dt="2026-06-08T04:48:05.441" v="14685" actId="688"/>
          <ac:grpSpMkLst>
            <pc:docMk/>
            <pc:sldMk cId="231639077" sldId="284"/>
            <ac:grpSpMk id="2" creationId="{9E4A572E-DD10-98A9-F672-8F3491062365}"/>
          </ac:grpSpMkLst>
        </pc:grpChg>
        <pc:grpChg chg="mod">
          <ac:chgData name="Takamichi Asai" userId="3b5f7fad-e636-4c8e-833d-1467cd4f12a3" providerId="ADAL" clId="{2A663872-BA5B-4A08-84BE-EED75D43575C}" dt="2026-06-08T04:49:28.816" v="14695" actId="14100"/>
          <ac:grpSpMkLst>
            <pc:docMk/>
            <pc:sldMk cId="231639077" sldId="284"/>
            <ac:grpSpMk id="3" creationId="{3964081C-E6E3-794F-0B13-072721B55524}"/>
          </ac:grpSpMkLst>
        </pc:grpChg>
        <pc:picChg chg="del mod topLvl">
          <ac:chgData name="Takamichi Asai" userId="3b5f7fad-e636-4c8e-833d-1467cd4f12a3" providerId="ADAL" clId="{2A663872-BA5B-4A08-84BE-EED75D43575C}" dt="2026-06-08T04:48:37.228" v="14688" actId="478"/>
          <ac:picMkLst>
            <pc:docMk/>
            <pc:sldMk cId="231639077" sldId="284"/>
            <ac:picMk id="4" creationId="{5C12E5D8-1606-E6C6-A3F3-0F82615099F2}"/>
          </ac:picMkLst>
        </pc:picChg>
        <pc:picChg chg="del mod topLvl">
          <ac:chgData name="Takamichi Asai" userId="3b5f7fad-e636-4c8e-833d-1467cd4f12a3" providerId="ADAL" clId="{2A663872-BA5B-4A08-84BE-EED75D43575C}" dt="2026-06-08T04:48:37.228" v="14688" actId="478"/>
          <ac:picMkLst>
            <pc:docMk/>
            <pc:sldMk cId="231639077" sldId="284"/>
            <ac:picMk id="5" creationId="{7D2C9203-6844-C948-67FA-74156A271A63}"/>
          </ac:picMkLst>
        </pc:picChg>
        <pc:picChg chg="mod topLvl">
          <ac:chgData name="Takamichi Asai" userId="3b5f7fad-e636-4c8e-833d-1467cd4f12a3" providerId="ADAL" clId="{2A663872-BA5B-4A08-84BE-EED75D43575C}" dt="2026-06-08T04:49:28.816" v="14695" actId="14100"/>
          <ac:picMkLst>
            <pc:docMk/>
            <pc:sldMk cId="231639077" sldId="284"/>
            <ac:picMk id="6" creationId="{ADAADCC7-A08F-92E9-79DE-53B821ECDA71}"/>
          </ac:picMkLst>
        </pc:picChg>
        <pc:picChg chg="del mod topLvl">
          <ac:chgData name="Takamichi Asai" userId="3b5f7fad-e636-4c8e-833d-1467cd4f12a3" providerId="ADAL" clId="{2A663872-BA5B-4A08-84BE-EED75D43575C}" dt="2026-06-08T04:48:37.228" v="14688" actId="478"/>
          <ac:picMkLst>
            <pc:docMk/>
            <pc:sldMk cId="231639077" sldId="284"/>
            <ac:picMk id="7" creationId="{383D0AFC-906D-8170-DDBE-6EDB5A13709F}"/>
          </ac:picMkLst>
        </pc:picChg>
        <pc:picChg chg="del mod topLvl">
          <ac:chgData name="Takamichi Asai" userId="3b5f7fad-e636-4c8e-833d-1467cd4f12a3" providerId="ADAL" clId="{2A663872-BA5B-4A08-84BE-EED75D43575C}" dt="2026-06-08T04:48:37.228" v="14688" actId="478"/>
          <ac:picMkLst>
            <pc:docMk/>
            <pc:sldMk cId="231639077" sldId="284"/>
            <ac:picMk id="8" creationId="{43713C20-CCDA-9906-6B9E-3DB2A0B8FF8B}"/>
          </ac:picMkLst>
        </pc:picChg>
        <pc:picChg chg="mod modCrop">
          <ac:chgData name="Takamichi Asai" userId="3b5f7fad-e636-4c8e-833d-1467cd4f12a3" providerId="ADAL" clId="{2A663872-BA5B-4A08-84BE-EED75D43575C}" dt="2026-06-08T04:48:32.446" v="14687" actId="165"/>
          <ac:picMkLst>
            <pc:docMk/>
            <pc:sldMk cId="231639077" sldId="284"/>
            <ac:picMk id="9" creationId="{9CAE6FBB-54F3-1B2F-A1F8-B86EABF5D583}"/>
          </ac:picMkLst>
        </pc:picChg>
      </pc:sldChg>
      <pc:sldChg chg="addSp modSp new del mod">
        <pc:chgData name="Takamichi Asai" userId="3b5f7fad-e636-4c8e-833d-1467cd4f12a3" providerId="ADAL" clId="{2A663872-BA5B-4A08-84BE-EED75D43575C}" dt="2026-06-08T05:38:43.257" v="14977" actId="47"/>
        <pc:sldMkLst>
          <pc:docMk/>
          <pc:sldMk cId="609964647" sldId="284"/>
        </pc:sldMkLst>
        <pc:spChg chg="mod">
          <ac:chgData name="Takamichi Asai" userId="3b5f7fad-e636-4c8e-833d-1467cd4f12a3" providerId="ADAL" clId="{2A663872-BA5B-4A08-84BE-EED75D43575C}" dt="2026-06-08T04:56:48.541" v="14708"/>
          <ac:spMkLst>
            <pc:docMk/>
            <pc:sldMk cId="609964647" sldId="284"/>
            <ac:spMk id="10" creationId="{E9AB5213-7828-CFC6-BF1A-B3EB8562B2A1}"/>
          </ac:spMkLst>
        </pc:spChg>
        <pc:spChg chg="mod">
          <ac:chgData name="Takamichi Asai" userId="3b5f7fad-e636-4c8e-833d-1467cd4f12a3" providerId="ADAL" clId="{2A663872-BA5B-4A08-84BE-EED75D43575C}" dt="2026-06-08T04:56:48.541" v="14708"/>
          <ac:spMkLst>
            <pc:docMk/>
            <pc:sldMk cId="609964647" sldId="284"/>
            <ac:spMk id="11" creationId="{A288056B-39AD-FA7F-E62E-B0F8E2CE48F0}"/>
          </ac:spMkLst>
        </pc:spChg>
        <pc:spChg chg="mod">
          <ac:chgData name="Takamichi Asai" userId="3b5f7fad-e636-4c8e-833d-1467cd4f12a3" providerId="ADAL" clId="{2A663872-BA5B-4A08-84BE-EED75D43575C}" dt="2026-06-08T04:56:48.541" v="14708"/>
          <ac:spMkLst>
            <pc:docMk/>
            <pc:sldMk cId="609964647" sldId="284"/>
            <ac:spMk id="12" creationId="{83FF5BE3-F50F-2865-C4D9-2B658E5C2EDC}"/>
          </ac:spMkLst>
        </pc:spChg>
        <pc:spChg chg="mod">
          <ac:chgData name="Takamichi Asai" userId="3b5f7fad-e636-4c8e-833d-1467cd4f12a3" providerId="ADAL" clId="{2A663872-BA5B-4A08-84BE-EED75D43575C}" dt="2026-06-08T04:56:48.541" v="14708"/>
          <ac:spMkLst>
            <pc:docMk/>
            <pc:sldMk cId="609964647" sldId="284"/>
            <ac:spMk id="13" creationId="{4A5F2E08-4654-C165-E20B-513D7F557F2A}"/>
          </ac:spMkLst>
        </pc:spChg>
        <pc:picChg chg="mod">
          <ac:chgData name="Takamichi Asai" userId="3b5f7fad-e636-4c8e-833d-1467cd4f12a3" providerId="ADAL" clId="{2A663872-BA5B-4A08-84BE-EED75D43575C}" dt="2026-06-08T04:56:48.541" v="14708"/>
          <ac:picMkLst>
            <pc:docMk/>
            <pc:sldMk cId="609964647" sldId="284"/>
            <ac:picMk id="4" creationId="{5EF507CE-F5C9-8E95-EC49-BFC7795BA880}"/>
          </ac:picMkLst>
        </pc:picChg>
        <pc:picChg chg="mod">
          <ac:chgData name="Takamichi Asai" userId="3b5f7fad-e636-4c8e-833d-1467cd4f12a3" providerId="ADAL" clId="{2A663872-BA5B-4A08-84BE-EED75D43575C}" dt="2026-06-08T04:56:48.541" v="14708"/>
          <ac:picMkLst>
            <pc:docMk/>
            <pc:sldMk cId="609964647" sldId="284"/>
            <ac:picMk id="5" creationId="{EDE6694D-0662-D6D8-A4EF-95C5A77AB075}"/>
          </ac:picMkLst>
        </pc:picChg>
        <pc:picChg chg="mod">
          <ac:chgData name="Takamichi Asai" userId="3b5f7fad-e636-4c8e-833d-1467cd4f12a3" providerId="ADAL" clId="{2A663872-BA5B-4A08-84BE-EED75D43575C}" dt="2026-06-08T04:56:48.541" v="14708"/>
          <ac:picMkLst>
            <pc:docMk/>
            <pc:sldMk cId="609964647" sldId="284"/>
            <ac:picMk id="6" creationId="{2708997E-66D4-C388-87E1-7B5EA26C5D8E}"/>
          </ac:picMkLst>
        </pc:picChg>
        <pc:picChg chg="mod">
          <ac:chgData name="Takamichi Asai" userId="3b5f7fad-e636-4c8e-833d-1467cd4f12a3" providerId="ADAL" clId="{2A663872-BA5B-4A08-84BE-EED75D43575C}" dt="2026-06-08T04:56:48.541" v="14708"/>
          <ac:picMkLst>
            <pc:docMk/>
            <pc:sldMk cId="609964647" sldId="284"/>
            <ac:picMk id="7" creationId="{03598873-2677-65DD-785D-0892C5193EF5}"/>
          </ac:picMkLst>
        </pc:picChg>
        <pc:picChg chg="mod">
          <ac:chgData name="Takamichi Asai" userId="3b5f7fad-e636-4c8e-833d-1467cd4f12a3" providerId="ADAL" clId="{2A663872-BA5B-4A08-84BE-EED75D43575C}" dt="2026-06-08T04:56:48.541" v="14708"/>
          <ac:picMkLst>
            <pc:docMk/>
            <pc:sldMk cId="609964647" sldId="284"/>
            <ac:picMk id="8" creationId="{F98B735D-EA98-946E-3AB8-76CE17C96A66}"/>
          </ac:picMkLst>
        </pc:picChg>
        <pc:picChg chg="mod">
          <ac:chgData name="Takamichi Asai" userId="3b5f7fad-e636-4c8e-833d-1467cd4f12a3" providerId="ADAL" clId="{2A663872-BA5B-4A08-84BE-EED75D43575C}" dt="2026-06-08T04:56:48.541" v="14708"/>
          <ac:picMkLst>
            <pc:docMk/>
            <pc:sldMk cId="609964647" sldId="284"/>
            <ac:picMk id="9" creationId="{1F6C5475-1F38-5D28-C846-7DC0DE0EB171}"/>
          </ac:picMkLst>
        </pc:picChg>
        <pc:picChg chg="add mod modCrop">
          <ac:chgData name="Takamichi Asai" userId="3b5f7fad-e636-4c8e-833d-1467cd4f12a3" providerId="ADAL" clId="{2A663872-BA5B-4A08-84BE-EED75D43575C}" dt="2026-06-08T04:58:09.167" v="14724" actId="1076"/>
          <ac:picMkLst>
            <pc:docMk/>
            <pc:sldMk cId="609964647" sldId="284"/>
            <ac:picMk id="15" creationId="{049D9363-3CD7-7468-F033-1A51525EE11D}"/>
          </ac:picMkLst>
        </pc:picChg>
        <pc:picChg chg="add mod modCrop">
          <ac:chgData name="Takamichi Asai" userId="3b5f7fad-e636-4c8e-833d-1467cd4f12a3" providerId="ADAL" clId="{2A663872-BA5B-4A08-84BE-EED75D43575C}" dt="2026-06-08T04:58:09.167" v="14724" actId="1076"/>
          <ac:picMkLst>
            <pc:docMk/>
            <pc:sldMk cId="609964647" sldId="284"/>
            <ac:picMk id="16" creationId="{45228EA5-0258-AFDF-9EF8-0434C43F5482}"/>
          </ac:picMkLst>
        </pc:picChg>
      </pc:sldChg>
      <pc:sldMasterChg chg="modSp modSldLayout">
        <pc:chgData name="Takamichi Asai" userId="3b5f7fad-e636-4c8e-833d-1467cd4f12a3" providerId="ADAL" clId="{2A663872-BA5B-4A08-84BE-EED75D43575C}" dt="2026-06-07T02:11:32.719" v="12524"/>
        <pc:sldMasterMkLst>
          <pc:docMk/>
          <pc:sldMasterMk cId="268166917" sldId="2147483648"/>
        </pc:sldMasterMkLst>
        <pc:spChg chg="mod">
          <ac:chgData name="Takamichi Asai" userId="3b5f7fad-e636-4c8e-833d-1467cd4f12a3" providerId="ADAL" clId="{2A663872-BA5B-4A08-84BE-EED75D43575C}" dt="2026-06-07T02:11:32.719" v="12524"/>
          <ac:spMkLst>
            <pc:docMk/>
            <pc:sldMasterMk cId="268166917" sldId="2147483648"/>
            <ac:spMk id="2" creationId="{9AE7D3CB-FCB1-00F3-C01A-E852F90CFD11}"/>
          </ac:spMkLst>
        </pc:spChg>
        <pc:spChg chg="mod">
          <ac:chgData name="Takamichi Asai" userId="3b5f7fad-e636-4c8e-833d-1467cd4f12a3" providerId="ADAL" clId="{2A663872-BA5B-4A08-84BE-EED75D43575C}" dt="2026-06-07T02:11:32.719" v="12524"/>
          <ac:spMkLst>
            <pc:docMk/>
            <pc:sldMasterMk cId="268166917" sldId="2147483648"/>
            <ac:spMk id="3" creationId="{480FB55E-D393-B455-205F-076CE17AA32C}"/>
          </ac:spMkLst>
        </pc:spChg>
        <pc:spChg chg="mod">
          <ac:chgData name="Takamichi Asai" userId="3b5f7fad-e636-4c8e-833d-1467cd4f12a3" providerId="ADAL" clId="{2A663872-BA5B-4A08-84BE-EED75D43575C}" dt="2026-06-07T02:11:32.719" v="12524"/>
          <ac:spMkLst>
            <pc:docMk/>
            <pc:sldMasterMk cId="268166917" sldId="2147483648"/>
            <ac:spMk id="4" creationId="{0EFD5A3C-D5FE-2994-EE8C-46EDCBA9B0CC}"/>
          </ac:spMkLst>
        </pc:spChg>
        <pc:spChg chg="mod">
          <ac:chgData name="Takamichi Asai" userId="3b5f7fad-e636-4c8e-833d-1467cd4f12a3" providerId="ADAL" clId="{2A663872-BA5B-4A08-84BE-EED75D43575C}" dt="2026-06-07T02:11:32.719" v="12524"/>
          <ac:spMkLst>
            <pc:docMk/>
            <pc:sldMasterMk cId="268166917" sldId="2147483648"/>
            <ac:spMk id="5" creationId="{B20D5388-9652-5A2F-52A3-E0BE92B188F8}"/>
          </ac:spMkLst>
        </pc:spChg>
        <pc:spChg chg="mod">
          <ac:chgData name="Takamichi Asai" userId="3b5f7fad-e636-4c8e-833d-1467cd4f12a3" providerId="ADAL" clId="{2A663872-BA5B-4A08-84BE-EED75D43575C}" dt="2026-06-07T02:11:32.719" v="12524"/>
          <ac:spMkLst>
            <pc:docMk/>
            <pc:sldMasterMk cId="268166917" sldId="2147483648"/>
            <ac:spMk id="6" creationId="{5F2AAFBB-0F5C-093B-1514-A53DB3BCAF09}"/>
          </ac:spMkLst>
        </pc:spChg>
        <pc:sldLayoutChg chg="modSp">
          <pc:chgData name="Takamichi Asai" userId="3b5f7fad-e636-4c8e-833d-1467cd4f12a3" providerId="ADAL" clId="{2A663872-BA5B-4A08-84BE-EED75D43575C}" dt="2026-06-07T02:11:32.719" v="12524"/>
          <pc:sldLayoutMkLst>
            <pc:docMk/>
            <pc:sldMasterMk cId="268166917" sldId="2147483648"/>
            <pc:sldLayoutMk cId="1061846592" sldId="2147483649"/>
          </pc:sldLayoutMkLst>
          <pc:spChg chg="mod">
            <ac:chgData name="Takamichi Asai" userId="3b5f7fad-e636-4c8e-833d-1467cd4f12a3" providerId="ADAL" clId="{2A663872-BA5B-4A08-84BE-EED75D43575C}" dt="2026-06-07T02:11:32.719" v="12524"/>
            <ac:spMkLst>
              <pc:docMk/>
              <pc:sldMasterMk cId="268166917" sldId="2147483648"/>
              <pc:sldLayoutMk cId="1061846592" sldId="2147483649"/>
              <ac:spMk id="2" creationId="{8CA4455D-BDC5-67ED-F82A-463E4F02FBA3}"/>
            </ac:spMkLst>
          </pc:spChg>
          <pc:spChg chg="mod">
            <ac:chgData name="Takamichi Asai" userId="3b5f7fad-e636-4c8e-833d-1467cd4f12a3" providerId="ADAL" clId="{2A663872-BA5B-4A08-84BE-EED75D43575C}" dt="2026-06-07T02:11:32.719" v="12524"/>
            <ac:spMkLst>
              <pc:docMk/>
              <pc:sldMasterMk cId="268166917" sldId="2147483648"/>
              <pc:sldLayoutMk cId="1061846592" sldId="2147483649"/>
              <ac:spMk id="3" creationId="{87C4006C-16DA-913D-BF38-80F99A627A43}"/>
            </ac:spMkLst>
          </pc:spChg>
        </pc:sldLayoutChg>
        <pc:sldLayoutChg chg="modSp">
          <pc:chgData name="Takamichi Asai" userId="3b5f7fad-e636-4c8e-833d-1467cd4f12a3" providerId="ADAL" clId="{2A663872-BA5B-4A08-84BE-EED75D43575C}" dt="2026-06-07T02:11:32.719" v="12524"/>
          <pc:sldLayoutMkLst>
            <pc:docMk/>
            <pc:sldMasterMk cId="268166917" sldId="2147483648"/>
            <pc:sldLayoutMk cId="331490563" sldId="2147483651"/>
          </pc:sldLayoutMkLst>
          <pc:spChg chg="mod">
            <ac:chgData name="Takamichi Asai" userId="3b5f7fad-e636-4c8e-833d-1467cd4f12a3" providerId="ADAL" clId="{2A663872-BA5B-4A08-84BE-EED75D43575C}" dt="2026-06-07T02:11:32.719" v="12524"/>
            <ac:spMkLst>
              <pc:docMk/>
              <pc:sldMasterMk cId="268166917" sldId="2147483648"/>
              <pc:sldLayoutMk cId="331490563" sldId="2147483651"/>
              <ac:spMk id="2" creationId="{FEB4B170-4469-E74E-681E-E6CFAE545637}"/>
            </ac:spMkLst>
          </pc:spChg>
          <pc:spChg chg="mod">
            <ac:chgData name="Takamichi Asai" userId="3b5f7fad-e636-4c8e-833d-1467cd4f12a3" providerId="ADAL" clId="{2A663872-BA5B-4A08-84BE-EED75D43575C}" dt="2026-06-07T02:11:32.719" v="12524"/>
            <ac:spMkLst>
              <pc:docMk/>
              <pc:sldMasterMk cId="268166917" sldId="2147483648"/>
              <pc:sldLayoutMk cId="331490563" sldId="2147483651"/>
              <ac:spMk id="3" creationId="{8D8D6B2A-2FC7-112E-ECD7-2A643FB98BAD}"/>
            </ac:spMkLst>
          </pc:spChg>
        </pc:sldLayoutChg>
        <pc:sldLayoutChg chg="modSp">
          <pc:chgData name="Takamichi Asai" userId="3b5f7fad-e636-4c8e-833d-1467cd4f12a3" providerId="ADAL" clId="{2A663872-BA5B-4A08-84BE-EED75D43575C}" dt="2026-06-07T02:11:32.719" v="12524"/>
          <pc:sldLayoutMkLst>
            <pc:docMk/>
            <pc:sldMasterMk cId="268166917" sldId="2147483648"/>
            <pc:sldLayoutMk cId="1654521554" sldId="2147483652"/>
          </pc:sldLayoutMkLst>
          <pc:spChg chg="mod">
            <ac:chgData name="Takamichi Asai" userId="3b5f7fad-e636-4c8e-833d-1467cd4f12a3" providerId="ADAL" clId="{2A663872-BA5B-4A08-84BE-EED75D43575C}" dt="2026-06-07T02:11:32.719" v="12524"/>
            <ac:spMkLst>
              <pc:docMk/>
              <pc:sldMasterMk cId="268166917" sldId="2147483648"/>
              <pc:sldLayoutMk cId="1654521554" sldId="2147483652"/>
              <ac:spMk id="3" creationId="{5D51C5A1-1851-BB9C-9A0B-F381A21518B9}"/>
            </ac:spMkLst>
          </pc:spChg>
          <pc:spChg chg="mod">
            <ac:chgData name="Takamichi Asai" userId="3b5f7fad-e636-4c8e-833d-1467cd4f12a3" providerId="ADAL" clId="{2A663872-BA5B-4A08-84BE-EED75D43575C}" dt="2026-06-07T02:11:32.719" v="12524"/>
            <ac:spMkLst>
              <pc:docMk/>
              <pc:sldMasterMk cId="268166917" sldId="2147483648"/>
              <pc:sldLayoutMk cId="1654521554" sldId="2147483652"/>
              <ac:spMk id="4" creationId="{6D9E3885-CB6C-D805-B981-1EC2E9E52848}"/>
            </ac:spMkLst>
          </pc:spChg>
        </pc:sldLayoutChg>
        <pc:sldLayoutChg chg="modSp">
          <pc:chgData name="Takamichi Asai" userId="3b5f7fad-e636-4c8e-833d-1467cd4f12a3" providerId="ADAL" clId="{2A663872-BA5B-4A08-84BE-EED75D43575C}" dt="2026-06-07T02:11:32.719" v="12524"/>
          <pc:sldLayoutMkLst>
            <pc:docMk/>
            <pc:sldMasterMk cId="268166917" sldId="2147483648"/>
            <pc:sldLayoutMk cId="1437157319" sldId="2147483653"/>
          </pc:sldLayoutMkLst>
          <pc:spChg chg="mod">
            <ac:chgData name="Takamichi Asai" userId="3b5f7fad-e636-4c8e-833d-1467cd4f12a3" providerId="ADAL" clId="{2A663872-BA5B-4A08-84BE-EED75D43575C}" dt="2026-06-07T02:11:32.719" v="12524"/>
            <ac:spMkLst>
              <pc:docMk/>
              <pc:sldMasterMk cId="268166917" sldId="2147483648"/>
              <pc:sldLayoutMk cId="1437157319" sldId="2147483653"/>
              <ac:spMk id="2" creationId="{CDC03270-EAB0-6DEE-A4FF-7C8A15AB3ADC}"/>
            </ac:spMkLst>
          </pc:spChg>
          <pc:spChg chg="mod">
            <ac:chgData name="Takamichi Asai" userId="3b5f7fad-e636-4c8e-833d-1467cd4f12a3" providerId="ADAL" clId="{2A663872-BA5B-4A08-84BE-EED75D43575C}" dt="2026-06-07T02:11:32.719" v="12524"/>
            <ac:spMkLst>
              <pc:docMk/>
              <pc:sldMasterMk cId="268166917" sldId="2147483648"/>
              <pc:sldLayoutMk cId="1437157319" sldId="2147483653"/>
              <ac:spMk id="3" creationId="{472D0614-C4EC-A353-628D-4451FED1359E}"/>
            </ac:spMkLst>
          </pc:spChg>
          <pc:spChg chg="mod">
            <ac:chgData name="Takamichi Asai" userId="3b5f7fad-e636-4c8e-833d-1467cd4f12a3" providerId="ADAL" clId="{2A663872-BA5B-4A08-84BE-EED75D43575C}" dt="2026-06-07T02:11:32.719" v="12524"/>
            <ac:spMkLst>
              <pc:docMk/>
              <pc:sldMasterMk cId="268166917" sldId="2147483648"/>
              <pc:sldLayoutMk cId="1437157319" sldId="2147483653"/>
              <ac:spMk id="4" creationId="{3ADB5898-9802-1E7B-58B2-75BF1301FD43}"/>
            </ac:spMkLst>
          </pc:spChg>
          <pc:spChg chg="mod">
            <ac:chgData name="Takamichi Asai" userId="3b5f7fad-e636-4c8e-833d-1467cd4f12a3" providerId="ADAL" clId="{2A663872-BA5B-4A08-84BE-EED75D43575C}" dt="2026-06-07T02:11:32.719" v="12524"/>
            <ac:spMkLst>
              <pc:docMk/>
              <pc:sldMasterMk cId="268166917" sldId="2147483648"/>
              <pc:sldLayoutMk cId="1437157319" sldId="2147483653"/>
              <ac:spMk id="5" creationId="{A35279F8-34E4-847C-1A0F-7DFDAC7F8436}"/>
            </ac:spMkLst>
          </pc:spChg>
          <pc:spChg chg="mod">
            <ac:chgData name="Takamichi Asai" userId="3b5f7fad-e636-4c8e-833d-1467cd4f12a3" providerId="ADAL" clId="{2A663872-BA5B-4A08-84BE-EED75D43575C}" dt="2026-06-07T02:11:32.719" v="12524"/>
            <ac:spMkLst>
              <pc:docMk/>
              <pc:sldMasterMk cId="268166917" sldId="2147483648"/>
              <pc:sldLayoutMk cId="1437157319" sldId="2147483653"/>
              <ac:spMk id="6" creationId="{01C1045D-8DE3-2DF2-0156-34CD8675DAB2}"/>
            </ac:spMkLst>
          </pc:spChg>
        </pc:sldLayoutChg>
        <pc:sldLayoutChg chg="modSp">
          <pc:chgData name="Takamichi Asai" userId="3b5f7fad-e636-4c8e-833d-1467cd4f12a3" providerId="ADAL" clId="{2A663872-BA5B-4A08-84BE-EED75D43575C}" dt="2026-06-07T02:11:32.719" v="12524"/>
          <pc:sldLayoutMkLst>
            <pc:docMk/>
            <pc:sldMasterMk cId="268166917" sldId="2147483648"/>
            <pc:sldLayoutMk cId="4060877400" sldId="2147483656"/>
          </pc:sldLayoutMkLst>
          <pc:spChg chg="mod">
            <ac:chgData name="Takamichi Asai" userId="3b5f7fad-e636-4c8e-833d-1467cd4f12a3" providerId="ADAL" clId="{2A663872-BA5B-4A08-84BE-EED75D43575C}" dt="2026-06-07T02:11:32.719" v="12524"/>
            <ac:spMkLst>
              <pc:docMk/>
              <pc:sldMasterMk cId="268166917" sldId="2147483648"/>
              <pc:sldLayoutMk cId="4060877400" sldId="2147483656"/>
              <ac:spMk id="2" creationId="{B0F2E732-F6C6-BB8F-22B2-091D97C60776}"/>
            </ac:spMkLst>
          </pc:spChg>
          <pc:spChg chg="mod">
            <ac:chgData name="Takamichi Asai" userId="3b5f7fad-e636-4c8e-833d-1467cd4f12a3" providerId="ADAL" clId="{2A663872-BA5B-4A08-84BE-EED75D43575C}" dt="2026-06-07T02:11:32.719" v="12524"/>
            <ac:spMkLst>
              <pc:docMk/>
              <pc:sldMasterMk cId="268166917" sldId="2147483648"/>
              <pc:sldLayoutMk cId="4060877400" sldId="2147483656"/>
              <ac:spMk id="3" creationId="{457C56E6-B61E-5FA6-2623-DE20242391F8}"/>
            </ac:spMkLst>
          </pc:spChg>
          <pc:spChg chg="mod">
            <ac:chgData name="Takamichi Asai" userId="3b5f7fad-e636-4c8e-833d-1467cd4f12a3" providerId="ADAL" clId="{2A663872-BA5B-4A08-84BE-EED75D43575C}" dt="2026-06-07T02:11:32.719" v="12524"/>
            <ac:spMkLst>
              <pc:docMk/>
              <pc:sldMasterMk cId="268166917" sldId="2147483648"/>
              <pc:sldLayoutMk cId="4060877400" sldId="2147483656"/>
              <ac:spMk id="4" creationId="{DBBE465A-3FFC-E3F5-68EA-6A500896A73B}"/>
            </ac:spMkLst>
          </pc:spChg>
        </pc:sldLayoutChg>
        <pc:sldLayoutChg chg="modSp">
          <pc:chgData name="Takamichi Asai" userId="3b5f7fad-e636-4c8e-833d-1467cd4f12a3" providerId="ADAL" clId="{2A663872-BA5B-4A08-84BE-EED75D43575C}" dt="2026-06-07T02:11:32.719" v="12524"/>
          <pc:sldLayoutMkLst>
            <pc:docMk/>
            <pc:sldMasterMk cId="268166917" sldId="2147483648"/>
            <pc:sldLayoutMk cId="3007630787" sldId="2147483657"/>
          </pc:sldLayoutMkLst>
          <pc:spChg chg="mod">
            <ac:chgData name="Takamichi Asai" userId="3b5f7fad-e636-4c8e-833d-1467cd4f12a3" providerId="ADAL" clId="{2A663872-BA5B-4A08-84BE-EED75D43575C}" dt="2026-06-07T02:11:32.719" v="12524"/>
            <ac:spMkLst>
              <pc:docMk/>
              <pc:sldMasterMk cId="268166917" sldId="2147483648"/>
              <pc:sldLayoutMk cId="3007630787" sldId="2147483657"/>
              <ac:spMk id="2" creationId="{B5EDD640-2C8E-DBFC-A80A-65E03E9A93C2}"/>
            </ac:spMkLst>
          </pc:spChg>
          <pc:spChg chg="mod">
            <ac:chgData name="Takamichi Asai" userId="3b5f7fad-e636-4c8e-833d-1467cd4f12a3" providerId="ADAL" clId="{2A663872-BA5B-4A08-84BE-EED75D43575C}" dt="2026-06-07T02:11:32.719" v="12524"/>
            <ac:spMkLst>
              <pc:docMk/>
              <pc:sldMasterMk cId="268166917" sldId="2147483648"/>
              <pc:sldLayoutMk cId="3007630787" sldId="2147483657"/>
              <ac:spMk id="3" creationId="{91D0B822-23DC-1701-B9F0-62652A4759CE}"/>
            </ac:spMkLst>
          </pc:spChg>
          <pc:spChg chg="mod">
            <ac:chgData name="Takamichi Asai" userId="3b5f7fad-e636-4c8e-833d-1467cd4f12a3" providerId="ADAL" clId="{2A663872-BA5B-4A08-84BE-EED75D43575C}" dt="2026-06-07T02:11:32.719" v="12524"/>
            <ac:spMkLst>
              <pc:docMk/>
              <pc:sldMasterMk cId="268166917" sldId="2147483648"/>
              <pc:sldLayoutMk cId="3007630787" sldId="2147483657"/>
              <ac:spMk id="4" creationId="{64093FED-B089-DA7C-B977-6F46A577BE86}"/>
            </ac:spMkLst>
          </pc:spChg>
        </pc:sldLayoutChg>
        <pc:sldLayoutChg chg="modSp">
          <pc:chgData name="Takamichi Asai" userId="3b5f7fad-e636-4c8e-833d-1467cd4f12a3" providerId="ADAL" clId="{2A663872-BA5B-4A08-84BE-EED75D43575C}" dt="2026-06-07T02:11:32.719" v="12524"/>
          <pc:sldLayoutMkLst>
            <pc:docMk/>
            <pc:sldMasterMk cId="268166917" sldId="2147483648"/>
            <pc:sldLayoutMk cId="1508741905" sldId="2147483659"/>
          </pc:sldLayoutMkLst>
          <pc:spChg chg="mod">
            <ac:chgData name="Takamichi Asai" userId="3b5f7fad-e636-4c8e-833d-1467cd4f12a3" providerId="ADAL" clId="{2A663872-BA5B-4A08-84BE-EED75D43575C}" dt="2026-06-07T02:11:32.719" v="12524"/>
            <ac:spMkLst>
              <pc:docMk/>
              <pc:sldMasterMk cId="268166917" sldId="2147483648"/>
              <pc:sldLayoutMk cId="1508741905" sldId="2147483659"/>
              <ac:spMk id="2" creationId="{DBEDBA4C-0BD9-5498-56E5-44CA209AC5AE}"/>
            </ac:spMkLst>
          </pc:spChg>
          <pc:spChg chg="mod">
            <ac:chgData name="Takamichi Asai" userId="3b5f7fad-e636-4c8e-833d-1467cd4f12a3" providerId="ADAL" clId="{2A663872-BA5B-4A08-84BE-EED75D43575C}" dt="2026-06-07T02:11:32.719" v="12524"/>
            <ac:spMkLst>
              <pc:docMk/>
              <pc:sldMasterMk cId="268166917" sldId="2147483648"/>
              <pc:sldLayoutMk cId="1508741905" sldId="2147483659"/>
              <ac:spMk id="3" creationId="{FD32B74D-4F1E-B9E7-D480-7D64FF8B5E4F}"/>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E9D66A-2526-4FC1-89B3-0D05722C13AE}" type="datetimeFigureOut">
              <a:rPr kumimoji="1" lang="ja-JP" altLang="en-US" smtClean="0"/>
              <a:t>2026/6/8</a:t>
            </a:fld>
            <a:endParaRPr kumimoji="1" lang="ja-JP" altLang="en-US"/>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F39F1C-8E04-474D-A6ED-5359B72CC8AF}" type="slidenum">
              <a:rPr kumimoji="1" lang="ja-JP" altLang="en-US" smtClean="0"/>
              <a:t>‹#›</a:t>
            </a:fld>
            <a:endParaRPr kumimoji="1" lang="ja-JP" altLang="en-US"/>
          </a:p>
        </p:txBody>
      </p:sp>
    </p:spTree>
    <p:extLst>
      <p:ext uri="{BB962C8B-B14F-4D97-AF65-F5344CB8AC3E}">
        <p14:creationId xmlns:p14="http://schemas.microsoft.com/office/powerpoint/2010/main" val="138920857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ltLang="ja-JP"/>
              <a:t>Click to edit Master title style</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ltLang="ja-JP"/>
              <a:t>Click to edit Master subtitle style</a:t>
            </a:r>
            <a:endParaRPr lang="en-US" dirty="0"/>
          </a:p>
        </p:txBody>
      </p:sp>
      <p:sp>
        <p:nvSpPr>
          <p:cNvPr id="4" name="Date Placeholder 3"/>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6766942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ja-JP"/>
              <a:t>Click to edit Master title style</a:t>
            </a:r>
            <a:endParaRPr lang="en-US" dirty="0"/>
          </a:p>
        </p:txBody>
      </p:sp>
      <p:sp>
        <p:nvSpPr>
          <p:cNvPr id="3" name="Content Placeholder 2"/>
          <p:cNvSpPr>
            <a:spLocks noGrp="1"/>
          </p:cNvSpPr>
          <p:nvPr>
            <p:ph idx="1"/>
          </p:nvPr>
        </p:nvSpPr>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4" name="Date Placeholder 3"/>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4456299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ltLang="ja-JP"/>
              <a:t>Click to edit Master title style</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ltLang="ja-JP"/>
              <a:t>Click to edit Master text styles</a:t>
            </a:r>
          </a:p>
        </p:txBody>
      </p:sp>
      <p:sp>
        <p:nvSpPr>
          <p:cNvPr id="4" name="Date Placeholder 3"/>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9589648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ja-JP"/>
              <a:t>Click to edit Master title style</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5" name="Date Placeholder 4"/>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5821689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ltLang="ja-JP"/>
              <a:t>Click to edit Master title style</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ja-JP"/>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ja-JP"/>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7" name="Date Placeholder 6"/>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697427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ja-JP"/>
              <a:t>Click to edit Master title style</a:t>
            </a:r>
            <a:endParaRPr lang="en-US" dirty="0"/>
          </a:p>
        </p:txBody>
      </p:sp>
      <p:sp>
        <p:nvSpPr>
          <p:cNvPr id="3" name="Date Placeholder 2"/>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1686685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2353645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ltLang="ja-JP"/>
              <a:t>Click to edit Master title style</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ltLang="ja-JP"/>
              <a:t>Click to edit Master text styles</a:t>
            </a:r>
          </a:p>
        </p:txBody>
      </p:sp>
      <p:sp>
        <p:nvSpPr>
          <p:cNvPr id="5" name="Date Placeholder 4"/>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060420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ltLang="ja-JP"/>
              <a:t>Click to edit Master title style</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ltLang="ja-JP"/>
              <a:t>Click icon to add picture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ltLang="ja-JP"/>
              <a:t>Click to edit Master text styles</a:t>
            </a:r>
          </a:p>
        </p:txBody>
      </p:sp>
      <p:sp>
        <p:nvSpPr>
          <p:cNvPr id="5" name="Date Placeholder 4"/>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1523745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ja-JP"/>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4" name="Date Placeholder 3"/>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9343572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ltLang="ja-JP"/>
              <a:t>Click to edit Master title style</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4" name="Date Placeholder 3"/>
          <p:cNvSpPr>
            <a:spLocks noGrp="1"/>
          </p:cNvSpPr>
          <p:nvPr>
            <p:ph type="dt" sz="half" idx="10"/>
          </p:nvPr>
        </p:nvSpPr>
        <p:spPr/>
        <p:txBody>
          <a:bodyPr/>
          <a:lstStyle/>
          <a:p>
            <a:fld id="{83E79B65-5D6B-4729-97EE-BDFF2B52EAE5}" type="datetimeFigureOut">
              <a:rPr kumimoji="1" lang="ja-JP" altLang="en-US" smtClean="0"/>
              <a:t>2026/6/8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5884959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ltLang="ja-JP"/>
              <a:t>Click to edit Master title style</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83E79B65-5D6B-4729-97EE-BDFF2B52EAE5}" type="datetimeFigureOut">
              <a:rPr kumimoji="1" lang="ja-JP" altLang="en-US" smtClean="0"/>
              <a:t>2026/6/8</a:t>
            </a:fld>
            <a:endParaRPr kumimoji="1" lang="ja-JP" altLang="en-US"/>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25657275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en-US"/>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13.png"/><Relationship Id="rId7" Type="http://schemas.openxmlformats.org/officeDocument/2006/relationships/image" Target="../media/image16.sv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5.png"/><Relationship Id="rId10" Type="http://schemas.openxmlformats.org/officeDocument/2006/relationships/image" Target="../media/image18.png"/><Relationship Id="rId4" Type="http://schemas.openxmlformats.org/officeDocument/2006/relationships/image" Target="../media/image14.svg"/><Relationship Id="rId9" Type="http://schemas.openxmlformats.org/officeDocument/2006/relationships/image" Target="../media/image17.png"/></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8.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9.jpg"/><Relationship Id="rId7"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31.png"/><Relationship Id="rId4" Type="http://schemas.openxmlformats.org/officeDocument/2006/relationships/image" Target="../media/image30.jpg"/><Relationship Id="rId9" Type="http://schemas.openxmlformats.org/officeDocument/2006/relationships/image" Target="../media/image28.png"/></Relationships>
</file>

<file path=ppt/slides/_rels/slide9.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5.png"/><Relationship Id="rId7" Type="http://schemas.openxmlformats.org/officeDocument/2006/relationships/image" Target="../media/image34.jpe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33.jpeg"/><Relationship Id="rId5" Type="http://schemas.openxmlformats.org/officeDocument/2006/relationships/image" Target="../media/image32.jpe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35.png"/><Relationship Id="rId7" Type="http://schemas.openxmlformats.org/officeDocument/2006/relationships/image" Target="../media/image16.svg"/><Relationship Id="rId12"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3.png"/><Relationship Id="rId11" Type="http://schemas.openxmlformats.org/officeDocument/2006/relationships/image" Target="../media/image17.png"/><Relationship Id="rId5" Type="http://schemas.openxmlformats.org/officeDocument/2006/relationships/image" Target="../media/image37.png"/><Relationship Id="rId10" Type="http://schemas.openxmlformats.org/officeDocument/2006/relationships/image" Target="../media/image1.png"/><Relationship Id="rId4" Type="http://schemas.openxmlformats.org/officeDocument/2006/relationships/image" Target="../media/image36.png"/><Relationship Id="rId9" Type="http://schemas.openxmlformats.org/officeDocument/2006/relationships/image" Target="../media/image14.svg"/></Relationships>
</file>

<file path=ppt/slides/_rels/slide11.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30.jpg"/><Relationship Id="rId7" Type="http://schemas.openxmlformats.org/officeDocument/2006/relationships/image" Target="../media/image27.png"/><Relationship Id="rId2" Type="http://schemas.openxmlformats.org/officeDocument/2006/relationships/image" Target="../media/image29.jpg"/><Relationship Id="rId1" Type="http://schemas.openxmlformats.org/officeDocument/2006/relationships/slideLayout" Target="../slideLayouts/slideLayout7.xml"/><Relationship Id="rId6" Type="http://schemas.openxmlformats.org/officeDocument/2006/relationships/image" Target="../media/image25.png"/><Relationship Id="rId11" Type="http://schemas.openxmlformats.org/officeDocument/2006/relationships/image" Target="../media/image39.png"/><Relationship Id="rId5" Type="http://schemas.openxmlformats.org/officeDocument/2006/relationships/image" Target="../media/image24.png"/><Relationship Id="rId10" Type="http://schemas.openxmlformats.org/officeDocument/2006/relationships/image" Target="../media/image26.png"/><Relationship Id="rId4" Type="http://schemas.openxmlformats.org/officeDocument/2006/relationships/image" Target="../media/image31.png"/><Relationship Id="rId9"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ED82475-5603-8C6C-7870-30DD4C3E63FA}"/>
              </a:ext>
            </a:extLst>
          </p:cNvPr>
          <p:cNvSpPr txBox="1"/>
          <p:nvPr/>
        </p:nvSpPr>
        <p:spPr>
          <a:xfrm>
            <a:off x="326501" y="3265708"/>
            <a:ext cx="2424154" cy="248209"/>
          </a:xfrm>
          <a:prstGeom prst="rect">
            <a:avLst/>
          </a:prstGeom>
          <a:noFill/>
        </p:spPr>
        <p:txBody>
          <a:bodyPr wrap="square" rtlCol="0">
            <a:spAutoFit/>
          </a:bodyPr>
          <a:lstStyle/>
          <a:p>
            <a:r>
              <a:rPr lang="ja-JP" altLang="en-US" sz="1013" dirty="0"/>
              <a:t>取扱説明書</a:t>
            </a:r>
          </a:p>
        </p:txBody>
      </p:sp>
      <p:pic>
        <p:nvPicPr>
          <p:cNvPr id="4" name="Picture 3">
            <a:extLst>
              <a:ext uri="{FF2B5EF4-FFF2-40B4-BE49-F238E27FC236}">
                <a16:creationId xmlns:a16="http://schemas.microsoft.com/office/drawing/2014/main" id="{1CE08612-12A9-FD81-5C8E-A2607145E1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57588" y="3910620"/>
            <a:ext cx="2489673" cy="2489673"/>
          </a:xfrm>
          <a:prstGeom prst="rect">
            <a:avLst/>
          </a:prstGeom>
        </p:spPr>
      </p:pic>
      <p:pic>
        <p:nvPicPr>
          <p:cNvPr id="6" name="Picture 5">
            <a:extLst>
              <a:ext uri="{FF2B5EF4-FFF2-40B4-BE49-F238E27FC236}">
                <a16:creationId xmlns:a16="http://schemas.microsoft.com/office/drawing/2014/main" id="{D0854AB7-8CFB-F2B0-D232-10C57A13BFF4}"/>
              </a:ext>
            </a:extLst>
          </p:cNvPr>
          <p:cNvPicPr>
            <a:picLocks noChangeAspect="1"/>
          </p:cNvPicPr>
          <p:nvPr/>
        </p:nvPicPr>
        <p:blipFill>
          <a:blip r:embed="rId3">
            <a:duotone>
              <a:schemeClr val="accent2">
                <a:shade val="45000"/>
                <a:satMod val="135000"/>
              </a:schemeClr>
              <a:prstClr val="white"/>
            </a:duotone>
            <a:extLst>
              <a:ext uri="{BEBA8EAE-BF5A-486C-A8C5-ECC9F3942E4B}">
                <a14:imgProps xmlns:a14="http://schemas.microsoft.com/office/drawing/2010/main">
                  <a14:imgLayer r:embed="rId4">
                    <a14:imgEffect>
                      <a14:sharpenSoften amount="50000"/>
                    </a14:imgEffect>
                  </a14:imgLayer>
                </a14:imgProps>
              </a:ext>
              <a:ext uri="{28A0092B-C50C-407E-A947-70E740481C1C}">
                <a14:useLocalDpi xmlns:a14="http://schemas.microsoft.com/office/drawing/2010/main" val="0"/>
              </a:ext>
            </a:extLst>
          </a:blip>
          <a:stretch>
            <a:fillRect/>
          </a:stretch>
        </p:blipFill>
        <p:spPr>
          <a:xfrm>
            <a:off x="471487" y="3817599"/>
            <a:ext cx="2489673" cy="2489673"/>
          </a:xfrm>
          <a:prstGeom prst="rect">
            <a:avLst/>
          </a:prstGeom>
        </p:spPr>
      </p:pic>
      <p:sp>
        <p:nvSpPr>
          <p:cNvPr id="13" name="Rectangle 12">
            <a:extLst>
              <a:ext uri="{FF2B5EF4-FFF2-40B4-BE49-F238E27FC236}">
                <a16:creationId xmlns:a16="http://schemas.microsoft.com/office/drawing/2014/main" id="{96AC0A3D-24FD-A099-2DB5-353B14B6DE79}"/>
              </a:ext>
            </a:extLst>
          </p:cNvPr>
          <p:cNvSpPr/>
          <p:nvPr/>
        </p:nvSpPr>
        <p:spPr>
          <a:xfrm>
            <a:off x="1121569" y="3756574"/>
            <a:ext cx="78581" cy="129194"/>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Tree>
    <p:extLst>
      <p:ext uri="{BB962C8B-B14F-4D97-AF65-F5344CB8AC3E}">
        <p14:creationId xmlns:p14="http://schemas.microsoft.com/office/powerpoint/2010/main" val="15503450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246F830-6DFD-6BC4-A3B0-8349B2A094E9}"/>
              </a:ext>
            </a:extLst>
          </p:cNvPr>
          <p:cNvPicPr>
            <a:picLocks noChangeAspect="1"/>
          </p:cNvPicPr>
          <p:nvPr/>
        </p:nvPicPr>
        <p:blipFill>
          <a:blip r:embed="rId2"/>
          <a:stretch/>
        </p:blipFill>
        <p:spPr>
          <a:xfrm>
            <a:off x="570909" y="3997314"/>
            <a:ext cx="1249535" cy="1666047"/>
          </a:xfrm>
          <a:prstGeom prst="rect">
            <a:avLst/>
          </a:prstGeom>
        </p:spPr>
      </p:pic>
      <p:sp>
        <p:nvSpPr>
          <p:cNvPr id="3" name="TextBox 2">
            <a:extLst>
              <a:ext uri="{FF2B5EF4-FFF2-40B4-BE49-F238E27FC236}">
                <a16:creationId xmlns:a16="http://schemas.microsoft.com/office/drawing/2014/main" id="{764ECC84-3695-AAA4-C9B6-83376AE701AC}"/>
              </a:ext>
            </a:extLst>
          </p:cNvPr>
          <p:cNvSpPr txBox="1"/>
          <p:nvPr/>
        </p:nvSpPr>
        <p:spPr>
          <a:xfrm>
            <a:off x="503528" y="3633753"/>
            <a:ext cx="1384296" cy="404085"/>
          </a:xfrm>
          <a:prstGeom prst="rect">
            <a:avLst/>
          </a:prstGeom>
          <a:noFill/>
        </p:spPr>
        <p:txBody>
          <a:bodyPr wrap="square" rtlCol="0">
            <a:spAutoFit/>
          </a:bodyPr>
          <a:lstStyle/>
          <a:p>
            <a:pPr algn="ctr"/>
            <a:r>
              <a:rPr lang="ja-JP" altLang="en-US" sz="1013" b="1" dirty="0">
                <a:latin typeface="メイリオ" panose="020B0604030504040204" pitchFamily="50" charset="-128"/>
                <a:ea typeface="メイリオ" panose="020B0604030504040204" pitchFamily="50" charset="-128"/>
              </a:rPr>
              <a:t>少年野球用</a:t>
            </a:r>
            <a:br>
              <a:rPr lang="en-US" altLang="ja-JP" sz="1013" b="1" dirty="0">
                <a:latin typeface="メイリオ" panose="020B0604030504040204" pitchFamily="50" charset="-128"/>
                <a:ea typeface="メイリオ" panose="020B0604030504040204" pitchFamily="50" charset="-128"/>
              </a:rPr>
            </a:br>
            <a:r>
              <a:rPr lang="ja-JP" altLang="en-US" sz="1013" b="1" dirty="0">
                <a:latin typeface="メイリオ" panose="020B0604030504040204" pitchFamily="50" charset="-128"/>
                <a:ea typeface="メイリオ" panose="020B0604030504040204" pitchFamily="50" charset="-128"/>
              </a:rPr>
              <a:t>素振り練習補助装置</a:t>
            </a:r>
          </a:p>
        </p:txBody>
      </p:sp>
      <p:sp>
        <p:nvSpPr>
          <p:cNvPr id="7" name="TextBox 6">
            <a:extLst>
              <a:ext uri="{FF2B5EF4-FFF2-40B4-BE49-F238E27FC236}">
                <a16:creationId xmlns:a16="http://schemas.microsoft.com/office/drawing/2014/main" id="{D9D41400-474B-0641-D344-A6A6641BAFA8}"/>
              </a:ext>
            </a:extLst>
          </p:cNvPr>
          <p:cNvSpPr txBox="1"/>
          <p:nvPr/>
        </p:nvSpPr>
        <p:spPr>
          <a:xfrm>
            <a:off x="128213" y="5583704"/>
            <a:ext cx="2134927" cy="789640"/>
          </a:xfrm>
          <a:prstGeom prst="rect">
            <a:avLst/>
          </a:prstGeom>
          <a:noFill/>
        </p:spPr>
        <p:txBody>
          <a:bodyPr wrap="square">
            <a:spAutoFit/>
          </a:bodyPr>
          <a:lstStyle/>
          <a:p>
            <a:r>
              <a:rPr lang="ja-JP" altLang="en-US" sz="563" dirty="0">
                <a:latin typeface="メイリオ" panose="020B0604030504040204" pitchFamily="50" charset="-128"/>
                <a:ea typeface="メイリオ" panose="020B0604030504040204" pitchFamily="50" charset="-128"/>
              </a:rPr>
              <a:t>子ども達が素振りを</a:t>
            </a:r>
            <a:r>
              <a:rPr lang="ja-JP" altLang="en-US" sz="591" b="1" dirty="0">
                <a:solidFill>
                  <a:srgbClr val="FF0000"/>
                </a:solidFill>
                <a:latin typeface="メイリオ" panose="020B0604030504040204" pitchFamily="50" charset="-128"/>
                <a:ea typeface="メイリオ" panose="020B0604030504040204" pitchFamily="50" charset="-128"/>
              </a:rPr>
              <a:t>「続けたくなる」</a:t>
            </a:r>
            <a:r>
              <a:rPr lang="ja-JP" altLang="en-US" sz="563" dirty="0">
                <a:latin typeface="メイリオ" panose="020B0604030504040204" pitchFamily="50" charset="-128"/>
                <a:ea typeface="メイリオ" panose="020B0604030504040204" pitchFamily="50" charset="-128"/>
              </a:rPr>
              <a:t>ための小型デバイスです。</a:t>
            </a:r>
            <a:br>
              <a:rPr lang="en-US" altLang="ja-JP" sz="563" dirty="0">
                <a:latin typeface="メイリオ" panose="020B0604030504040204" pitchFamily="50" charset="-128"/>
                <a:ea typeface="メイリオ" panose="020B0604030504040204" pitchFamily="50" charset="-128"/>
              </a:rPr>
            </a:br>
            <a:br>
              <a:rPr lang="en-US" altLang="ja-JP" sz="563" dirty="0">
                <a:latin typeface="メイリオ" panose="020B0604030504040204" pitchFamily="50" charset="-128"/>
                <a:ea typeface="メイリオ" panose="020B0604030504040204" pitchFamily="50" charset="-128"/>
              </a:rPr>
            </a:br>
            <a:r>
              <a:rPr lang="ja-JP" altLang="en-US" sz="563" dirty="0">
                <a:latin typeface="メイリオ" panose="020B0604030504040204" pitchFamily="50" charset="-128"/>
                <a:ea typeface="メイリオ" panose="020B0604030504040204" pitchFamily="50" charset="-128"/>
              </a:rPr>
              <a:t>いつものバットに取り付けて素振りすることで、スイングを</a:t>
            </a:r>
            <a:r>
              <a:rPr lang="en-US" altLang="ja-JP" sz="563" dirty="0">
                <a:latin typeface="メイリオ" panose="020B0604030504040204" pitchFamily="50" charset="-128"/>
                <a:ea typeface="メイリオ" panose="020B0604030504040204" pitchFamily="50" charset="-128"/>
              </a:rPr>
              <a:t>100</a:t>
            </a:r>
            <a:r>
              <a:rPr lang="ja-JP" altLang="en-US" sz="563" dirty="0">
                <a:latin typeface="メイリオ" panose="020B0604030504040204" pitchFamily="50" charset="-128"/>
                <a:ea typeface="メイリオ" panose="020B0604030504040204" pitchFamily="50" charset="-128"/>
              </a:rPr>
              <a:t>～</a:t>
            </a:r>
            <a:r>
              <a:rPr lang="en-US" altLang="ja-JP" sz="563" dirty="0">
                <a:latin typeface="メイリオ" panose="020B0604030504040204" pitchFamily="50" charset="-128"/>
                <a:ea typeface="メイリオ" panose="020B0604030504040204" pitchFamily="50" charset="-128"/>
              </a:rPr>
              <a:t>999</a:t>
            </a:r>
            <a:r>
              <a:rPr lang="ja-JP" altLang="en-US" sz="563" dirty="0">
                <a:latin typeface="メイリオ" panose="020B0604030504040204" pitchFamily="50" charset="-128"/>
                <a:ea typeface="メイリオ" panose="020B0604030504040204" pitchFamily="50" charset="-128"/>
              </a:rPr>
              <a:t>点のスコアで見える化します。</a:t>
            </a:r>
            <a:endParaRPr lang="en-US" altLang="ja-JP" sz="563" dirty="0">
              <a:latin typeface="メイリオ" panose="020B0604030504040204" pitchFamily="50" charset="-128"/>
              <a:ea typeface="メイリオ" panose="020B0604030504040204" pitchFamily="50" charset="-128"/>
            </a:endParaRPr>
          </a:p>
          <a:p>
            <a:endParaRPr lang="en-US" altLang="ja-JP" sz="563" dirty="0">
              <a:latin typeface="メイリオ" panose="020B0604030504040204" pitchFamily="50" charset="-128"/>
              <a:ea typeface="メイリオ" panose="020B0604030504040204" pitchFamily="50" charset="-128"/>
            </a:endParaRPr>
          </a:p>
          <a:p>
            <a:r>
              <a:rPr lang="ja-JP" altLang="en-US" sz="563" dirty="0">
                <a:latin typeface="メイリオ" panose="020B0604030504040204" pitchFamily="50" charset="-128"/>
                <a:ea typeface="メイリオ" panose="020B0604030504040204" pitchFamily="50" charset="-128"/>
              </a:rPr>
              <a:t>専用の記録アプリと合わせて使うことで素振り練習をゲーム化し、</a:t>
            </a:r>
            <a:r>
              <a:rPr lang="ja-JP" altLang="en-US" sz="563" b="1" dirty="0">
                <a:solidFill>
                  <a:srgbClr val="FF0000"/>
                </a:solidFill>
                <a:latin typeface="メイリオ" panose="020B0604030504040204" pitchFamily="50" charset="-128"/>
                <a:ea typeface="メイリオ" panose="020B0604030504040204" pitchFamily="50" charset="-128"/>
              </a:rPr>
              <a:t>楽しみながら継続</a:t>
            </a:r>
            <a:r>
              <a:rPr lang="ja-JP" altLang="en-US" sz="563" dirty="0">
                <a:latin typeface="メイリオ" panose="020B0604030504040204" pitchFamily="50" charset="-128"/>
                <a:ea typeface="メイリオ" panose="020B0604030504040204" pitchFamily="50" charset="-128"/>
              </a:rPr>
              <a:t>することをサポートします。</a:t>
            </a:r>
          </a:p>
        </p:txBody>
      </p:sp>
      <p:sp>
        <p:nvSpPr>
          <p:cNvPr id="18" name="TextBox 17">
            <a:extLst>
              <a:ext uri="{FF2B5EF4-FFF2-40B4-BE49-F238E27FC236}">
                <a16:creationId xmlns:a16="http://schemas.microsoft.com/office/drawing/2014/main" id="{6402B12D-BB96-9A46-BDD2-AE1E4EBFE5C0}"/>
              </a:ext>
            </a:extLst>
          </p:cNvPr>
          <p:cNvSpPr txBox="1"/>
          <p:nvPr/>
        </p:nvSpPr>
        <p:spPr>
          <a:xfrm>
            <a:off x="2428535" y="3168602"/>
            <a:ext cx="1384296" cy="248209"/>
          </a:xfrm>
          <a:prstGeom prst="rect">
            <a:avLst/>
          </a:prstGeom>
          <a:noFill/>
        </p:spPr>
        <p:txBody>
          <a:bodyPr wrap="square" rtlCol="0">
            <a:spAutoFit/>
          </a:bodyPr>
          <a:lstStyle/>
          <a:p>
            <a:r>
              <a:rPr lang="ja-JP" altLang="en-US" sz="1013" b="1" dirty="0">
                <a:latin typeface="メイリオ" panose="020B0604030504040204" pitchFamily="50" charset="-128"/>
                <a:ea typeface="メイリオ" panose="020B0604030504040204" pitchFamily="50" charset="-128"/>
              </a:rPr>
              <a:t>仕組み</a:t>
            </a:r>
          </a:p>
        </p:txBody>
      </p:sp>
      <p:sp>
        <p:nvSpPr>
          <p:cNvPr id="19" name="TextBox 18">
            <a:extLst>
              <a:ext uri="{FF2B5EF4-FFF2-40B4-BE49-F238E27FC236}">
                <a16:creationId xmlns:a16="http://schemas.microsoft.com/office/drawing/2014/main" id="{E8CDA70B-4B05-99BF-31D8-590B8DBB8931}"/>
              </a:ext>
            </a:extLst>
          </p:cNvPr>
          <p:cNvSpPr txBox="1"/>
          <p:nvPr/>
        </p:nvSpPr>
        <p:spPr>
          <a:xfrm>
            <a:off x="2541192" y="3354771"/>
            <a:ext cx="4007459" cy="1218475"/>
          </a:xfrm>
          <a:prstGeom prst="rect">
            <a:avLst/>
          </a:prstGeom>
          <a:noFill/>
        </p:spPr>
        <p:txBody>
          <a:bodyPr wrap="square">
            <a:spAutoFit/>
          </a:bodyPr>
          <a:lstStyle/>
          <a:p>
            <a:r>
              <a:rPr lang="ja-JP" altLang="en-US" sz="563" dirty="0">
                <a:latin typeface="メイリオ" panose="020B0604030504040204" pitchFamily="50" charset="-128"/>
                <a:ea typeface="メイリオ" panose="020B0604030504040204" pitchFamily="50" charset="-128"/>
              </a:rPr>
              <a:t>本体に内蔵されたセンサーで、スイング中の</a:t>
            </a:r>
            <a:r>
              <a:rPr lang="en-US" altLang="ja-JP" sz="563" dirty="0">
                <a:latin typeface="メイリオ" panose="020B0604030504040204" pitchFamily="50" charset="-128"/>
                <a:ea typeface="メイリオ" panose="020B0604030504040204" pitchFamily="50" charset="-128"/>
              </a:rPr>
              <a:t>2</a:t>
            </a:r>
            <a:r>
              <a:rPr lang="ja-JP" altLang="en-US" sz="563" dirty="0">
                <a:latin typeface="メイリオ" panose="020B0604030504040204" pitchFamily="50" charset="-128"/>
                <a:ea typeface="メイリオ" panose="020B0604030504040204" pitchFamily="50" charset="-128"/>
              </a:rPr>
              <a:t>つの動きを読み取ります。</a:t>
            </a:r>
          </a:p>
          <a:p>
            <a:endParaRPr lang="ja-JP" altLang="en-US" sz="563" dirty="0">
              <a:latin typeface="メイリオ" panose="020B0604030504040204" pitchFamily="50" charset="-128"/>
              <a:ea typeface="メイリオ" panose="020B0604030504040204" pitchFamily="50" charset="-128"/>
            </a:endParaRPr>
          </a:p>
          <a:p>
            <a:r>
              <a:rPr lang="en-US" altLang="ja-JP" sz="563" b="1" dirty="0">
                <a:solidFill>
                  <a:srgbClr val="FF0000"/>
                </a:solidFill>
                <a:latin typeface="メイリオ" panose="020B0604030504040204" pitchFamily="50" charset="-128"/>
                <a:ea typeface="メイリオ" panose="020B0604030504040204" pitchFamily="50" charset="-128"/>
              </a:rPr>
              <a:t>1. </a:t>
            </a:r>
            <a:r>
              <a:rPr lang="ja-JP" altLang="en-US" sz="563" b="1" dirty="0">
                <a:solidFill>
                  <a:srgbClr val="FF0000"/>
                </a:solidFill>
                <a:latin typeface="メイリオ" panose="020B0604030504040204" pitchFamily="50" charset="-128"/>
                <a:ea typeface="メイリオ" panose="020B0604030504040204" pitchFamily="50" charset="-128"/>
              </a:rPr>
              <a:t>加速度</a:t>
            </a:r>
          </a:p>
          <a:p>
            <a:r>
              <a:rPr lang="ja-JP" altLang="en-US" sz="563" dirty="0">
                <a:latin typeface="メイリオ" panose="020B0604030504040204" pitchFamily="50" charset="-128"/>
                <a:ea typeface="メイリオ" panose="020B0604030504040204" pitchFamily="50" charset="-128"/>
              </a:rPr>
              <a:t>   どれだけ力強くバットを動かしたか</a:t>
            </a:r>
          </a:p>
          <a:p>
            <a:endParaRPr lang="ja-JP" altLang="en-US" sz="563" dirty="0">
              <a:latin typeface="メイリオ" panose="020B0604030504040204" pitchFamily="50" charset="-128"/>
              <a:ea typeface="メイリオ" panose="020B0604030504040204" pitchFamily="50" charset="-128"/>
            </a:endParaRPr>
          </a:p>
          <a:p>
            <a:r>
              <a:rPr lang="en-US" altLang="ja-JP" sz="563" b="1" dirty="0">
                <a:solidFill>
                  <a:srgbClr val="0070C0"/>
                </a:solidFill>
                <a:latin typeface="メイリオ" panose="020B0604030504040204" pitchFamily="50" charset="-128"/>
                <a:ea typeface="メイリオ" panose="020B0604030504040204" pitchFamily="50" charset="-128"/>
              </a:rPr>
              <a:t>2. </a:t>
            </a:r>
            <a:r>
              <a:rPr lang="ja-JP" altLang="en-US" sz="563" b="1" dirty="0">
                <a:solidFill>
                  <a:srgbClr val="0070C0"/>
                </a:solidFill>
                <a:latin typeface="メイリオ" panose="020B0604030504040204" pitchFamily="50" charset="-128"/>
                <a:ea typeface="メイリオ" panose="020B0604030504040204" pitchFamily="50" charset="-128"/>
              </a:rPr>
              <a:t>回転速度</a:t>
            </a:r>
          </a:p>
          <a:p>
            <a:r>
              <a:rPr lang="ja-JP" altLang="en-US" sz="563" dirty="0">
                <a:latin typeface="メイリオ" panose="020B0604030504040204" pitchFamily="50" charset="-128"/>
                <a:ea typeface="メイリオ" panose="020B0604030504040204" pitchFamily="50" charset="-128"/>
              </a:rPr>
              <a:t>   どれだけ速くバットが回ったか</a:t>
            </a:r>
          </a:p>
          <a:p>
            <a:endParaRPr lang="ja-JP" altLang="en-US" sz="563" dirty="0">
              <a:latin typeface="メイリオ" panose="020B0604030504040204" pitchFamily="50" charset="-128"/>
              <a:ea typeface="メイリオ" panose="020B0604030504040204" pitchFamily="50" charset="-128"/>
            </a:endParaRPr>
          </a:p>
          <a:p>
            <a:r>
              <a:rPr lang="ja-JP" altLang="en-US" sz="563" dirty="0">
                <a:latin typeface="メイリオ" panose="020B0604030504040204" pitchFamily="50" charset="-128"/>
                <a:ea typeface="メイリオ" panose="020B0604030504040204" pitchFamily="50" charset="-128"/>
              </a:rPr>
              <a:t>スコアは、</a:t>
            </a:r>
            <a:r>
              <a:rPr lang="ja-JP" altLang="en-US" sz="563" b="1" dirty="0">
                <a:solidFill>
                  <a:srgbClr val="FF0000"/>
                </a:solidFill>
                <a:latin typeface="メイリオ" panose="020B0604030504040204" pitchFamily="50" charset="-128"/>
                <a:ea typeface="メイリオ" panose="020B0604030504040204" pitchFamily="50" charset="-128"/>
              </a:rPr>
              <a:t>強い加速度</a:t>
            </a:r>
            <a:r>
              <a:rPr lang="ja-JP" altLang="en-US" sz="563" dirty="0">
                <a:latin typeface="メイリオ" panose="020B0604030504040204" pitchFamily="50" charset="-128"/>
                <a:ea typeface="メイリオ" panose="020B0604030504040204" pitchFamily="50" charset="-128"/>
              </a:rPr>
              <a:t>がどれだけ続いたかと、</a:t>
            </a:r>
          </a:p>
          <a:p>
            <a:r>
              <a:rPr lang="ja-JP" altLang="en-US" sz="563" dirty="0">
                <a:latin typeface="メイリオ" panose="020B0604030504040204" pitchFamily="50" charset="-128"/>
                <a:ea typeface="メイリオ" panose="020B0604030504040204" pitchFamily="50" charset="-128"/>
              </a:rPr>
              <a:t>スイング中の</a:t>
            </a:r>
            <a:r>
              <a:rPr lang="ja-JP" altLang="en-US" sz="563" b="1" dirty="0">
                <a:solidFill>
                  <a:srgbClr val="0070C0"/>
                </a:solidFill>
                <a:latin typeface="メイリオ" panose="020B0604030504040204" pitchFamily="50" charset="-128"/>
                <a:ea typeface="メイリオ" panose="020B0604030504040204" pitchFamily="50" charset="-128"/>
              </a:rPr>
              <a:t>回転速度の高さ</a:t>
            </a:r>
            <a:r>
              <a:rPr lang="ja-JP" altLang="en-US" sz="563" dirty="0">
                <a:latin typeface="メイリオ" panose="020B0604030504040204" pitchFamily="50" charset="-128"/>
                <a:ea typeface="メイリオ" panose="020B0604030504040204" pitchFamily="50" charset="-128"/>
              </a:rPr>
              <a:t>をもとに計算しています。</a:t>
            </a:r>
          </a:p>
          <a:p>
            <a:endParaRPr lang="ja-JP" altLang="en-US" sz="563" dirty="0">
              <a:latin typeface="メイリオ" panose="020B0604030504040204" pitchFamily="50" charset="-128"/>
              <a:ea typeface="メイリオ" panose="020B0604030504040204" pitchFamily="50" charset="-128"/>
            </a:endParaRPr>
          </a:p>
          <a:p>
            <a:r>
              <a:rPr lang="ja-JP" altLang="en-US" sz="563" dirty="0">
                <a:latin typeface="メイリオ" panose="020B0604030504040204" pitchFamily="50" charset="-128"/>
                <a:ea typeface="メイリオ" panose="020B0604030504040204" pitchFamily="50" charset="-128"/>
              </a:rPr>
              <a:t>高得点は、力強く、速く、しっかり振れたスイングの目安です。</a:t>
            </a:r>
          </a:p>
          <a:p>
            <a:r>
              <a:rPr lang="en-US" altLang="ja-JP" sz="563" dirty="0">
                <a:latin typeface="メイリオ" panose="020B0604030504040204" pitchFamily="50" charset="-128"/>
                <a:ea typeface="メイリオ" panose="020B0604030504040204" pitchFamily="50" charset="-128"/>
              </a:rPr>
              <a:t>※</a:t>
            </a:r>
            <a:r>
              <a:rPr lang="ja-JP" altLang="en-US" sz="563" dirty="0">
                <a:latin typeface="メイリオ" panose="020B0604030504040204" pitchFamily="50" charset="-128"/>
                <a:ea typeface="メイリオ" panose="020B0604030504040204" pitchFamily="50" charset="-128"/>
              </a:rPr>
              <a:t>スコアは本格的な計測値ではなく、同じバット・同じ取り付け位置での自己比較用です。</a:t>
            </a:r>
          </a:p>
        </p:txBody>
      </p:sp>
      <p:pic>
        <p:nvPicPr>
          <p:cNvPr id="9" name="Picture 8">
            <a:extLst>
              <a:ext uri="{FF2B5EF4-FFF2-40B4-BE49-F238E27FC236}">
                <a16:creationId xmlns:a16="http://schemas.microsoft.com/office/drawing/2014/main" id="{5AF9A045-195B-A340-919A-DEE0F7C9024E}"/>
              </a:ext>
            </a:extLst>
          </p:cNvPr>
          <p:cNvPicPr>
            <a:picLocks noChangeAspect="1"/>
          </p:cNvPicPr>
          <p:nvPr/>
        </p:nvPicPr>
        <p:blipFill>
          <a:blip r:embed="rId3"/>
          <a:stretch>
            <a:fillRect/>
          </a:stretch>
        </p:blipFill>
        <p:spPr>
          <a:xfrm>
            <a:off x="2542869" y="4532018"/>
            <a:ext cx="3526462" cy="2136553"/>
          </a:xfrm>
          <a:prstGeom prst="rect">
            <a:avLst/>
          </a:prstGeom>
        </p:spPr>
      </p:pic>
      <p:pic>
        <p:nvPicPr>
          <p:cNvPr id="6" name="Picture 5">
            <a:extLst>
              <a:ext uri="{FF2B5EF4-FFF2-40B4-BE49-F238E27FC236}">
                <a16:creationId xmlns:a16="http://schemas.microsoft.com/office/drawing/2014/main" id="{B367CAFC-C32E-8292-EDA2-CE01A89E0C24}"/>
              </a:ext>
            </a:extLst>
          </p:cNvPr>
          <p:cNvPicPr>
            <a:picLocks noChangeAspect="1"/>
          </p:cNvPicPr>
          <p:nvPr/>
        </p:nvPicPr>
        <p:blipFill>
          <a:blip r:embed="rId4"/>
          <a:stretch>
            <a:fillRect/>
          </a:stretch>
        </p:blipFill>
        <p:spPr>
          <a:xfrm>
            <a:off x="4677414" y="5789983"/>
            <a:ext cx="2116478" cy="1041442"/>
          </a:xfrm>
          <a:prstGeom prst="rect">
            <a:avLst/>
          </a:prstGeom>
          <a:ln>
            <a:solidFill>
              <a:schemeClr val="accent1"/>
            </a:solidFill>
          </a:ln>
          <a:effectLst>
            <a:outerShdw blurRad="50800" dist="38100" dir="2700000" algn="tl" rotWithShape="0">
              <a:prstClr val="black">
                <a:alpha val="40000"/>
              </a:prstClr>
            </a:outerShdw>
          </a:effectLst>
        </p:spPr>
      </p:pic>
      <p:sp>
        <p:nvSpPr>
          <p:cNvPr id="10" name="TextBox 9">
            <a:extLst>
              <a:ext uri="{FF2B5EF4-FFF2-40B4-BE49-F238E27FC236}">
                <a16:creationId xmlns:a16="http://schemas.microsoft.com/office/drawing/2014/main" id="{B1776A78-1E81-CE7D-281E-A64255E62828}"/>
              </a:ext>
            </a:extLst>
          </p:cNvPr>
          <p:cNvSpPr txBox="1"/>
          <p:nvPr/>
        </p:nvSpPr>
        <p:spPr>
          <a:xfrm>
            <a:off x="4717496" y="5845555"/>
            <a:ext cx="1268008" cy="196208"/>
          </a:xfrm>
          <a:prstGeom prst="rect">
            <a:avLst/>
          </a:prstGeom>
          <a:noFill/>
        </p:spPr>
        <p:txBody>
          <a:bodyPr wrap="square" rtlCol="0">
            <a:spAutoFit/>
          </a:bodyPr>
          <a:lstStyle/>
          <a:p>
            <a:r>
              <a:rPr lang="en-US" altLang="ja-JP" sz="675" b="1" dirty="0">
                <a:effectLst>
                  <a:glow rad="127000">
                    <a:schemeClr val="bg1"/>
                  </a:glow>
                </a:effectLst>
                <a:latin typeface="メイリオ" panose="020B0604030504040204" pitchFamily="50" charset="-128"/>
                <a:ea typeface="メイリオ" panose="020B0604030504040204" pitchFamily="50" charset="-128"/>
              </a:rPr>
              <a:t>329</a:t>
            </a:r>
            <a:r>
              <a:rPr lang="ja-JP" altLang="en-US" sz="675" b="1" dirty="0">
                <a:effectLst>
                  <a:glow rad="127000">
                    <a:schemeClr val="bg1"/>
                  </a:glow>
                </a:effectLst>
                <a:latin typeface="メイリオ" panose="020B0604030504040204" pitchFamily="50" charset="-128"/>
                <a:ea typeface="メイリオ" panose="020B0604030504040204" pitchFamily="50" charset="-128"/>
              </a:rPr>
              <a:t>点のスイング</a:t>
            </a:r>
          </a:p>
        </p:txBody>
      </p:sp>
      <p:sp>
        <p:nvSpPr>
          <p:cNvPr id="20" name="TextBox 19">
            <a:extLst>
              <a:ext uri="{FF2B5EF4-FFF2-40B4-BE49-F238E27FC236}">
                <a16:creationId xmlns:a16="http://schemas.microsoft.com/office/drawing/2014/main" id="{E6165A23-AE5F-0508-3F9E-0BAFDF83FC77}"/>
              </a:ext>
            </a:extLst>
          </p:cNvPr>
          <p:cNvSpPr txBox="1"/>
          <p:nvPr/>
        </p:nvSpPr>
        <p:spPr>
          <a:xfrm>
            <a:off x="2542869" y="4627840"/>
            <a:ext cx="1268008" cy="369332"/>
          </a:xfrm>
          <a:prstGeom prst="rect">
            <a:avLst/>
          </a:prstGeom>
          <a:noFill/>
        </p:spPr>
        <p:txBody>
          <a:bodyPr wrap="square" rtlCol="0">
            <a:spAutoFit/>
          </a:bodyPr>
          <a:lstStyle/>
          <a:p>
            <a:r>
              <a:rPr lang="ja-JP" altLang="en-US" sz="900" b="1" dirty="0">
                <a:effectLst>
                  <a:glow rad="127000">
                    <a:schemeClr val="bg1"/>
                  </a:glow>
                </a:effectLst>
                <a:latin typeface="メイリオ" panose="020B0604030504040204" pitchFamily="50" charset="-128"/>
                <a:ea typeface="メイリオ" panose="020B0604030504040204" pitchFamily="50" charset="-128"/>
              </a:rPr>
              <a:t>例）</a:t>
            </a:r>
            <a:r>
              <a:rPr lang="en-US" altLang="ja-JP" sz="900" b="1" dirty="0">
                <a:effectLst>
                  <a:glow rad="127000">
                    <a:schemeClr val="bg1"/>
                  </a:glow>
                </a:effectLst>
                <a:latin typeface="メイリオ" panose="020B0604030504040204" pitchFamily="50" charset="-128"/>
                <a:ea typeface="メイリオ" panose="020B0604030504040204" pitchFamily="50" charset="-128"/>
              </a:rPr>
              <a:t>751</a:t>
            </a:r>
            <a:r>
              <a:rPr lang="ja-JP" altLang="en-US" sz="900" b="1" dirty="0">
                <a:effectLst>
                  <a:glow rad="127000">
                    <a:schemeClr val="bg1"/>
                  </a:glow>
                </a:effectLst>
                <a:latin typeface="メイリオ" panose="020B0604030504040204" pitchFamily="50" charset="-128"/>
                <a:ea typeface="メイリオ" panose="020B0604030504040204" pitchFamily="50" charset="-128"/>
              </a:rPr>
              <a:t>点のスイング</a:t>
            </a:r>
          </a:p>
        </p:txBody>
      </p:sp>
    </p:spTree>
    <p:extLst>
      <p:ext uri="{BB962C8B-B14F-4D97-AF65-F5344CB8AC3E}">
        <p14:creationId xmlns:p14="http://schemas.microsoft.com/office/powerpoint/2010/main" val="12026169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8C9BEFF-ABDE-AE99-F42C-DE52672C3E01}"/>
              </a:ext>
            </a:extLst>
          </p:cNvPr>
          <p:cNvPicPr>
            <a:picLocks noChangeAspect="1"/>
          </p:cNvPicPr>
          <p:nvPr/>
        </p:nvPicPr>
        <p:blipFill>
          <a:blip r:embed="rId2"/>
          <a:srcRect l="1389" t="31779" r="1424" b="2665"/>
          <a:stretch>
            <a:fillRect/>
          </a:stretch>
        </p:blipFill>
        <p:spPr>
          <a:xfrm>
            <a:off x="143124" y="3614572"/>
            <a:ext cx="1930454" cy="1165942"/>
          </a:xfrm>
          <a:prstGeom prst="roundRect">
            <a:avLst>
              <a:gd name="adj" fmla="val 985"/>
            </a:avLst>
          </a:prstGeom>
          <a:ln>
            <a:solidFill>
              <a:schemeClr val="accent1"/>
            </a:solidFill>
          </a:ln>
        </p:spPr>
      </p:pic>
      <p:pic>
        <p:nvPicPr>
          <p:cNvPr id="5" name="Picture 4">
            <a:extLst>
              <a:ext uri="{FF2B5EF4-FFF2-40B4-BE49-F238E27FC236}">
                <a16:creationId xmlns:a16="http://schemas.microsoft.com/office/drawing/2014/main" id="{FEBF7FBA-D33A-0069-82F7-F6203026F32E}"/>
              </a:ext>
            </a:extLst>
          </p:cNvPr>
          <p:cNvPicPr>
            <a:picLocks noChangeAspect="1"/>
          </p:cNvPicPr>
          <p:nvPr/>
        </p:nvPicPr>
        <p:blipFill>
          <a:blip r:embed="rId3"/>
          <a:srcRect l="1164" t="31905" r="2154" b="3884"/>
          <a:stretch>
            <a:fillRect/>
          </a:stretch>
        </p:blipFill>
        <p:spPr>
          <a:xfrm>
            <a:off x="143124" y="4996607"/>
            <a:ext cx="1945024" cy="1165943"/>
          </a:xfrm>
          <a:prstGeom prst="roundRect">
            <a:avLst>
              <a:gd name="adj" fmla="val 1169"/>
            </a:avLst>
          </a:prstGeom>
          <a:ln>
            <a:solidFill>
              <a:schemeClr val="accent1"/>
            </a:solidFill>
          </a:ln>
        </p:spPr>
      </p:pic>
      <p:pic>
        <p:nvPicPr>
          <p:cNvPr id="7" name="Picture 6">
            <a:extLst>
              <a:ext uri="{FF2B5EF4-FFF2-40B4-BE49-F238E27FC236}">
                <a16:creationId xmlns:a16="http://schemas.microsoft.com/office/drawing/2014/main" id="{A7AE78DB-C7D2-7E03-020F-C8A7710A5F47}"/>
              </a:ext>
            </a:extLst>
          </p:cNvPr>
          <p:cNvPicPr>
            <a:picLocks noChangeAspect="1"/>
          </p:cNvPicPr>
          <p:nvPr/>
        </p:nvPicPr>
        <p:blipFill>
          <a:blip r:embed="rId4"/>
          <a:srcRect t="31880"/>
          <a:stretch>
            <a:fillRect/>
          </a:stretch>
        </p:blipFill>
        <p:spPr>
          <a:xfrm>
            <a:off x="3471325" y="3614571"/>
            <a:ext cx="1938825" cy="1165943"/>
          </a:xfrm>
          <a:prstGeom prst="roundRect">
            <a:avLst>
              <a:gd name="adj" fmla="val 889"/>
            </a:avLst>
          </a:prstGeom>
          <a:ln>
            <a:solidFill>
              <a:schemeClr val="accent1"/>
            </a:solidFill>
          </a:ln>
        </p:spPr>
      </p:pic>
      <p:pic>
        <p:nvPicPr>
          <p:cNvPr id="9" name="Picture 8">
            <a:extLst>
              <a:ext uri="{FF2B5EF4-FFF2-40B4-BE49-F238E27FC236}">
                <a16:creationId xmlns:a16="http://schemas.microsoft.com/office/drawing/2014/main" id="{1BC8A6E9-1BCA-ADBB-D9EB-C792FF300D47}"/>
              </a:ext>
            </a:extLst>
          </p:cNvPr>
          <p:cNvPicPr>
            <a:picLocks noChangeAspect="1"/>
          </p:cNvPicPr>
          <p:nvPr/>
        </p:nvPicPr>
        <p:blipFill>
          <a:blip r:embed="rId5"/>
          <a:srcRect t="31984"/>
          <a:stretch>
            <a:fillRect/>
          </a:stretch>
        </p:blipFill>
        <p:spPr>
          <a:xfrm>
            <a:off x="3470823" y="4953000"/>
            <a:ext cx="1939327" cy="1165943"/>
          </a:xfrm>
          <a:prstGeom prst="roundRect">
            <a:avLst>
              <a:gd name="adj" fmla="val 1009"/>
            </a:avLst>
          </a:prstGeom>
          <a:ln>
            <a:solidFill>
              <a:schemeClr val="accent1"/>
            </a:solidFill>
          </a:ln>
        </p:spPr>
      </p:pic>
      <p:sp>
        <p:nvSpPr>
          <p:cNvPr id="10" name="TextBox 9">
            <a:extLst>
              <a:ext uri="{FF2B5EF4-FFF2-40B4-BE49-F238E27FC236}">
                <a16:creationId xmlns:a16="http://schemas.microsoft.com/office/drawing/2014/main" id="{3BE3DECC-B78F-F2AC-D261-D0B40646DDE8}"/>
              </a:ext>
            </a:extLst>
          </p:cNvPr>
          <p:cNvSpPr txBox="1"/>
          <p:nvPr/>
        </p:nvSpPr>
        <p:spPr>
          <a:xfrm>
            <a:off x="2151324" y="3659298"/>
            <a:ext cx="1171824" cy="1028167"/>
          </a:xfrm>
          <a:prstGeom prst="rect">
            <a:avLst/>
          </a:prstGeom>
          <a:noFill/>
        </p:spPr>
        <p:txBody>
          <a:bodyPr wrap="square" rtlCol="0">
            <a:spAutoFit/>
          </a:bodyPr>
          <a:lstStyle/>
          <a:p>
            <a:r>
              <a:rPr lang="ja-JP" altLang="en-US" sz="563" b="1" dirty="0">
                <a:latin typeface="メイリオ" panose="020B0604030504040204" pitchFamily="50" charset="-128"/>
                <a:ea typeface="メイリオ" panose="020B0604030504040204" pitchFamily="50" charset="-128"/>
              </a:rPr>
              <a:t>スコア＝</a:t>
            </a:r>
            <a:r>
              <a:rPr lang="en-US" altLang="ja-JP" sz="563" b="1" dirty="0">
                <a:latin typeface="メイリオ" panose="020B0604030504040204" pitchFamily="50" charset="-128"/>
                <a:ea typeface="メイリオ" panose="020B0604030504040204" pitchFamily="50" charset="-128"/>
              </a:rPr>
              <a:t>757</a:t>
            </a:r>
            <a:r>
              <a:rPr lang="ja-JP" altLang="en-US" sz="563" b="1" dirty="0">
                <a:latin typeface="メイリオ" panose="020B0604030504040204" pitchFamily="50" charset="-128"/>
                <a:ea typeface="メイリオ" panose="020B0604030504040204" pitchFamily="50" charset="-128"/>
              </a:rPr>
              <a:t>点</a:t>
            </a:r>
            <a:endParaRPr lang="en-US" altLang="ja-JP" sz="563" b="1" dirty="0">
              <a:latin typeface="メイリオ" panose="020B0604030504040204" pitchFamily="50" charset="-128"/>
              <a:ea typeface="メイリオ" panose="020B0604030504040204" pitchFamily="50" charset="-128"/>
            </a:endParaRPr>
          </a:p>
          <a:p>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振り始めからどんどん加速し、ピークを迎えた直後に回転速度も最大に達している。</a:t>
            </a:r>
            <a:br>
              <a:rPr lang="en-US" altLang="ja-JP" sz="394" dirty="0">
                <a:latin typeface="メイリオ" panose="020B0604030504040204" pitchFamily="50" charset="-128"/>
                <a:ea typeface="メイリオ" panose="020B0604030504040204" pitchFamily="50" charset="-128"/>
              </a:rPr>
            </a:b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加速の強さ、加速の継続時間が十分で、その勢いでバットを回転させているのでヘッドスピードはかなり早いと想定される。</a:t>
            </a:r>
            <a:endParaRPr lang="en-US" altLang="ja-JP" sz="394" dirty="0">
              <a:latin typeface="メイリオ" panose="020B0604030504040204" pitchFamily="50" charset="-128"/>
              <a:ea typeface="メイリオ" panose="020B0604030504040204" pitchFamily="50" charset="-128"/>
            </a:endParaRPr>
          </a:p>
          <a:p>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加速度が高い割に回転速度は抑えられており、加速エネルギーはすべて回転に向かわず「並進（レベルスイング）」の区間がある。</a:t>
            </a:r>
            <a:endParaRPr lang="en-US" altLang="ja-JP" sz="394" dirty="0">
              <a:latin typeface="メイリオ" panose="020B0604030504040204" pitchFamily="50" charset="-128"/>
              <a:ea typeface="メイリオ" panose="020B0604030504040204" pitchFamily="50" charset="-128"/>
            </a:endParaRPr>
          </a:p>
          <a:p>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高得点。</a:t>
            </a:r>
            <a:endParaRPr lang="en-US" altLang="ja-JP" sz="394" dirty="0">
              <a:latin typeface="メイリオ" panose="020B0604030504040204" pitchFamily="50" charset="-128"/>
              <a:ea typeface="メイリオ" panose="020B0604030504040204" pitchFamily="50" charset="-128"/>
            </a:endParaRPr>
          </a:p>
        </p:txBody>
      </p:sp>
      <p:sp>
        <p:nvSpPr>
          <p:cNvPr id="11" name="TextBox 10">
            <a:extLst>
              <a:ext uri="{FF2B5EF4-FFF2-40B4-BE49-F238E27FC236}">
                <a16:creationId xmlns:a16="http://schemas.microsoft.com/office/drawing/2014/main" id="{64975E21-7CB1-73EE-5618-3B6D5A035936}"/>
              </a:ext>
            </a:extLst>
          </p:cNvPr>
          <p:cNvSpPr txBox="1"/>
          <p:nvPr/>
        </p:nvSpPr>
        <p:spPr>
          <a:xfrm>
            <a:off x="2151324" y="5036862"/>
            <a:ext cx="1171824" cy="482248"/>
          </a:xfrm>
          <a:prstGeom prst="rect">
            <a:avLst/>
          </a:prstGeom>
          <a:noFill/>
        </p:spPr>
        <p:txBody>
          <a:bodyPr wrap="square" rtlCol="0">
            <a:spAutoFit/>
          </a:bodyPr>
          <a:lstStyle/>
          <a:p>
            <a:r>
              <a:rPr lang="ja-JP" altLang="en-US" sz="563" b="1" dirty="0">
                <a:latin typeface="メイリオ" panose="020B0604030504040204" pitchFamily="50" charset="-128"/>
                <a:ea typeface="メイリオ" panose="020B0604030504040204" pitchFamily="50" charset="-128"/>
              </a:rPr>
              <a:t>スコア＝</a:t>
            </a:r>
            <a:r>
              <a:rPr lang="en-US" altLang="ja-JP" sz="563" b="1" dirty="0">
                <a:latin typeface="メイリオ" panose="020B0604030504040204" pitchFamily="50" charset="-128"/>
                <a:ea typeface="メイリオ" panose="020B0604030504040204" pitchFamily="50" charset="-128"/>
              </a:rPr>
              <a:t>470</a:t>
            </a:r>
            <a:r>
              <a:rPr lang="ja-JP" altLang="en-US" sz="563" b="1" dirty="0">
                <a:latin typeface="メイリオ" panose="020B0604030504040204" pitchFamily="50" charset="-128"/>
                <a:ea typeface="メイリオ" panose="020B0604030504040204" pitchFamily="50" charset="-128"/>
              </a:rPr>
              <a:t>点</a:t>
            </a:r>
            <a:endParaRPr lang="en-US" altLang="ja-JP" sz="563" b="1" dirty="0">
              <a:latin typeface="メイリオ" panose="020B0604030504040204" pitchFamily="50" charset="-128"/>
              <a:ea typeface="メイリオ" panose="020B0604030504040204" pitchFamily="50" charset="-128"/>
            </a:endParaRPr>
          </a:p>
          <a:p>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加速が弱く、長く続いている割にはピークが低い。</a:t>
            </a:r>
            <a:br>
              <a:rPr lang="en-US" altLang="ja-JP" sz="394" dirty="0">
                <a:latin typeface="メイリオ" panose="020B0604030504040204" pitchFamily="50" charset="-128"/>
                <a:ea typeface="メイリオ" panose="020B0604030504040204" pitchFamily="50" charset="-128"/>
              </a:rPr>
            </a:b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力を抜いてゆっくり振ったスイング。</a:t>
            </a:r>
            <a:endParaRPr lang="en-US" altLang="ja-JP" sz="394" dirty="0">
              <a:latin typeface="メイリオ" panose="020B0604030504040204" pitchFamily="50" charset="-128"/>
              <a:ea typeface="メイリオ" panose="020B0604030504040204" pitchFamily="50" charset="-128"/>
            </a:endParaRPr>
          </a:p>
        </p:txBody>
      </p:sp>
      <p:sp>
        <p:nvSpPr>
          <p:cNvPr id="12" name="TextBox 11">
            <a:extLst>
              <a:ext uri="{FF2B5EF4-FFF2-40B4-BE49-F238E27FC236}">
                <a16:creationId xmlns:a16="http://schemas.microsoft.com/office/drawing/2014/main" id="{59FF35A6-599F-B04C-B25A-789FADBCE3C8}"/>
              </a:ext>
            </a:extLst>
          </p:cNvPr>
          <p:cNvSpPr txBox="1"/>
          <p:nvPr/>
        </p:nvSpPr>
        <p:spPr>
          <a:xfrm>
            <a:off x="5543053" y="3659298"/>
            <a:ext cx="1171824" cy="906851"/>
          </a:xfrm>
          <a:prstGeom prst="rect">
            <a:avLst/>
          </a:prstGeom>
          <a:noFill/>
        </p:spPr>
        <p:txBody>
          <a:bodyPr wrap="square" rtlCol="0">
            <a:spAutoFit/>
          </a:bodyPr>
          <a:lstStyle/>
          <a:p>
            <a:r>
              <a:rPr lang="ja-JP" altLang="en-US" sz="563" b="1" dirty="0">
                <a:latin typeface="メイリオ" panose="020B0604030504040204" pitchFamily="50" charset="-128"/>
                <a:ea typeface="メイリオ" panose="020B0604030504040204" pitchFamily="50" charset="-128"/>
              </a:rPr>
              <a:t>スコア＝</a:t>
            </a:r>
            <a:r>
              <a:rPr lang="en-US" altLang="ja-JP" sz="563" b="1" dirty="0">
                <a:latin typeface="メイリオ" panose="020B0604030504040204" pitchFamily="50" charset="-128"/>
                <a:ea typeface="メイリオ" panose="020B0604030504040204" pitchFamily="50" charset="-128"/>
              </a:rPr>
              <a:t>680</a:t>
            </a:r>
            <a:r>
              <a:rPr lang="ja-JP" altLang="en-US" sz="563" b="1" dirty="0">
                <a:latin typeface="メイリオ" panose="020B0604030504040204" pitchFamily="50" charset="-128"/>
                <a:ea typeface="メイリオ" panose="020B0604030504040204" pitchFamily="50" charset="-128"/>
              </a:rPr>
              <a:t>点</a:t>
            </a:r>
            <a:endParaRPr lang="en-US" altLang="ja-JP" sz="563" b="1" dirty="0">
              <a:latin typeface="メイリオ" panose="020B0604030504040204" pitchFamily="50" charset="-128"/>
              <a:ea typeface="メイリオ" panose="020B0604030504040204" pitchFamily="50" charset="-128"/>
            </a:endParaRPr>
          </a:p>
          <a:p>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加速度のピークはかなり高いが、立ち上がりが遅く、スイングの終盤で瞬間的に加速しただけでヘッドスピードはそんなに早くないと想定される。</a:t>
            </a:r>
            <a:br>
              <a:rPr lang="en-US" altLang="ja-JP" sz="394" dirty="0">
                <a:latin typeface="メイリオ" panose="020B0604030504040204" pitchFamily="50" charset="-128"/>
                <a:ea typeface="メイリオ" panose="020B0604030504040204" pitchFamily="50" charset="-128"/>
              </a:rPr>
            </a:b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それほど加速していない状態から急激に回転速度があがっており、加速がすべて回転に使われていることから「その場で小さくバットを回転させただけ」に見える。</a:t>
            </a:r>
            <a:br>
              <a:rPr lang="en-US" altLang="ja-JP" sz="394" dirty="0">
                <a:latin typeface="メイリオ" panose="020B0604030504040204" pitchFamily="50" charset="-128"/>
                <a:ea typeface="メイリオ" panose="020B0604030504040204" pitchFamily="50" charset="-128"/>
              </a:rPr>
            </a:b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典型的な「手振りスイング」。</a:t>
            </a:r>
            <a:endParaRPr lang="en-US" altLang="ja-JP" sz="394" dirty="0">
              <a:latin typeface="メイリオ" panose="020B0604030504040204" pitchFamily="50" charset="-128"/>
              <a:ea typeface="メイリオ" panose="020B0604030504040204" pitchFamily="50" charset="-128"/>
            </a:endParaRPr>
          </a:p>
        </p:txBody>
      </p:sp>
      <p:sp>
        <p:nvSpPr>
          <p:cNvPr id="13" name="TextBox 12">
            <a:extLst>
              <a:ext uri="{FF2B5EF4-FFF2-40B4-BE49-F238E27FC236}">
                <a16:creationId xmlns:a16="http://schemas.microsoft.com/office/drawing/2014/main" id="{4588C9D7-3CEC-E115-F186-5CA426BB5451}"/>
              </a:ext>
            </a:extLst>
          </p:cNvPr>
          <p:cNvSpPr txBox="1"/>
          <p:nvPr/>
        </p:nvSpPr>
        <p:spPr>
          <a:xfrm>
            <a:off x="5557826" y="5036861"/>
            <a:ext cx="1171824" cy="724878"/>
          </a:xfrm>
          <a:prstGeom prst="rect">
            <a:avLst/>
          </a:prstGeom>
          <a:noFill/>
        </p:spPr>
        <p:txBody>
          <a:bodyPr wrap="square" rtlCol="0">
            <a:spAutoFit/>
          </a:bodyPr>
          <a:lstStyle/>
          <a:p>
            <a:r>
              <a:rPr lang="ja-JP" altLang="en-US" sz="563" b="1" dirty="0">
                <a:latin typeface="メイリオ" panose="020B0604030504040204" pitchFamily="50" charset="-128"/>
                <a:ea typeface="メイリオ" panose="020B0604030504040204" pitchFamily="50" charset="-128"/>
              </a:rPr>
              <a:t>スコア＝</a:t>
            </a:r>
            <a:r>
              <a:rPr lang="en-US" altLang="ja-JP" sz="563" b="1" dirty="0">
                <a:latin typeface="メイリオ" panose="020B0604030504040204" pitchFamily="50" charset="-128"/>
                <a:ea typeface="メイリオ" panose="020B0604030504040204" pitchFamily="50" charset="-128"/>
              </a:rPr>
              <a:t>655</a:t>
            </a:r>
            <a:r>
              <a:rPr lang="ja-JP" altLang="en-US" sz="563" b="1" dirty="0">
                <a:latin typeface="メイリオ" panose="020B0604030504040204" pitchFamily="50" charset="-128"/>
                <a:ea typeface="メイリオ" panose="020B0604030504040204" pitchFamily="50" charset="-128"/>
              </a:rPr>
              <a:t>点</a:t>
            </a:r>
            <a:endParaRPr lang="en-US" altLang="ja-JP" sz="563" b="1" dirty="0">
              <a:latin typeface="メイリオ" panose="020B0604030504040204" pitchFamily="50" charset="-128"/>
              <a:ea typeface="メイリオ" panose="020B0604030504040204" pitchFamily="50" charset="-128"/>
            </a:endParaRPr>
          </a:p>
          <a:p>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加速は十分に継続しているが、回転速度がそれについてきていない。</a:t>
            </a:r>
            <a:br>
              <a:rPr lang="en-US" altLang="ja-JP" sz="394" dirty="0">
                <a:latin typeface="メイリオ" panose="020B0604030504040204" pitchFamily="50" charset="-128"/>
                <a:ea typeface="メイリオ" panose="020B0604030504040204" pitchFamily="50" charset="-128"/>
              </a:rPr>
            </a:br>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「加速しているにも関わらず回転していない」は典型的な「ドアスイング」。</a:t>
            </a:r>
            <a:br>
              <a:rPr lang="en-US" altLang="ja-JP" sz="394" dirty="0">
                <a:latin typeface="メイリオ" panose="020B0604030504040204" pitchFamily="50" charset="-128"/>
                <a:ea typeface="メイリオ" panose="020B0604030504040204" pitchFamily="50" charset="-128"/>
              </a:rPr>
            </a:b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身体からバットが離れて回転の中心が大きく動いていると想定される。</a:t>
            </a:r>
            <a:endParaRPr lang="en-US" altLang="ja-JP" sz="394"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3931649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EFF0DFFD-C695-7F8B-3071-DE41AA2322E5}"/>
              </a:ext>
            </a:extLst>
          </p:cNvPr>
          <p:cNvPicPr>
            <a:picLocks noChangeAspect="1"/>
          </p:cNvPicPr>
          <p:nvPr/>
        </p:nvPicPr>
        <p:blipFill>
          <a:blip r:embed="rId2"/>
          <a:srcRect t="32816" b="11122"/>
          <a:stretch>
            <a:fillRect/>
          </a:stretch>
        </p:blipFill>
        <p:spPr>
          <a:xfrm>
            <a:off x="1331124" y="4316771"/>
            <a:ext cx="4195753" cy="2075829"/>
          </a:xfrm>
          <a:prstGeom prst="roundRect">
            <a:avLst>
              <a:gd name="adj" fmla="val 2021"/>
            </a:avLst>
          </a:prstGeom>
          <a:ln>
            <a:solidFill>
              <a:schemeClr val="accent1">
                <a:lumMod val="75000"/>
              </a:schemeClr>
            </a:solidFill>
          </a:ln>
          <a:effectLst>
            <a:outerShdw blurRad="50800" dist="38100" algn="l" rotWithShape="0">
              <a:prstClr val="black">
                <a:alpha val="40000"/>
              </a:prstClr>
            </a:outerShdw>
          </a:effectLst>
        </p:spPr>
      </p:pic>
      <p:sp>
        <p:nvSpPr>
          <p:cNvPr id="4" name="Speech Bubble: Rectangle with Corners Rounded 3">
            <a:extLst>
              <a:ext uri="{FF2B5EF4-FFF2-40B4-BE49-F238E27FC236}">
                <a16:creationId xmlns:a16="http://schemas.microsoft.com/office/drawing/2014/main" id="{905E4284-87A7-A6CE-E6B2-46E8D1D3BA92}"/>
              </a:ext>
            </a:extLst>
          </p:cNvPr>
          <p:cNvSpPr/>
          <p:nvPr/>
        </p:nvSpPr>
        <p:spPr>
          <a:xfrm>
            <a:off x="2030564" y="5102833"/>
            <a:ext cx="670892" cy="449497"/>
          </a:xfrm>
          <a:prstGeom prst="wedgeRoundRectCallout">
            <a:avLst>
              <a:gd name="adj1" fmla="val 37167"/>
              <a:gd name="adj2" fmla="val 73445"/>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振り始めから</a:t>
            </a:r>
            <a:r>
              <a:rPr lang="ja-JP" altLang="en-US" sz="450" b="1" dirty="0">
                <a:solidFill>
                  <a:srgbClr val="FF0000"/>
                </a:solidFill>
                <a:latin typeface="メイリオ" panose="020B0604030504040204" pitchFamily="50" charset="-128"/>
                <a:ea typeface="メイリオ" panose="020B0604030504040204" pitchFamily="50" charset="-128"/>
              </a:rPr>
              <a:t>加速度</a:t>
            </a:r>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がしっかり積み上がり、それに伴ってバットの</a:t>
            </a:r>
            <a:r>
              <a:rPr lang="ja-JP" altLang="en-US" sz="450" b="1" dirty="0">
                <a:solidFill>
                  <a:srgbClr val="0070C0"/>
                </a:solidFill>
                <a:latin typeface="メイリオ" panose="020B0604030504040204" pitchFamily="50" charset="-128"/>
                <a:ea typeface="メイリオ" panose="020B0604030504040204" pitchFamily="50" charset="-128"/>
              </a:rPr>
              <a:t>回転速度</a:t>
            </a:r>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も上がっていく。</a:t>
            </a:r>
          </a:p>
        </p:txBody>
      </p:sp>
      <p:sp>
        <p:nvSpPr>
          <p:cNvPr id="5" name="Speech Bubble: Rectangle with Corners Rounded 4">
            <a:extLst>
              <a:ext uri="{FF2B5EF4-FFF2-40B4-BE49-F238E27FC236}">
                <a16:creationId xmlns:a16="http://schemas.microsoft.com/office/drawing/2014/main" id="{5EF0B6BC-963C-167B-0796-8204DAAAD7A8}"/>
              </a:ext>
            </a:extLst>
          </p:cNvPr>
          <p:cNvSpPr/>
          <p:nvPr/>
        </p:nvSpPr>
        <p:spPr>
          <a:xfrm>
            <a:off x="2690567" y="4670501"/>
            <a:ext cx="670892" cy="233052"/>
          </a:xfrm>
          <a:prstGeom prst="wedgeRoundRectCallout">
            <a:avLst>
              <a:gd name="adj1" fmla="val 64852"/>
              <a:gd name="adj2" fmla="val 38064"/>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450" b="1" dirty="0">
                <a:solidFill>
                  <a:srgbClr val="FF0000"/>
                </a:solidFill>
                <a:latin typeface="メイリオ" panose="020B0604030504040204" pitchFamily="50" charset="-128"/>
                <a:ea typeface="メイリオ" panose="020B0604030504040204" pitchFamily="50" charset="-128"/>
              </a:rPr>
              <a:t>加速度</a:t>
            </a:r>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が最大に。</a:t>
            </a:r>
          </a:p>
        </p:txBody>
      </p:sp>
      <p:sp>
        <p:nvSpPr>
          <p:cNvPr id="6" name="Speech Bubble: Rectangle with Corners Rounded 5">
            <a:extLst>
              <a:ext uri="{FF2B5EF4-FFF2-40B4-BE49-F238E27FC236}">
                <a16:creationId xmlns:a16="http://schemas.microsoft.com/office/drawing/2014/main" id="{004DFEA2-CE62-CCE5-98C1-EF84650D8B10}"/>
              </a:ext>
            </a:extLst>
          </p:cNvPr>
          <p:cNvSpPr/>
          <p:nvPr/>
        </p:nvSpPr>
        <p:spPr>
          <a:xfrm>
            <a:off x="2904555" y="5631071"/>
            <a:ext cx="670892" cy="329198"/>
          </a:xfrm>
          <a:prstGeom prst="wedgeRoundRectCallout">
            <a:avLst>
              <a:gd name="adj1" fmla="val 20514"/>
              <a:gd name="adj2" fmla="val -82144"/>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インパクトへ向けて動きが強まり、</a:t>
            </a:r>
          </a:p>
          <a:p>
            <a:r>
              <a:rPr lang="ja-JP" altLang="en-US" sz="450" b="1" dirty="0">
                <a:solidFill>
                  <a:srgbClr val="0070C0"/>
                </a:solidFill>
                <a:latin typeface="メイリオ" panose="020B0604030504040204" pitchFamily="50" charset="-128"/>
                <a:ea typeface="メイリオ" panose="020B0604030504040204" pitchFamily="50" charset="-128"/>
              </a:rPr>
              <a:t>回転速度</a:t>
            </a:r>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がもう一段アップ。</a:t>
            </a:r>
          </a:p>
        </p:txBody>
      </p:sp>
      <p:sp>
        <p:nvSpPr>
          <p:cNvPr id="8" name="Speech Bubble: Rectangle with Corners Rounded 7">
            <a:extLst>
              <a:ext uri="{FF2B5EF4-FFF2-40B4-BE49-F238E27FC236}">
                <a16:creationId xmlns:a16="http://schemas.microsoft.com/office/drawing/2014/main" id="{3AAECEF1-58C1-3BFF-F2D9-7C4E2D6640E8}"/>
              </a:ext>
            </a:extLst>
          </p:cNvPr>
          <p:cNvSpPr/>
          <p:nvPr/>
        </p:nvSpPr>
        <p:spPr>
          <a:xfrm>
            <a:off x="3831987" y="4762216"/>
            <a:ext cx="772160" cy="356233"/>
          </a:xfrm>
          <a:prstGeom prst="wedgeRoundRectCallout">
            <a:avLst>
              <a:gd name="adj1" fmla="val -80527"/>
              <a:gd name="adj2" fmla="val 73238"/>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加速度ピークの直後に</a:t>
            </a:r>
            <a:r>
              <a:rPr lang="ja-JP" altLang="en-US" sz="450" b="1" dirty="0">
                <a:solidFill>
                  <a:srgbClr val="0070C0"/>
                </a:solidFill>
                <a:latin typeface="メイリオ" panose="020B0604030504040204" pitchFamily="50" charset="-128"/>
                <a:ea typeface="メイリオ" panose="020B0604030504040204" pitchFamily="50" charset="-128"/>
              </a:rPr>
              <a:t>回転速度</a:t>
            </a:r>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も最大に。</a:t>
            </a:r>
          </a:p>
          <a:p>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強い入力が回転速度につながったスイング。</a:t>
            </a:r>
          </a:p>
        </p:txBody>
      </p:sp>
      <p:sp>
        <p:nvSpPr>
          <p:cNvPr id="9" name="Speech Bubble: Rectangle with Corners Rounded 8">
            <a:extLst>
              <a:ext uri="{FF2B5EF4-FFF2-40B4-BE49-F238E27FC236}">
                <a16:creationId xmlns:a16="http://schemas.microsoft.com/office/drawing/2014/main" id="{AEA68423-21B6-0409-DD6C-C150C157EA73}"/>
              </a:ext>
            </a:extLst>
          </p:cNvPr>
          <p:cNvSpPr/>
          <p:nvPr/>
        </p:nvSpPr>
        <p:spPr>
          <a:xfrm>
            <a:off x="4218067" y="5233930"/>
            <a:ext cx="670892" cy="348820"/>
          </a:xfrm>
          <a:prstGeom prst="wedgeRoundRectCallout">
            <a:avLst>
              <a:gd name="adj1" fmla="val -83513"/>
              <a:gd name="adj2" fmla="val -54065"/>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フォロースルーに入っても、しばらく回転は継続。</a:t>
            </a:r>
            <a:endParaRPr lang="en-US" altLang="ja-JP" sz="45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（採点対象外）</a:t>
            </a:r>
          </a:p>
        </p:txBody>
      </p:sp>
      <p:pic>
        <p:nvPicPr>
          <p:cNvPr id="2" name="Picture 1">
            <a:extLst>
              <a:ext uri="{FF2B5EF4-FFF2-40B4-BE49-F238E27FC236}">
                <a16:creationId xmlns:a16="http://schemas.microsoft.com/office/drawing/2014/main" id="{42DE7409-1584-A268-5110-14E8BDB151D2}"/>
              </a:ext>
            </a:extLst>
          </p:cNvPr>
          <p:cNvPicPr>
            <a:picLocks noChangeAspect="1"/>
          </p:cNvPicPr>
          <p:nvPr/>
        </p:nvPicPr>
        <p:blipFill>
          <a:blip r:embed="rId3"/>
          <a:stretch>
            <a:fillRect/>
          </a:stretch>
        </p:blipFill>
        <p:spPr>
          <a:xfrm>
            <a:off x="4677414" y="3196802"/>
            <a:ext cx="2116478" cy="1041442"/>
          </a:xfrm>
          <a:prstGeom prst="roundRect">
            <a:avLst>
              <a:gd name="adj" fmla="val 3634"/>
            </a:avLst>
          </a:prstGeom>
          <a:ln>
            <a:solidFill>
              <a:schemeClr val="accent1"/>
            </a:solidFill>
          </a:ln>
          <a:effectLst>
            <a:outerShdw blurRad="50800" dist="38100" dir="2700000" algn="tl" rotWithShape="0">
              <a:prstClr val="black">
                <a:alpha val="40000"/>
              </a:prstClr>
            </a:outerShdw>
          </a:effectLst>
        </p:spPr>
      </p:pic>
      <p:sp>
        <p:nvSpPr>
          <p:cNvPr id="34" name="TextBox 33">
            <a:extLst>
              <a:ext uri="{FF2B5EF4-FFF2-40B4-BE49-F238E27FC236}">
                <a16:creationId xmlns:a16="http://schemas.microsoft.com/office/drawing/2014/main" id="{7C296E35-6E68-D4E4-24CF-7B0CC7BE092B}"/>
              </a:ext>
            </a:extLst>
          </p:cNvPr>
          <p:cNvSpPr txBox="1"/>
          <p:nvPr/>
        </p:nvSpPr>
        <p:spPr>
          <a:xfrm>
            <a:off x="5707856" y="5261162"/>
            <a:ext cx="1150144" cy="1045223"/>
          </a:xfrm>
          <a:prstGeom prst="rect">
            <a:avLst/>
          </a:prstGeom>
          <a:noFill/>
        </p:spPr>
        <p:txBody>
          <a:bodyPr wrap="square" rtlCol="0">
            <a:spAutoFit/>
          </a:bodyPr>
          <a:lstStyle/>
          <a:p>
            <a:r>
              <a:rPr lang="ja-JP" altLang="en-US" sz="563" b="1" dirty="0">
                <a:latin typeface="メイリオ" panose="020B0604030504040204" pitchFamily="50" charset="-128"/>
                <a:ea typeface="メイリオ" panose="020B0604030504040204" pitchFamily="50" charset="-128"/>
              </a:rPr>
              <a:t>装置内部では、</a:t>
            </a:r>
            <a:endParaRPr lang="en-US" altLang="ja-JP" sz="563" b="1" dirty="0">
              <a:latin typeface="メイリオ" panose="020B0604030504040204" pitchFamily="50" charset="-128"/>
              <a:ea typeface="メイリオ" panose="020B0604030504040204" pitchFamily="50" charset="-128"/>
            </a:endParaRPr>
          </a:p>
          <a:p>
            <a:br>
              <a:rPr lang="en-US" altLang="ja-JP" sz="563" b="1" dirty="0">
                <a:latin typeface="メイリオ" panose="020B0604030504040204" pitchFamily="50" charset="-128"/>
                <a:ea typeface="メイリオ" panose="020B0604030504040204" pitchFamily="50" charset="-128"/>
              </a:rPr>
            </a:br>
            <a:r>
              <a:rPr lang="ja-JP" altLang="en-US" sz="563" b="1" dirty="0">
                <a:latin typeface="メイリオ" panose="020B0604030504040204" pitchFamily="50" charset="-128"/>
                <a:ea typeface="メイリオ" panose="020B0604030504040204" pitchFamily="50" charset="-128"/>
              </a:rPr>
              <a:t>　　 の面積と</a:t>
            </a:r>
            <a:endParaRPr lang="en-US" altLang="ja-JP" sz="563" b="1" dirty="0">
              <a:latin typeface="メイリオ" panose="020B0604030504040204" pitchFamily="50" charset="-128"/>
              <a:ea typeface="メイリオ" panose="020B0604030504040204" pitchFamily="50" charset="-128"/>
            </a:endParaRPr>
          </a:p>
          <a:p>
            <a:r>
              <a:rPr lang="ja-JP" altLang="en-US" sz="563" b="1" dirty="0">
                <a:latin typeface="メイリオ" panose="020B0604030504040204" pitchFamily="50" charset="-128"/>
                <a:ea typeface="メイリオ" panose="020B0604030504040204" pitchFamily="50" charset="-128"/>
              </a:rPr>
              <a:t>　</a:t>
            </a:r>
            <a:endParaRPr lang="en-US" altLang="ja-JP" sz="563" b="1" dirty="0">
              <a:latin typeface="メイリオ" panose="020B0604030504040204" pitchFamily="50" charset="-128"/>
              <a:ea typeface="メイリオ" panose="020B0604030504040204" pitchFamily="50" charset="-128"/>
            </a:endParaRPr>
          </a:p>
          <a:p>
            <a:r>
              <a:rPr lang="ja-JP" altLang="en-US" sz="563" b="1" dirty="0">
                <a:latin typeface="メイリオ" panose="020B0604030504040204" pitchFamily="50" charset="-128"/>
                <a:ea typeface="メイリオ" panose="020B0604030504040204" pitchFamily="50" charset="-128"/>
              </a:rPr>
              <a:t>　　 の高さ</a:t>
            </a:r>
            <a:endParaRPr lang="en-US" altLang="ja-JP" sz="563" b="1" dirty="0">
              <a:latin typeface="メイリオ" panose="020B0604030504040204" pitchFamily="50" charset="-128"/>
              <a:ea typeface="メイリオ" panose="020B0604030504040204" pitchFamily="50" charset="-128"/>
            </a:endParaRPr>
          </a:p>
          <a:p>
            <a:endParaRPr lang="en-US" altLang="ja-JP" sz="563" b="1" dirty="0">
              <a:latin typeface="メイリオ" panose="020B0604030504040204" pitchFamily="50" charset="-128"/>
              <a:ea typeface="メイリオ" panose="020B0604030504040204" pitchFamily="50" charset="-128"/>
            </a:endParaRPr>
          </a:p>
          <a:p>
            <a:r>
              <a:rPr lang="ja-JP" altLang="en-US" sz="563" b="1" dirty="0">
                <a:latin typeface="メイリオ" panose="020B0604030504040204" pitchFamily="50" charset="-128"/>
                <a:ea typeface="メイリオ" panose="020B0604030504040204" pitchFamily="50" charset="-128"/>
              </a:rPr>
              <a:t>を元にスコアを算出しています。</a:t>
            </a:r>
            <a:br>
              <a:rPr lang="en-US" altLang="ja-JP" sz="563" b="1" dirty="0">
                <a:latin typeface="メイリオ" panose="020B0604030504040204" pitchFamily="50" charset="-128"/>
                <a:ea typeface="メイリオ" panose="020B0604030504040204" pitchFamily="50" charset="-128"/>
              </a:rPr>
            </a:br>
            <a:br>
              <a:rPr lang="en-US" altLang="ja-JP" sz="563" b="1" dirty="0">
                <a:latin typeface="メイリオ" panose="020B0604030504040204" pitchFamily="50" charset="-128"/>
                <a:ea typeface="メイリオ" panose="020B0604030504040204" pitchFamily="50" charset="-128"/>
              </a:rPr>
            </a:br>
            <a:endParaRPr lang="en-US" altLang="ja-JP" sz="563" b="1" dirty="0">
              <a:latin typeface="メイリオ" panose="020B0604030504040204" pitchFamily="50" charset="-128"/>
              <a:ea typeface="メイリオ" panose="020B0604030504040204" pitchFamily="50" charset="-128"/>
            </a:endParaRPr>
          </a:p>
          <a:p>
            <a:endParaRPr lang="ja-JP" altLang="en-US" sz="563" b="1" dirty="0">
              <a:latin typeface="メイリオ" panose="020B0604030504040204" pitchFamily="50" charset="-128"/>
              <a:ea typeface="メイリオ" panose="020B0604030504040204" pitchFamily="50" charset="-128"/>
            </a:endParaRPr>
          </a:p>
        </p:txBody>
      </p:sp>
      <p:sp>
        <p:nvSpPr>
          <p:cNvPr id="35" name="Right Triangle 34">
            <a:extLst>
              <a:ext uri="{FF2B5EF4-FFF2-40B4-BE49-F238E27FC236}">
                <a16:creationId xmlns:a16="http://schemas.microsoft.com/office/drawing/2014/main" id="{F738E0DD-2374-8EE7-9403-360A4ADF9E0C}"/>
              </a:ext>
            </a:extLst>
          </p:cNvPr>
          <p:cNvSpPr/>
          <p:nvPr/>
        </p:nvSpPr>
        <p:spPr>
          <a:xfrm flipH="1">
            <a:off x="5760534" y="5442593"/>
            <a:ext cx="107901" cy="85880"/>
          </a:xfrm>
          <a:prstGeom prst="rtTriangle">
            <a:avLst/>
          </a:prstGeom>
          <a:solidFill>
            <a:srgbClr val="F0DAD0"/>
          </a:solidFill>
          <a:ln>
            <a:solidFill>
              <a:srgbClr val="BA51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pic>
        <p:nvPicPr>
          <p:cNvPr id="41" name="Picture 40">
            <a:extLst>
              <a:ext uri="{FF2B5EF4-FFF2-40B4-BE49-F238E27FC236}">
                <a16:creationId xmlns:a16="http://schemas.microsoft.com/office/drawing/2014/main" id="{E87E0DA9-8F7A-F8FD-30B6-C0FD46C734F1}"/>
              </a:ext>
            </a:extLst>
          </p:cNvPr>
          <p:cNvPicPr>
            <a:picLocks noChangeAspect="1"/>
          </p:cNvPicPr>
          <p:nvPr/>
        </p:nvPicPr>
        <p:blipFill>
          <a:blip r:embed="rId4"/>
          <a:stretch>
            <a:fillRect/>
          </a:stretch>
        </p:blipFill>
        <p:spPr>
          <a:xfrm>
            <a:off x="5760534" y="5584745"/>
            <a:ext cx="136133" cy="136133"/>
          </a:xfrm>
          <a:prstGeom prst="rect">
            <a:avLst/>
          </a:prstGeom>
        </p:spPr>
      </p:pic>
    </p:spTree>
    <p:extLst>
      <p:ext uri="{BB962C8B-B14F-4D97-AF65-F5344CB8AC3E}">
        <p14:creationId xmlns:p14="http://schemas.microsoft.com/office/powerpoint/2010/main" val="32315993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E8C3DBA5-C020-DD00-EF86-DA82624D3ECC}"/>
              </a:ext>
            </a:extLst>
          </p:cNvPr>
          <p:cNvGrpSpPr/>
          <p:nvPr/>
        </p:nvGrpSpPr>
        <p:grpSpPr>
          <a:xfrm>
            <a:off x="1822" y="3024188"/>
            <a:ext cx="6854356" cy="3857625"/>
            <a:chOff x="1822" y="3024188"/>
            <a:chExt cx="6854356" cy="3857625"/>
          </a:xfrm>
        </p:grpSpPr>
        <p:grpSp>
          <p:nvGrpSpPr>
            <p:cNvPr id="21" name="Group 20">
              <a:extLst>
                <a:ext uri="{FF2B5EF4-FFF2-40B4-BE49-F238E27FC236}">
                  <a16:creationId xmlns:a16="http://schemas.microsoft.com/office/drawing/2014/main" id="{E0A5A876-6295-B396-A396-354602A74F2B}"/>
                </a:ext>
              </a:extLst>
            </p:cNvPr>
            <p:cNvGrpSpPr/>
            <p:nvPr/>
          </p:nvGrpSpPr>
          <p:grpSpPr>
            <a:xfrm>
              <a:off x="1822" y="3024188"/>
              <a:ext cx="6854356" cy="3857625"/>
              <a:chOff x="3239" y="0"/>
              <a:chExt cx="12185522" cy="6858000"/>
            </a:xfrm>
          </p:grpSpPr>
          <p:grpSp>
            <p:nvGrpSpPr>
              <p:cNvPr id="2" name="Group 1">
                <a:extLst>
                  <a:ext uri="{FF2B5EF4-FFF2-40B4-BE49-F238E27FC236}">
                    <a16:creationId xmlns:a16="http://schemas.microsoft.com/office/drawing/2014/main" id="{717E0518-1619-6A2D-6D52-249502CDCB58}"/>
                  </a:ext>
                </a:extLst>
              </p:cNvPr>
              <p:cNvGrpSpPr/>
              <p:nvPr/>
            </p:nvGrpSpPr>
            <p:grpSpPr>
              <a:xfrm>
                <a:off x="3239" y="0"/>
                <a:ext cx="12185522" cy="6858000"/>
                <a:chOff x="3239" y="0"/>
                <a:chExt cx="12185522" cy="6858000"/>
              </a:xfrm>
            </p:grpSpPr>
            <p:pic>
              <p:nvPicPr>
                <p:cNvPr id="3" name="Picture 2">
                  <a:extLst>
                    <a:ext uri="{FF2B5EF4-FFF2-40B4-BE49-F238E27FC236}">
                      <a16:creationId xmlns:a16="http://schemas.microsoft.com/office/drawing/2014/main" id="{4A3A08E8-65B9-038B-CAEB-FD56DE7FA0B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9" y="0"/>
                  <a:ext cx="12185522" cy="6858000"/>
                </a:xfrm>
                <a:prstGeom prst="rect">
                  <a:avLst/>
                </a:prstGeom>
              </p:spPr>
            </p:pic>
            <p:sp>
              <p:nvSpPr>
                <p:cNvPr id="4" name="Rectangle 3">
                  <a:extLst>
                    <a:ext uri="{FF2B5EF4-FFF2-40B4-BE49-F238E27FC236}">
                      <a16:creationId xmlns:a16="http://schemas.microsoft.com/office/drawing/2014/main" id="{B24833D6-549B-37CA-31EC-D71FC1743277}"/>
                    </a:ext>
                  </a:extLst>
                </p:cNvPr>
                <p:cNvSpPr/>
                <p:nvPr/>
              </p:nvSpPr>
              <p:spPr>
                <a:xfrm>
                  <a:off x="3608281" y="4811342"/>
                  <a:ext cx="849419" cy="1513258"/>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5" name="Rectangle 4">
                  <a:extLst>
                    <a:ext uri="{FF2B5EF4-FFF2-40B4-BE49-F238E27FC236}">
                      <a16:creationId xmlns:a16="http://schemas.microsoft.com/office/drawing/2014/main" id="{DC7ABE22-DC7D-9CF7-AB96-F17EB83CAD1E}"/>
                    </a:ext>
                  </a:extLst>
                </p:cNvPr>
                <p:cNvSpPr/>
                <p:nvPr/>
              </p:nvSpPr>
              <p:spPr>
                <a:xfrm>
                  <a:off x="3608281" y="753692"/>
                  <a:ext cx="1459019" cy="1138608"/>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grpSp>
              <p:nvGrpSpPr>
                <p:cNvPr id="6" name="Group 5">
                  <a:extLst>
                    <a:ext uri="{FF2B5EF4-FFF2-40B4-BE49-F238E27FC236}">
                      <a16:creationId xmlns:a16="http://schemas.microsoft.com/office/drawing/2014/main" id="{074AD783-0B56-A329-9F1A-B29DC36EBA8D}"/>
                    </a:ext>
                  </a:extLst>
                </p:cNvPr>
                <p:cNvGrpSpPr/>
                <p:nvPr/>
              </p:nvGrpSpPr>
              <p:grpSpPr>
                <a:xfrm>
                  <a:off x="3557302" y="4965701"/>
                  <a:ext cx="951376" cy="1456717"/>
                  <a:chOff x="5000711" y="5293669"/>
                  <a:chExt cx="799332" cy="1223912"/>
                </a:xfrm>
              </p:grpSpPr>
              <p:pic>
                <p:nvPicPr>
                  <p:cNvPr id="7" name="Picture 6">
                    <a:extLst>
                      <a:ext uri="{FF2B5EF4-FFF2-40B4-BE49-F238E27FC236}">
                        <a16:creationId xmlns:a16="http://schemas.microsoft.com/office/drawing/2014/main" id="{FE89297B-6B08-593D-F430-76522A93F0AE}"/>
                      </a:ext>
                    </a:extLst>
                  </p:cNvPr>
                  <p:cNvPicPr>
                    <a:picLocks noChangeAspect="1"/>
                  </p:cNvPicPr>
                  <p:nvPr/>
                </p:nvPicPr>
                <p:blipFill>
                  <a:blip r:embed="rId3"/>
                  <a:srcRect l="40487" t="36589" r="40487" b="44787"/>
                  <a:stretch>
                    <a:fillRect/>
                  </a:stretch>
                </p:blipFill>
                <p:spPr>
                  <a:xfrm>
                    <a:off x="5000711" y="5293669"/>
                    <a:ext cx="753569" cy="1098344"/>
                  </a:xfrm>
                  <a:prstGeom prst="rect">
                    <a:avLst/>
                  </a:prstGeom>
                </p:spPr>
              </p:pic>
              <p:pic>
                <p:nvPicPr>
                  <p:cNvPr id="8" name="Graphic 7" descr="Double Tap Gesture with solid fill">
                    <a:extLst>
                      <a:ext uri="{FF2B5EF4-FFF2-40B4-BE49-F238E27FC236}">
                        <a16:creationId xmlns:a16="http://schemas.microsoft.com/office/drawing/2014/main" id="{51D5819B-796D-4D94-1750-E6ED670EA6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8687406">
                    <a:off x="5232659" y="5950197"/>
                    <a:ext cx="567384" cy="567384"/>
                  </a:xfrm>
                  <a:prstGeom prst="rect">
                    <a:avLst/>
                  </a:prstGeom>
                  <a:effectLst>
                    <a:outerShdw blurRad="50800" dist="38100" dir="2700000" algn="tl" rotWithShape="0">
                      <a:prstClr val="black">
                        <a:alpha val="40000"/>
                      </a:prstClr>
                    </a:outerShdw>
                  </a:effectLst>
                </p:spPr>
              </p:pic>
              <p:pic>
                <p:nvPicPr>
                  <p:cNvPr id="9" name="Graphic 8" descr="Double Tap Gesture with solid fill">
                    <a:extLst>
                      <a:ext uri="{FF2B5EF4-FFF2-40B4-BE49-F238E27FC236}">
                        <a16:creationId xmlns:a16="http://schemas.microsoft.com/office/drawing/2014/main" id="{365BA237-0BD8-CD15-1277-9604AC75E6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8687406">
                    <a:off x="5232659" y="5393310"/>
                    <a:ext cx="567384" cy="567384"/>
                  </a:xfrm>
                  <a:prstGeom prst="rect">
                    <a:avLst/>
                  </a:prstGeom>
                  <a:effectLst>
                    <a:outerShdw blurRad="50800" dist="38100" dir="2700000" algn="tl" rotWithShape="0">
                      <a:prstClr val="black">
                        <a:alpha val="40000"/>
                      </a:prstClr>
                    </a:outerShdw>
                  </a:effectLst>
                </p:spPr>
              </p:pic>
            </p:grpSp>
            <p:grpSp>
              <p:nvGrpSpPr>
                <p:cNvPr id="10" name="Group 9">
                  <a:extLst>
                    <a:ext uri="{FF2B5EF4-FFF2-40B4-BE49-F238E27FC236}">
                      <a16:creationId xmlns:a16="http://schemas.microsoft.com/office/drawing/2014/main" id="{818BACC8-9E4B-4B17-065B-C66EDA0AF7E7}"/>
                    </a:ext>
                  </a:extLst>
                </p:cNvPr>
                <p:cNvGrpSpPr/>
                <p:nvPr/>
              </p:nvGrpSpPr>
              <p:grpSpPr>
                <a:xfrm>
                  <a:off x="3692626" y="926131"/>
                  <a:ext cx="1155813" cy="1050087"/>
                  <a:chOff x="4708363" y="1010723"/>
                  <a:chExt cx="1155813" cy="1050087"/>
                </a:xfrm>
              </p:grpSpPr>
              <p:pic>
                <p:nvPicPr>
                  <p:cNvPr id="11" name="Picture 10">
                    <a:extLst>
                      <a:ext uri="{FF2B5EF4-FFF2-40B4-BE49-F238E27FC236}">
                        <a16:creationId xmlns:a16="http://schemas.microsoft.com/office/drawing/2014/main" id="{A863D090-4E67-49C2-93BF-E1F2BB40C00F}"/>
                      </a:ext>
                    </a:extLst>
                  </p:cNvPr>
                  <p:cNvPicPr>
                    <a:picLocks noChangeAspect="1"/>
                  </p:cNvPicPr>
                  <p:nvPr/>
                </p:nvPicPr>
                <p:blipFill>
                  <a:blip r:embed="rId5"/>
                  <a:srcRect l="25888" t="31432" r="26010" b="21558"/>
                  <a:stretch>
                    <a:fillRect/>
                  </a:stretch>
                </p:blipFill>
                <p:spPr>
                  <a:xfrm>
                    <a:off x="4708363" y="1010723"/>
                    <a:ext cx="1125294" cy="824803"/>
                  </a:xfrm>
                  <a:prstGeom prst="rect">
                    <a:avLst/>
                  </a:prstGeom>
                  <a:effectLst>
                    <a:outerShdw blurRad="50800" dist="38100" dir="2700000" algn="tl" rotWithShape="0">
                      <a:prstClr val="black">
                        <a:alpha val="40000"/>
                      </a:prstClr>
                    </a:outerShdw>
                  </a:effectLst>
                </p:spPr>
              </p:pic>
              <p:sp>
                <p:nvSpPr>
                  <p:cNvPr id="12" name="Arrow: Left 11">
                    <a:extLst>
                      <a:ext uri="{FF2B5EF4-FFF2-40B4-BE49-F238E27FC236}">
                        <a16:creationId xmlns:a16="http://schemas.microsoft.com/office/drawing/2014/main" id="{E89CE281-E703-B712-B89B-BA31050792AF}"/>
                      </a:ext>
                    </a:extLst>
                  </p:cNvPr>
                  <p:cNvSpPr/>
                  <p:nvPr/>
                </p:nvSpPr>
                <p:spPr>
                  <a:xfrm>
                    <a:off x="5185887" y="1757497"/>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lang="en-US" altLang="ja-JP" sz="450" b="1" dirty="0">
                      <a:latin typeface="メイリオ" panose="020B0604030504040204" pitchFamily="50" charset="-128"/>
                      <a:ea typeface="メイリオ" panose="020B0604030504040204" pitchFamily="50" charset="-128"/>
                    </a:endParaRPr>
                  </a:p>
                </p:txBody>
              </p:sp>
              <p:sp>
                <p:nvSpPr>
                  <p:cNvPr id="13" name="TextBox 12">
                    <a:extLst>
                      <a:ext uri="{FF2B5EF4-FFF2-40B4-BE49-F238E27FC236}">
                        <a16:creationId xmlns:a16="http://schemas.microsoft.com/office/drawing/2014/main" id="{E7F563CE-C45F-335F-1903-CF1B1E62874E}"/>
                      </a:ext>
                    </a:extLst>
                  </p:cNvPr>
                  <p:cNvSpPr txBox="1"/>
                  <p:nvPr/>
                </p:nvSpPr>
                <p:spPr>
                  <a:xfrm>
                    <a:off x="5111611" y="1573155"/>
                    <a:ext cx="333906" cy="379819"/>
                  </a:xfrm>
                  <a:prstGeom prst="rect">
                    <a:avLst/>
                  </a:prstGeom>
                  <a:noFill/>
                </p:spPr>
                <p:txBody>
                  <a:bodyPr wrap="square" rtlCol="0">
                    <a:spAutoFit/>
                  </a:bodyPr>
                  <a:lstStyle/>
                  <a:p>
                    <a:r>
                      <a:rPr lang="en-US" altLang="ja-JP" sz="394" b="1" dirty="0">
                        <a:solidFill>
                          <a:schemeClr val="bg1"/>
                        </a:solidFill>
                        <a:latin typeface="メイリオ" panose="020B0604030504040204" pitchFamily="50" charset="-128"/>
                        <a:ea typeface="メイリオ" panose="020B0604030504040204" pitchFamily="50" charset="-128"/>
                      </a:rPr>
                      <a:t>ON</a:t>
                    </a:r>
                    <a:endParaRPr lang="ja-JP" altLang="en-US" sz="394" b="1" dirty="0">
                      <a:solidFill>
                        <a:schemeClr val="bg1"/>
                      </a:solidFill>
                      <a:latin typeface="メイリオ" panose="020B0604030504040204" pitchFamily="50" charset="-128"/>
                      <a:ea typeface="メイリオ" panose="020B0604030504040204" pitchFamily="50" charset="-128"/>
                    </a:endParaRPr>
                  </a:p>
                </p:txBody>
              </p:sp>
              <p:sp>
                <p:nvSpPr>
                  <p:cNvPr id="14" name="TextBox 13">
                    <a:extLst>
                      <a:ext uri="{FF2B5EF4-FFF2-40B4-BE49-F238E27FC236}">
                        <a16:creationId xmlns:a16="http://schemas.microsoft.com/office/drawing/2014/main" id="{99429C8A-D168-9E7C-B3B2-98141D16300A}"/>
                      </a:ext>
                    </a:extLst>
                  </p:cNvPr>
                  <p:cNvSpPr txBox="1"/>
                  <p:nvPr/>
                </p:nvSpPr>
                <p:spPr>
                  <a:xfrm>
                    <a:off x="5433629" y="1573155"/>
                    <a:ext cx="430547" cy="487655"/>
                  </a:xfrm>
                  <a:prstGeom prst="rect">
                    <a:avLst/>
                  </a:prstGeom>
                  <a:noFill/>
                </p:spPr>
                <p:txBody>
                  <a:bodyPr wrap="square" rtlCol="0">
                    <a:spAutoFit/>
                  </a:bodyPr>
                  <a:lstStyle/>
                  <a:p>
                    <a:r>
                      <a:rPr lang="en-US" altLang="ja-JP" sz="394" b="1" dirty="0">
                        <a:solidFill>
                          <a:schemeClr val="bg1"/>
                        </a:solidFill>
                        <a:latin typeface="メイリオ" panose="020B0604030504040204" pitchFamily="50" charset="-128"/>
                        <a:ea typeface="メイリオ" panose="020B0604030504040204" pitchFamily="50" charset="-128"/>
                      </a:rPr>
                      <a:t>OFF</a:t>
                    </a:r>
                    <a:endParaRPr lang="ja-JP" altLang="en-US" sz="394" b="1" dirty="0">
                      <a:solidFill>
                        <a:schemeClr val="bg1"/>
                      </a:solidFill>
                      <a:latin typeface="メイリオ" panose="020B0604030504040204" pitchFamily="50" charset="-128"/>
                      <a:ea typeface="メイリオ" panose="020B0604030504040204" pitchFamily="50" charset="-128"/>
                    </a:endParaRPr>
                  </a:p>
                </p:txBody>
              </p:sp>
            </p:grpSp>
            <p:sp>
              <p:nvSpPr>
                <p:cNvPr id="24" name="Rectangle 23">
                  <a:extLst>
                    <a:ext uri="{FF2B5EF4-FFF2-40B4-BE49-F238E27FC236}">
                      <a16:creationId xmlns:a16="http://schemas.microsoft.com/office/drawing/2014/main" id="{BDAFFAE8-FAE3-9634-E09A-AB3AD7DA7165}"/>
                    </a:ext>
                  </a:extLst>
                </p:cNvPr>
                <p:cNvSpPr/>
                <p:nvPr/>
              </p:nvSpPr>
              <p:spPr>
                <a:xfrm>
                  <a:off x="3570742" y="3246449"/>
                  <a:ext cx="1459018" cy="735001"/>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grpSp>
              <p:nvGrpSpPr>
                <p:cNvPr id="15" name="Group 14">
                  <a:extLst>
                    <a:ext uri="{FF2B5EF4-FFF2-40B4-BE49-F238E27FC236}">
                      <a16:creationId xmlns:a16="http://schemas.microsoft.com/office/drawing/2014/main" id="{5E36D2AF-1388-4280-B2D0-0C1DFDB4D68A}"/>
                    </a:ext>
                  </a:extLst>
                </p:cNvPr>
                <p:cNvGrpSpPr/>
                <p:nvPr/>
              </p:nvGrpSpPr>
              <p:grpSpPr>
                <a:xfrm>
                  <a:off x="3525676" y="3704266"/>
                  <a:ext cx="1364368" cy="554367"/>
                  <a:chOff x="4678374" y="3933053"/>
                  <a:chExt cx="1364368" cy="554367"/>
                </a:xfrm>
              </p:grpSpPr>
              <p:pic>
                <p:nvPicPr>
                  <p:cNvPr id="16" name="Picture 15">
                    <a:extLst>
                      <a:ext uri="{FF2B5EF4-FFF2-40B4-BE49-F238E27FC236}">
                        <a16:creationId xmlns:a16="http://schemas.microsoft.com/office/drawing/2014/main" id="{A04E2448-506F-E136-40C2-87760045F8E2}"/>
                      </a:ext>
                    </a:extLst>
                  </p:cNvPr>
                  <p:cNvPicPr>
                    <a:picLocks noChangeAspect="1"/>
                  </p:cNvPicPr>
                  <p:nvPr/>
                </p:nvPicPr>
                <p:blipFill>
                  <a:blip r:embed="rId6"/>
                  <a:srcRect l="9730" t="19701" r="17421" b="58099"/>
                  <a:stretch>
                    <a:fillRect/>
                  </a:stretch>
                </p:blipFill>
                <p:spPr>
                  <a:xfrm>
                    <a:off x="4678374" y="3933053"/>
                    <a:ext cx="1364368" cy="554367"/>
                  </a:xfrm>
                  <a:prstGeom prst="rect">
                    <a:avLst/>
                  </a:prstGeom>
                  <a:effectLst>
                    <a:outerShdw blurRad="50800" dist="38100" dir="5400000" algn="t" rotWithShape="0">
                      <a:prstClr val="black">
                        <a:alpha val="40000"/>
                      </a:prstClr>
                    </a:outerShdw>
                  </a:effectLst>
                </p:spPr>
              </p:pic>
              <p:grpSp>
                <p:nvGrpSpPr>
                  <p:cNvPr id="17" name="Group 16">
                    <a:extLst>
                      <a:ext uri="{FF2B5EF4-FFF2-40B4-BE49-F238E27FC236}">
                        <a16:creationId xmlns:a16="http://schemas.microsoft.com/office/drawing/2014/main" id="{0AE7DD66-EC2C-0BF1-53FB-9C074D5A57E4}"/>
                      </a:ext>
                    </a:extLst>
                  </p:cNvPr>
                  <p:cNvGrpSpPr/>
                  <p:nvPr/>
                </p:nvGrpSpPr>
                <p:grpSpPr>
                  <a:xfrm>
                    <a:off x="5616436" y="3933053"/>
                    <a:ext cx="426306" cy="316386"/>
                    <a:chOff x="5576551" y="4345284"/>
                    <a:chExt cx="426306" cy="316386"/>
                  </a:xfrm>
                  <a:solidFill>
                    <a:schemeClr val="bg1"/>
                  </a:solidFill>
                </p:grpSpPr>
                <p:pic>
                  <p:nvPicPr>
                    <p:cNvPr id="18" name="Graphic 17" descr="Music note with solid fill">
                      <a:extLst>
                        <a:ext uri="{FF2B5EF4-FFF2-40B4-BE49-F238E27FC236}">
                          <a16:creationId xmlns:a16="http://schemas.microsoft.com/office/drawing/2014/main" id="{AE5AD5CB-F198-E2D8-4E47-33466B7EB41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576551" y="4361322"/>
                      <a:ext cx="300348" cy="300348"/>
                    </a:xfrm>
                    <a:prstGeom prst="rect">
                      <a:avLst/>
                    </a:prstGeom>
                    <a:effectLst>
                      <a:outerShdw blurRad="50800" dist="38100" dir="2700000" algn="tl" rotWithShape="0">
                        <a:prstClr val="black">
                          <a:alpha val="40000"/>
                        </a:prstClr>
                      </a:outerShdw>
                    </a:effectLst>
                  </p:spPr>
                </p:pic>
                <p:pic>
                  <p:nvPicPr>
                    <p:cNvPr id="19" name="Graphic 18" descr="Music note with solid fill">
                      <a:extLst>
                        <a:ext uri="{FF2B5EF4-FFF2-40B4-BE49-F238E27FC236}">
                          <a16:creationId xmlns:a16="http://schemas.microsoft.com/office/drawing/2014/main" id="{CD9CF620-93D1-D0B8-A068-FF1AFCDF01C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702509" y="4345284"/>
                      <a:ext cx="300348" cy="300348"/>
                    </a:xfrm>
                    <a:prstGeom prst="rect">
                      <a:avLst/>
                    </a:prstGeom>
                    <a:effectLst>
                      <a:outerShdw blurRad="50800" dist="38100" dir="2700000" algn="tl" rotWithShape="0">
                        <a:prstClr val="black">
                          <a:alpha val="40000"/>
                        </a:prstClr>
                      </a:outerShdw>
                    </a:effectLst>
                  </p:spPr>
                </p:pic>
              </p:grpSp>
            </p:grpSp>
          </p:grpSp>
          <p:sp>
            <p:nvSpPr>
              <p:cNvPr id="20" name="Rectangle 19">
                <a:extLst>
                  <a:ext uri="{FF2B5EF4-FFF2-40B4-BE49-F238E27FC236}">
                    <a16:creationId xmlns:a16="http://schemas.microsoft.com/office/drawing/2014/main" id="{68C75975-FEC3-786D-58EE-FA54953CF94B}"/>
                  </a:ext>
                </a:extLst>
              </p:cNvPr>
              <p:cNvSpPr/>
              <p:nvPr/>
            </p:nvSpPr>
            <p:spPr>
              <a:xfrm>
                <a:off x="7265881" y="1338532"/>
                <a:ext cx="1459019" cy="3220768"/>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grpSp>
        <p:grpSp>
          <p:nvGrpSpPr>
            <p:cNvPr id="32" name="Group 31">
              <a:extLst>
                <a:ext uri="{FF2B5EF4-FFF2-40B4-BE49-F238E27FC236}">
                  <a16:creationId xmlns:a16="http://schemas.microsoft.com/office/drawing/2014/main" id="{8088AD26-F92E-9A5B-2024-8D2EFF1248D0}"/>
                </a:ext>
              </a:extLst>
            </p:cNvPr>
            <p:cNvGrpSpPr/>
            <p:nvPr/>
          </p:nvGrpSpPr>
          <p:grpSpPr>
            <a:xfrm>
              <a:off x="4217168" y="3798967"/>
              <a:ext cx="668750" cy="668750"/>
              <a:chOff x="7497187" y="1526348"/>
              <a:chExt cx="1188888" cy="1188888"/>
            </a:xfrm>
          </p:grpSpPr>
          <p:pic>
            <p:nvPicPr>
              <p:cNvPr id="22" name="Picture 21">
                <a:extLst>
                  <a:ext uri="{FF2B5EF4-FFF2-40B4-BE49-F238E27FC236}">
                    <a16:creationId xmlns:a16="http://schemas.microsoft.com/office/drawing/2014/main" id="{2257534A-DB19-5281-CC56-18290C734E0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497187" y="1526348"/>
                <a:ext cx="1188888" cy="1188888"/>
              </a:xfrm>
              <a:prstGeom prst="rect">
                <a:avLst/>
              </a:prstGeom>
            </p:spPr>
          </p:pic>
          <p:sp>
            <p:nvSpPr>
              <p:cNvPr id="23" name="Oval 22">
                <a:extLst>
                  <a:ext uri="{FF2B5EF4-FFF2-40B4-BE49-F238E27FC236}">
                    <a16:creationId xmlns:a16="http://schemas.microsoft.com/office/drawing/2014/main" id="{7267816C-AB55-155A-0C01-40E661A9DD76}"/>
                  </a:ext>
                </a:extLst>
              </p:cNvPr>
              <p:cNvSpPr/>
              <p:nvPr/>
            </p:nvSpPr>
            <p:spPr>
              <a:xfrm>
                <a:off x="7704240" y="1540835"/>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25" name="Oval 24">
                <a:extLst>
                  <a:ext uri="{FF2B5EF4-FFF2-40B4-BE49-F238E27FC236}">
                    <a16:creationId xmlns:a16="http://schemas.microsoft.com/office/drawing/2014/main" id="{7295DF66-5F82-0FA6-94D2-425807B9BCAB}"/>
                  </a:ext>
                </a:extLst>
              </p:cNvPr>
              <p:cNvSpPr/>
              <p:nvPr/>
            </p:nvSpPr>
            <p:spPr>
              <a:xfrm>
                <a:off x="8300687" y="1540835"/>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26" name="Oval 25">
                <a:extLst>
                  <a:ext uri="{FF2B5EF4-FFF2-40B4-BE49-F238E27FC236}">
                    <a16:creationId xmlns:a16="http://schemas.microsoft.com/office/drawing/2014/main" id="{DECD9BD9-E0DC-07F3-1F31-CC7D5ADBCA3F}"/>
                  </a:ext>
                </a:extLst>
              </p:cNvPr>
              <p:cNvSpPr/>
              <p:nvPr/>
            </p:nvSpPr>
            <p:spPr>
              <a:xfrm>
                <a:off x="7704240" y="2414831"/>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27" name="Oval 26">
                <a:extLst>
                  <a:ext uri="{FF2B5EF4-FFF2-40B4-BE49-F238E27FC236}">
                    <a16:creationId xmlns:a16="http://schemas.microsoft.com/office/drawing/2014/main" id="{915E728B-50BA-B45C-D4D1-B5B78474D080}"/>
                  </a:ext>
                </a:extLst>
              </p:cNvPr>
              <p:cNvSpPr/>
              <p:nvPr/>
            </p:nvSpPr>
            <p:spPr>
              <a:xfrm>
                <a:off x="8300687" y="2414831"/>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grpSp>
        <p:pic>
          <p:nvPicPr>
            <p:cNvPr id="28" name="Picture 27">
              <a:extLst>
                <a:ext uri="{FF2B5EF4-FFF2-40B4-BE49-F238E27FC236}">
                  <a16:creationId xmlns:a16="http://schemas.microsoft.com/office/drawing/2014/main" id="{E58F2EED-3DDC-FC3B-44E5-C50470B8C78F}"/>
                </a:ext>
              </a:extLst>
            </p:cNvPr>
            <p:cNvPicPr>
              <a:picLocks noChangeAspect="1"/>
            </p:cNvPicPr>
            <p:nvPr/>
          </p:nvPicPr>
          <p:blipFill>
            <a:blip r:embed="rId9"/>
            <a:srcRect l="15765" r="15766" b="38394"/>
            <a:stretch>
              <a:fillRect/>
            </a:stretch>
          </p:blipFill>
          <p:spPr>
            <a:xfrm>
              <a:off x="4207728" y="4337169"/>
              <a:ext cx="668750" cy="802287"/>
            </a:xfrm>
            <a:prstGeom prst="rect">
              <a:avLst/>
            </a:prstGeom>
          </p:spPr>
        </p:pic>
        <p:pic>
          <p:nvPicPr>
            <p:cNvPr id="29" name="Picture 28">
              <a:extLst>
                <a:ext uri="{FF2B5EF4-FFF2-40B4-BE49-F238E27FC236}">
                  <a16:creationId xmlns:a16="http://schemas.microsoft.com/office/drawing/2014/main" id="{51AA582C-CD0B-D080-B3F1-7AD78EA46CFC}"/>
                </a:ext>
              </a:extLst>
            </p:cNvPr>
            <p:cNvPicPr>
              <a:picLocks noChangeAspect="1"/>
            </p:cNvPicPr>
            <p:nvPr/>
          </p:nvPicPr>
          <p:blipFill>
            <a:blip r:embed="rId10"/>
            <a:srcRect l="34773" t="62508" r="34520" b="11279"/>
            <a:stretch>
              <a:fillRect/>
            </a:stretch>
          </p:blipFill>
          <p:spPr>
            <a:xfrm>
              <a:off x="4343274" y="5139422"/>
              <a:ext cx="416540" cy="418389"/>
            </a:xfrm>
            <a:prstGeom prst="rect">
              <a:avLst/>
            </a:prstGeom>
            <a:effectLst>
              <a:outerShdw blurRad="50800" dist="38100" dir="2700000" algn="tl" rotWithShape="0">
                <a:prstClr val="black">
                  <a:alpha val="40000"/>
                </a:prstClr>
              </a:outerShdw>
            </a:effectLst>
          </p:spPr>
        </p:pic>
        <p:sp>
          <p:nvSpPr>
            <p:cNvPr id="30" name="Arrow: Left 29">
              <a:extLst>
                <a:ext uri="{FF2B5EF4-FFF2-40B4-BE49-F238E27FC236}">
                  <a16:creationId xmlns:a16="http://schemas.microsoft.com/office/drawing/2014/main" id="{E23A3EFF-5685-78E6-566C-D432110D02E5}"/>
                </a:ext>
              </a:extLst>
            </p:cNvPr>
            <p:cNvSpPr/>
            <p:nvPr/>
          </p:nvSpPr>
          <p:spPr>
            <a:xfrm rot="5400000">
              <a:off x="4473793" y="5023479"/>
              <a:ext cx="242184" cy="105825"/>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lang="en-US" altLang="ja-JP" sz="450" b="1" dirty="0">
                <a:latin typeface="メイリオ" panose="020B0604030504040204" pitchFamily="50" charset="-128"/>
                <a:ea typeface="メイリオ" panose="020B0604030504040204" pitchFamily="50" charset="-128"/>
              </a:endParaRPr>
            </a:p>
          </p:txBody>
        </p:sp>
        <p:sp>
          <p:nvSpPr>
            <p:cNvPr id="31" name="Arrow: Left 30">
              <a:extLst>
                <a:ext uri="{FF2B5EF4-FFF2-40B4-BE49-F238E27FC236}">
                  <a16:creationId xmlns:a16="http://schemas.microsoft.com/office/drawing/2014/main" id="{B3CCC9A3-8442-76E9-DA9C-D47F48E7EFC8}"/>
                </a:ext>
              </a:extLst>
            </p:cNvPr>
            <p:cNvSpPr/>
            <p:nvPr/>
          </p:nvSpPr>
          <p:spPr>
            <a:xfrm rot="16200000">
              <a:off x="4366399" y="5030149"/>
              <a:ext cx="242184" cy="105825"/>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lang="en-US" altLang="ja-JP" sz="450" b="1" dirty="0">
                <a:latin typeface="メイリオ" panose="020B0604030504040204" pitchFamily="50" charset="-128"/>
                <a:ea typeface="メイリオ" panose="020B0604030504040204" pitchFamily="50" charset="-128"/>
              </a:endParaRPr>
            </a:p>
          </p:txBody>
        </p:sp>
      </p:grpSp>
      <p:sp>
        <p:nvSpPr>
          <p:cNvPr id="34" name="TextBox 33">
            <a:extLst>
              <a:ext uri="{FF2B5EF4-FFF2-40B4-BE49-F238E27FC236}">
                <a16:creationId xmlns:a16="http://schemas.microsoft.com/office/drawing/2014/main" id="{374A2ABB-E2A0-D18D-2CE1-6BEEE58CB6E7}"/>
              </a:ext>
            </a:extLst>
          </p:cNvPr>
          <p:cNvSpPr txBox="1"/>
          <p:nvPr/>
        </p:nvSpPr>
        <p:spPr>
          <a:xfrm>
            <a:off x="1283110" y="7322574"/>
            <a:ext cx="8494633" cy="646331"/>
          </a:xfrm>
          <a:prstGeom prst="rect">
            <a:avLst/>
          </a:prstGeom>
          <a:noFill/>
        </p:spPr>
        <p:txBody>
          <a:bodyPr wrap="none" rtlCol="0">
            <a:spAutoFit/>
          </a:bodyPr>
          <a:lstStyle/>
          <a:p>
            <a:r>
              <a:rPr kumimoji="1" lang="ja-JP" altLang="en-US" dirty="0"/>
              <a:t>しばらく動きがない状態が続くと、本体は省電力状態になります。</a:t>
            </a:r>
            <a:endParaRPr kumimoji="1" lang="en-US" altLang="ja-JP" dirty="0"/>
          </a:p>
          <a:p>
            <a:r>
              <a:rPr kumimoji="1" lang="ja-JP" altLang="en-US" dirty="0"/>
              <a:t>再開する場合は、電源スイッチを一度オフにしてから、もう一度オンにします。</a:t>
            </a:r>
          </a:p>
        </p:txBody>
      </p:sp>
    </p:spTree>
    <p:extLst>
      <p:ext uri="{BB962C8B-B14F-4D97-AF65-F5344CB8AC3E}">
        <p14:creationId xmlns:p14="http://schemas.microsoft.com/office/powerpoint/2010/main" val="5016444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688A577-4AF9-B1ED-3EBD-3A4FB80BD14E}"/>
              </a:ext>
            </a:extLst>
          </p:cNvPr>
          <p:cNvPicPr>
            <a:picLocks noChangeAspect="1"/>
          </p:cNvPicPr>
          <p:nvPr/>
        </p:nvPicPr>
        <p:blipFill>
          <a:blip r:embed="rId2"/>
          <a:stretch/>
        </p:blipFill>
        <p:spPr>
          <a:xfrm>
            <a:off x="368089" y="3595116"/>
            <a:ext cx="1249535" cy="1666047"/>
          </a:xfrm>
          <a:prstGeom prst="rect">
            <a:avLst/>
          </a:prstGeom>
        </p:spPr>
      </p:pic>
      <p:grpSp>
        <p:nvGrpSpPr>
          <p:cNvPr id="14" name="Group 13">
            <a:extLst>
              <a:ext uri="{FF2B5EF4-FFF2-40B4-BE49-F238E27FC236}">
                <a16:creationId xmlns:a16="http://schemas.microsoft.com/office/drawing/2014/main" id="{FA52F8F6-EB52-8E2C-2FBA-722CA6984644}"/>
              </a:ext>
            </a:extLst>
          </p:cNvPr>
          <p:cNvGrpSpPr/>
          <p:nvPr/>
        </p:nvGrpSpPr>
        <p:grpSpPr>
          <a:xfrm>
            <a:off x="3872" y="3024188"/>
            <a:ext cx="6850257" cy="3857625"/>
            <a:chOff x="6883" y="0"/>
            <a:chExt cx="12178234" cy="6858000"/>
          </a:xfrm>
        </p:grpSpPr>
        <p:pic>
          <p:nvPicPr>
            <p:cNvPr id="4" name="Picture 3">
              <a:extLst>
                <a:ext uri="{FF2B5EF4-FFF2-40B4-BE49-F238E27FC236}">
                  <a16:creationId xmlns:a16="http://schemas.microsoft.com/office/drawing/2014/main" id="{A819E6B1-4BE1-26CC-06FC-18FC07167D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83" y="0"/>
              <a:ext cx="12178234" cy="6858000"/>
            </a:xfrm>
            <a:prstGeom prst="rect">
              <a:avLst/>
            </a:prstGeom>
          </p:spPr>
        </p:pic>
        <p:sp>
          <p:nvSpPr>
            <p:cNvPr id="13" name="Rectangle 12">
              <a:extLst>
                <a:ext uri="{FF2B5EF4-FFF2-40B4-BE49-F238E27FC236}">
                  <a16:creationId xmlns:a16="http://schemas.microsoft.com/office/drawing/2014/main" id="{8D0DBBD1-9B73-2EE3-6774-DC609A3BD4D6}"/>
                </a:ext>
              </a:extLst>
            </p:cNvPr>
            <p:cNvSpPr/>
            <p:nvPr/>
          </p:nvSpPr>
          <p:spPr>
            <a:xfrm>
              <a:off x="3829050" y="1193800"/>
              <a:ext cx="5003800" cy="4406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grpSp>
      <p:pic>
        <p:nvPicPr>
          <p:cNvPr id="23" name="Picture 22">
            <a:extLst>
              <a:ext uri="{FF2B5EF4-FFF2-40B4-BE49-F238E27FC236}">
                <a16:creationId xmlns:a16="http://schemas.microsoft.com/office/drawing/2014/main" id="{22DC0AA4-AAC7-4E51-6169-4E004B22E0BA}"/>
              </a:ext>
            </a:extLst>
          </p:cNvPr>
          <p:cNvPicPr>
            <a:picLocks noChangeAspect="1"/>
          </p:cNvPicPr>
          <p:nvPr/>
        </p:nvPicPr>
        <p:blipFill>
          <a:blip r:embed="rId2"/>
          <a:stretch/>
        </p:blipFill>
        <p:spPr>
          <a:xfrm>
            <a:off x="394612" y="3624039"/>
            <a:ext cx="1249535" cy="1666047"/>
          </a:xfrm>
          <a:prstGeom prst="rect">
            <a:avLst/>
          </a:prstGeom>
          <a:effectLst>
            <a:outerShdw blurRad="50800" dist="38100" dir="2700000" algn="tl" rotWithShape="0">
              <a:prstClr val="black">
                <a:alpha val="40000"/>
              </a:prstClr>
            </a:outerShdw>
          </a:effectLst>
        </p:spPr>
      </p:pic>
      <p:pic>
        <p:nvPicPr>
          <p:cNvPr id="32" name="Picture 31">
            <a:extLst>
              <a:ext uri="{FF2B5EF4-FFF2-40B4-BE49-F238E27FC236}">
                <a16:creationId xmlns:a16="http://schemas.microsoft.com/office/drawing/2014/main" id="{CF60CE18-7F12-4421-B96B-CA188C9F1A1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03661" y="3640516"/>
            <a:ext cx="4286250" cy="1464036"/>
          </a:xfrm>
          <a:prstGeom prst="rect">
            <a:avLst/>
          </a:prstGeom>
        </p:spPr>
      </p:pic>
      <p:pic>
        <p:nvPicPr>
          <p:cNvPr id="47" name="Picture 46">
            <a:extLst>
              <a:ext uri="{FF2B5EF4-FFF2-40B4-BE49-F238E27FC236}">
                <a16:creationId xmlns:a16="http://schemas.microsoft.com/office/drawing/2014/main" id="{6A34154F-6612-41EA-C36D-0A6B8E3B0BF0}"/>
              </a:ext>
            </a:extLst>
          </p:cNvPr>
          <p:cNvPicPr>
            <a:picLocks noChangeAspect="1"/>
          </p:cNvPicPr>
          <p:nvPr/>
        </p:nvPicPr>
        <p:blipFill>
          <a:blip r:embed="rId5"/>
          <a:stretch>
            <a:fillRect/>
          </a:stretch>
        </p:blipFill>
        <p:spPr>
          <a:xfrm>
            <a:off x="5770008" y="5374367"/>
            <a:ext cx="845820" cy="666705"/>
          </a:xfrm>
          <a:prstGeom prst="rect">
            <a:avLst/>
          </a:prstGeom>
        </p:spPr>
      </p:pic>
      <p:pic>
        <p:nvPicPr>
          <p:cNvPr id="56" name="Picture 55">
            <a:extLst>
              <a:ext uri="{FF2B5EF4-FFF2-40B4-BE49-F238E27FC236}">
                <a16:creationId xmlns:a16="http://schemas.microsoft.com/office/drawing/2014/main" id="{4A41588D-8233-ECEF-102D-E41FD70200A7}"/>
              </a:ext>
            </a:extLst>
          </p:cNvPr>
          <p:cNvPicPr>
            <a:picLocks noChangeAspect="1"/>
          </p:cNvPicPr>
          <p:nvPr/>
        </p:nvPicPr>
        <p:blipFill>
          <a:blip r:embed="rId6"/>
          <a:stretch>
            <a:fillRect/>
          </a:stretch>
        </p:blipFill>
        <p:spPr>
          <a:xfrm>
            <a:off x="2314032" y="5078275"/>
            <a:ext cx="3348361" cy="1686283"/>
          </a:xfrm>
          <a:prstGeom prst="rect">
            <a:avLst/>
          </a:prstGeom>
        </p:spPr>
      </p:pic>
      <p:sp>
        <p:nvSpPr>
          <p:cNvPr id="21" name="TextBox 20">
            <a:extLst>
              <a:ext uri="{FF2B5EF4-FFF2-40B4-BE49-F238E27FC236}">
                <a16:creationId xmlns:a16="http://schemas.microsoft.com/office/drawing/2014/main" id="{D6F60707-5C74-6624-DCBE-9C680BDFFA6E}"/>
              </a:ext>
            </a:extLst>
          </p:cNvPr>
          <p:cNvSpPr txBox="1"/>
          <p:nvPr/>
        </p:nvSpPr>
        <p:spPr>
          <a:xfrm flipH="1">
            <a:off x="2327018" y="5084397"/>
            <a:ext cx="3298685" cy="192117"/>
          </a:xfrm>
          <a:prstGeom prst="round2SameRect">
            <a:avLst/>
          </a:prstGeom>
          <a:solidFill>
            <a:srgbClr val="0070C0"/>
          </a:solidFill>
        </p:spPr>
        <p:txBody>
          <a:bodyPr wrap="square" rtlCol="0" anchor="ctr">
            <a:spAutoFit/>
          </a:bodyPr>
          <a:lstStyle/>
          <a:p>
            <a:pPr algn="ctr"/>
            <a:r>
              <a:rPr lang="ja-JP" altLang="en-US" sz="591" b="1" dirty="0">
                <a:solidFill>
                  <a:schemeClr val="bg1"/>
                </a:solidFill>
                <a:latin typeface="メイリオ" panose="020B0604030504040204" pitchFamily="50" charset="-128"/>
                <a:ea typeface="メイリオ" panose="020B0604030504040204" pitchFamily="50" charset="-128"/>
              </a:rPr>
              <a:t>例）</a:t>
            </a:r>
            <a:r>
              <a:rPr lang="en-US" altLang="ja-JP" sz="591" b="1" dirty="0">
                <a:solidFill>
                  <a:schemeClr val="bg1"/>
                </a:solidFill>
                <a:latin typeface="メイリオ" panose="020B0604030504040204" pitchFamily="50" charset="-128"/>
                <a:ea typeface="メイリオ" panose="020B0604030504040204" pitchFamily="50" charset="-128"/>
              </a:rPr>
              <a:t>751</a:t>
            </a:r>
            <a:r>
              <a:rPr lang="ja-JP" altLang="en-US" sz="591" b="1" dirty="0">
                <a:solidFill>
                  <a:schemeClr val="bg1"/>
                </a:solidFill>
                <a:latin typeface="メイリオ" panose="020B0604030504040204" pitchFamily="50" charset="-128"/>
                <a:ea typeface="メイリオ" panose="020B0604030504040204" pitchFamily="50" charset="-128"/>
              </a:rPr>
              <a:t>点のスイング</a:t>
            </a:r>
          </a:p>
        </p:txBody>
      </p:sp>
      <p:pic>
        <p:nvPicPr>
          <p:cNvPr id="18" name="Picture 17">
            <a:extLst>
              <a:ext uri="{FF2B5EF4-FFF2-40B4-BE49-F238E27FC236}">
                <a16:creationId xmlns:a16="http://schemas.microsoft.com/office/drawing/2014/main" id="{44ADC162-AAE3-1EBE-6A85-A90F8EEBC27D}"/>
              </a:ext>
            </a:extLst>
          </p:cNvPr>
          <p:cNvPicPr>
            <a:picLocks noChangeAspect="1"/>
          </p:cNvPicPr>
          <p:nvPr/>
        </p:nvPicPr>
        <p:blipFill>
          <a:blip r:embed="rId7"/>
          <a:stretch>
            <a:fillRect/>
          </a:stretch>
        </p:blipFill>
        <p:spPr>
          <a:xfrm>
            <a:off x="5182250" y="6038276"/>
            <a:ext cx="1541193" cy="758365"/>
          </a:xfrm>
          <a:prstGeom prst="roundRect">
            <a:avLst>
              <a:gd name="adj" fmla="val 3634"/>
            </a:avLst>
          </a:prstGeom>
          <a:ln>
            <a:solidFill>
              <a:schemeClr val="accent1"/>
            </a:solidFill>
          </a:ln>
          <a:effectLst>
            <a:outerShdw blurRad="50800" dist="38100" dir="2700000" algn="tl" rotWithShape="0">
              <a:prstClr val="black">
                <a:alpha val="40000"/>
              </a:prstClr>
            </a:outerShdw>
          </a:effectLst>
        </p:spPr>
      </p:pic>
      <p:sp>
        <p:nvSpPr>
          <p:cNvPr id="33" name="Speech Bubble: Rectangle with Corners Rounded 32">
            <a:extLst>
              <a:ext uri="{FF2B5EF4-FFF2-40B4-BE49-F238E27FC236}">
                <a16:creationId xmlns:a16="http://schemas.microsoft.com/office/drawing/2014/main" id="{84ECD810-C288-76B2-B5B1-FCC29AE1D238}"/>
              </a:ext>
            </a:extLst>
          </p:cNvPr>
          <p:cNvSpPr/>
          <p:nvPr/>
        </p:nvSpPr>
        <p:spPr>
          <a:xfrm>
            <a:off x="5345748" y="6211035"/>
            <a:ext cx="476836" cy="247924"/>
          </a:xfrm>
          <a:prstGeom prst="wedgeRoundRectCallout">
            <a:avLst>
              <a:gd name="adj1" fmla="val 30422"/>
              <a:gd name="adj2" fmla="val -3890"/>
              <a:gd name="adj3" fmla="val 16667"/>
            </a:avLst>
          </a:prstGeom>
          <a:solidFill>
            <a:schemeClr val="bg1"/>
          </a:solidFill>
          <a:ln w="9525">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338" dirty="0">
                <a:solidFill>
                  <a:schemeClr val="tx1">
                    <a:lumMod val="65000"/>
                    <a:lumOff val="35000"/>
                  </a:schemeClr>
                </a:solidFill>
                <a:latin typeface="メイリオ" panose="020B0604030504040204" pitchFamily="50" charset="-128"/>
                <a:ea typeface="メイリオ" panose="020B0604030504040204" pitchFamily="50" charset="-128"/>
              </a:rPr>
              <a:t>ピークが低く、立ち上がりも遅い「キレのない」</a:t>
            </a:r>
            <a:br>
              <a:rPr lang="en-US" altLang="ja-JP" sz="338" dirty="0">
                <a:solidFill>
                  <a:schemeClr val="tx1">
                    <a:lumMod val="65000"/>
                    <a:lumOff val="35000"/>
                  </a:schemeClr>
                </a:solidFill>
                <a:latin typeface="メイリオ" panose="020B0604030504040204" pitchFamily="50" charset="-128"/>
                <a:ea typeface="メイリオ" panose="020B0604030504040204" pitchFamily="50" charset="-128"/>
              </a:rPr>
            </a:br>
            <a:r>
              <a:rPr lang="ja-JP" altLang="en-US" sz="338" dirty="0">
                <a:solidFill>
                  <a:schemeClr val="tx1">
                    <a:lumMod val="65000"/>
                    <a:lumOff val="35000"/>
                  </a:schemeClr>
                </a:solidFill>
                <a:latin typeface="メイリオ" panose="020B0604030504040204" pitchFamily="50" charset="-128"/>
                <a:ea typeface="メイリオ" panose="020B0604030504040204" pitchFamily="50" charset="-128"/>
              </a:rPr>
              <a:t>スイング。</a:t>
            </a:r>
          </a:p>
        </p:txBody>
      </p:sp>
      <p:sp>
        <p:nvSpPr>
          <p:cNvPr id="48" name="TextBox 47">
            <a:extLst>
              <a:ext uri="{FF2B5EF4-FFF2-40B4-BE49-F238E27FC236}">
                <a16:creationId xmlns:a16="http://schemas.microsoft.com/office/drawing/2014/main" id="{E039A9B9-9F03-35B3-78AF-78A4FE13A949}"/>
              </a:ext>
            </a:extLst>
          </p:cNvPr>
          <p:cNvSpPr txBox="1"/>
          <p:nvPr/>
        </p:nvSpPr>
        <p:spPr>
          <a:xfrm flipH="1">
            <a:off x="5182249" y="6014179"/>
            <a:ext cx="1541192" cy="160389"/>
          </a:xfrm>
          <a:prstGeom prst="round2SameRect">
            <a:avLst/>
          </a:prstGeom>
          <a:solidFill>
            <a:srgbClr val="0070C0"/>
          </a:solidFill>
        </p:spPr>
        <p:txBody>
          <a:bodyPr wrap="square" rtlCol="0" anchor="ctr">
            <a:spAutoFit/>
          </a:bodyPr>
          <a:lstStyle/>
          <a:p>
            <a:pPr algn="ctr"/>
            <a:r>
              <a:rPr lang="ja-JP" altLang="en-US" sz="394" b="1" dirty="0">
                <a:solidFill>
                  <a:schemeClr val="bg1"/>
                </a:solidFill>
                <a:latin typeface="メイリオ" panose="020B0604030504040204" pitchFamily="50" charset="-128"/>
                <a:ea typeface="メイリオ" panose="020B0604030504040204" pitchFamily="50" charset="-128"/>
              </a:rPr>
              <a:t>例）</a:t>
            </a:r>
            <a:r>
              <a:rPr lang="en-US" altLang="ja-JP" sz="394" b="1" dirty="0">
                <a:solidFill>
                  <a:schemeClr val="bg1"/>
                </a:solidFill>
                <a:latin typeface="メイリオ" panose="020B0604030504040204" pitchFamily="50" charset="-128"/>
                <a:ea typeface="メイリオ" panose="020B0604030504040204" pitchFamily="50" charset="-128"/>
              </a:rPr>
              <a:t>325</a:t>
            </a:r>
            <a:r>
              <a:rPr lang="ja-JP" altLang="en-US" sz="394" b="1" dirty="0">
                <a:solidFill>
                  <a:schemeClr val="bg1"/>
                </a:solidFill>
                <a:latin typeface="メイリオ" panose="020B0604030504040204" pitchFamily="50" charset="-128"/>
                <a:ea typeface="メイリオ" panose="020B0604030504040204" pitchFamily="50" charset="-128"/>
              </a:rPr>
              <a:t>点のスイング</a:t>
            </a:r>
          </a:p>
        </p:txBody>
      </p:sp>
    </p:spTree>
    <p:extLst>
      <p:ext uri="{BB962C8B-B14F-4D97-AF65-F5344CB8AC3E}">
        <p14:creationId xmlns:p14="http://schemas.microsoft.com/office/powerpoint/2010/main" val="33627106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14397CF-AEA7-9028-F38A-A6A67C3FA304}"/>
              </a:ext>
            </a:extLst>
          </p:cNvPr>
          <p:cNvGrpSpPr/>
          <p:nvPr/>
        </p:nvGrpSpPr>
        <p:grpSpPr>
          <a:xfrm>
            <a:off x="1822" y="3024188"/>
            <a:ext cx="6854356" cy="3857625"/>
            <a:chOff x="3239" y="0"/>
            <a:chExt cx="12185522" cy="6858000"/>
          </a:xfrm>
        </p:grpSpPr>
        <p:grpSp>
          <p:nvGrpSpPr>
            <p:cNvPr id="12" name="Group 11">
              <a:extLst>
                <a:ext uri="{FF2B5EF4-FFF2-40B4-BE49-F238E27FC236}">
                  <a16:creationId xmlns:a16="http://schemas.microsoft.com/office/drawing/2014/main" id="{5AE2E430-94C2-6CAB-913C-32F687E83327}"/>
                </a:ext>
              </a:extLst>
            </p:cNvPr>
            <p:cNvGrpSpPr/>
            <p:nvPr/>
          </p:nvGrpSpPr>
          <p:grpSpPr>
            <a:xfrm>
              <a:off x="3239" y="0"/>
              <a:ext cx="12185522" cy="6858000"/>
              <a:chOff x="3239" y="0"/>
              <a:chExt cx="12185522" cy="6858000"/>
            </a:xfrm>
          </p:grpSpPr>
          <p:pic>
            <p:nvPicPr>
              <p:cNvPr id="3" name="Picture 2">
                <a:extLst>
                  <a:ext uri="{FF2B5EF4-FFF2-40B4-BE49-F238E27FC236}">
                    <a16:creationId xmlns:a16="http://schemas.microsoft.com/office/drawing/2014/main" id="{4459CC01-435C-E3F2-5B66-ACF69057A1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9" y="0"/>
                <a:ext cx="12185522" cy="6858000"/>
              </a:xfrm>
              <a:prstGeom prst="rect">
                <a:avLst/>
              </a:prstGeom>
            </p:spPr>
          </p:pic>
          <p:sp>
            <p:nvSpPr>
              <p:cNvPr id="8" name="Rectangle 7">
                <a:extLst>
                  <a:ext uri="{FF2B5EF4-FFF2-40B4-BE49-F238E27FC236}">
                    <a16:creationId xmlns:a16="http://schemas.microsoft.com/office/drawing/2014/main" id="{874DB423-87A1-B07E-DE93-367F605B3BD0}"/>
                  </a:ext>
                </a:extLst>
              </p:cNvPr>
              <p:cNvSpPr/>
              <p:nvPr/>
            </p:nvSpPr>
            <p:spPr>
              <a:xfrm>
                <a:off x="6586430" y="636549"/>
                <a:ext cx="2201970" cy="1801300"/>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9" name="Rectangle 8">
                <a:extLst>
                  <a:ext uri="{FF2B5EF4-FFF2-40B4-BE49-F238E27FC236}">
                    <a16:creationId xmlns:a16="http://schemas.microsoft.com/office/drawing/2014/main" id="{2EEAE46E-5232-36A1-7F3D-BD3D353996C5}"/>
                  </a:ext>
                </a:extLst>
              </p:cNvPr>
              <p:cNvSpPr/>
              <p:nvPr/>
            </p:nvSpPr>
            <p:spPr>
              <a:xfrm>
                <a:off x="6586430" y="2528350"/>
                <a:ext cx="2144820" cy="1326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10" name="Rectangle 9">
                <a:extLst>
                  <a:ext uri="{FF2B5EF4-FFF2-40B4-BE49-F238E27FC236}">
                    <a16:creationId xmlns:a16="http://schemas.microsoft.com/office/drawing/2014/main" id="{729C87C9-4F93-6997-4C22-F301E3A9BEE2}"/>
                  </a:ext>
                </a:extLst>
              </p:cNvPr>
              <p:cNvSpPr/>
              <p:nvPr/>
            </p:nvSpPr>
            <p:spPr>
              <a:xfrm>
                <a:off x="6586430" y="3973858"/>
                <a:ext cx="2144820" cy="11228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11" name="Rectangle 10">
                <a:extLst>
                  <a:ext uri="{FF2B5EF4-FFF2-40B4-BE49-F238E27FC236}">
                    <a16:creationId xmlns:a16="http://schemas.microsoft.com/office/drawing/2014/main" id="{DB616B07-B5CE-4D59-5DC5-22B93B23F7BB}"/>
                  </a:ext>
                </a:extLst>
              </p:cNvPr>
              <p:cNvSpPr/>
              <p:nvPr/>
            </p:nvSpPr>
            <p:spPr>
              <a:xfrm>
                <a:off x="6586430" y="5231527"/>
                <a:ext cx="2144820" cy="11883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grpSp>
        <p:pic>
          <p:nvPicPr>
            <p:cNvPr id="4" name="Picture 3">
              <a:extLst>
                <a:ext uri="{FF2B5EF4-FFF2-40B4-BE49-F238E27FC236}">
                  <a16:creationId xmlns:a16="http://schemas.microsoft.com/office/drawing/2014/main" id="{FBA09D22-E5C2-8CF1-B3EB-7278C1B4B6A3}"/>
                </a:ext>
              </a:extLst>
            </p:cNvPr>
            <p:cNvPicPr>
              <a:picLocks noChangeAspect="1"/>
            </p:cNvPicPr>
            <p:nvPr/>
          </p:nvPicPr>
          <p:blipFill>
            <a:blip r:embed="rId3"/>
            <a:stretch>
              <a:fillRect/>
            </a:stretch>
          </p:blipFill>
          <p:spPr>
            <a:xfrm>
              <a:off x="6836701" y="624012"/>
              <a:ext cx="1805012" cy="1754133"/>
            </a:xfrm>
            <a:prstGeom prst="roundRect">
              <a:avLst>
                <a:gd name="adj" fmla="val 3183"/>
              </a:avLst>
            </a:prstGeom>
            <a:ln>
              <a:solidFill>
                <a:schemeClr val="bg2">
                  <a:lumMod val="90000"/>
                </a:schemeClr>
              </a:solidFill>
            </a:ln>
            <a:effectLst>
              <a:outerShdw blurRad="50800" dist="38100" dir="2700000" algn="tl" rotWithShape="0">
                <a:prstClr val="black">
                  <a:alpha val="40000"/>
                </a:prstClr>
              </a:outerShdw>
            </a:effectLst>
          </p:spPr>
        </p:pic>
        <p:pic>
          <p:nvPicPr>
            <p:cNvPr id="6" name="Picture 5">
              <a:extLst>
                <a:ext uri="{FF2B5EF4-FFF2-40B4-BE49-F238E27FC236}">
                  <a16:creationId xmlns:a16="http://schemas.microsoft.com/office/drawing/2014/main" id="{87104565-295E-E465-98D8-AE583E4A2AF5}"/>
                </a:ext>
              </a:extLst>
            </p:cNvPr>
            <p:cNvPicPr>
              <a:picLocks noChangeAspect="1"/>
            </p:cNvPicPr>
            <p:nvPr/>
          </p:nvPicPr>
          <p:blipFill>
            <a:blip r:embed="rId4"/>
            <a:stretch>
              <a:fillRect/>
            </a:stretch>
          </p:blipFill>
          <p:spPr>
            <a:xfrm>
              <a:off x="6836701" y="2668199"/>
              <a:ext cx="1805012" cy="1105541"/>
            </a:xfrm>
            <a:prstGeom prst="rect">
              <a:avLst/>
            </a:prstGeom>
            <a:ln>
              <a:solidFill>
                <a:schemeClr val="bg2">
                  <a:lumMod val="90000"/>
                </a:schemeClr>
              </a:solidFill>
            </a:ln>
            <a:effectLst>
              <a:outerShdw blurRad="50800" dist="38100" dir="2700000" algn="tl" rotWithShape="0">
                <a:prstClr val="black">
                  <a:alpha val="40000"/>
                </a:prstClr>
              </a:outerShdw>
            </a:effectLst>
          </p:spPr>
        </p:pic>
        <p:pic>
          <p:nvPicPr>
            <p:cNvPr id="13" name="Picture 12">
              <a:extLst>
                <a:ext uri="{FF2B5EF4-FFF2-40B4-BE49-F238E27FC236}">
                  <a16:creationId xmlns:a16="http://schemas.microsoft.com/office/drawing/2014/main" id="{EAAA84F5-7F57-3476-B368-71BB1C46DC4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79210" y="1419318"/>
              <a:ext cx="1444752" cy="1444752"/>
            </a:xfrm>
            <a:prstGeom prst="rect">
              <a:avLst/>
            </a:prstGeom>
          </p:spPr>
        </p:pic>
        <p:pic>
          <p:nvPicPr>
            <p:cNvPr id="14" name="Picture 13">
              <a:extLst>
                <a:ext uri="{FF2B5EF4-FFF2-40B4-BE49-F238E27FC236}">
                  <a16:creationId xmlns:a16="http://schemas.microsoft.com/office/drawing/2014/main" id="{BDC887A9-EBC2-D9A2-3A58-676BD369B9EF}"/>
                </a:ext>
              </a:extLst>
            </p:cNvPr>
            <p:cNvPicPr>
              <a:picLocks noChangeAspect="1"/>
            </p:cNvPicPr>
            <p:nvPr/>
          </p:nvPicPr>
          <p:blipFill>
            <a:blip r:embed="rId6"/>
            <a:stretch>
              <a:fillRect/>
            </a:stretch>
          </p:blipFill>
          <p:spPr>
            <a:xfrm>
              <a:off x="6836700" y="4204208"/>
              <a:ext cx="1808307" cy="774989"/>
            </a:xfrm>
            <a:prstGeom prst="roundRect">
              <a:avLst>
                <a:gd name="adj" fmla="val 5651"/>
              </a:avLst>
            </a:prstGeom>
            <a:ln>
              <a:solidFill>
                <a:schemeClr val="bg2">
                  <a:lumMod val="90000"/>
                </a:schemeClr>
              </a:solidFill>
            </a:ln>
            <a:effectLst>
              <a:outerShdw blurRad="50800" dist="38100" dir="2700000" algn="tl" rotWithShape="0">
                <a:prstClr val="black">
                  <a:alpha val="40000"/>
                </a:prstClr>
              </a:outerShdw>
            </a:effectLst>
          </p:spPr>
        </p:pic>
        <p:pic>
          <p:nvPicPr>
            <p:cNvPr id="15" name="Picture 14">
              <a:extLst>
                <a:ext uri="{FF2B5EF4-FFF2-40B4-BE49-F238E27FC236}">
                  <a16:creationId xmlns:a16="http://schemas.microsoft.com/office/drawing/2014/main" id="{AB557D90-1DEB-9DC1-4934-6A6D036AC624}"/>
                </a:ext>
              </a:extLst>
            </p:cNvPr>
            <p:cNvPicPr>
              <a:picLocks noChangeAspect="1"/>
            </p:cNvPicPr>
            <p:nvPr/>
          </p:nvPicPr>
          <p:blipFill>
            <a:blip r:embed="rId7"/>
            <a:stretch>
              <a:fillRect/>
            </a:stretch>
          </p:blipFill>
          <p:spPr>
            <a:xfrm>
              <a:off x="6836699" y="5477092"/>
              <a:ext cx="1805013" cy="909785"/>
            </a:xfrm>
            <a:prstGeom prst="roundRect">
              <a:avLst>
                <a:gd name="adj" fmla="val 8633"/>
              </a:avLst>
            </a:prstGeom>
            <a:ln>
              <a:solidFill>
                <a:schemeClr val="bg2">
                  <a:lumMod val="90000"/>
                </a:schemeClr>
              </a:solidFill>
            </a:ln>
            <a:effectLst>
              <a:outerShdw blurRad="50800" dist="38100" dir="2700000" algn="tl" rotWithShape="0">
                <a:prstClr val="black">
                  <a:alpha val="40000"/>
                </a:prstClr>
              </a:outerShdw>
            </a:effectLst>
          </p:spPr>
        </p:pic>
      </p:grpSp>
    </p:spTree>
    <p:extLst>
      <p:ext uri="{BB962C8B-B14F-4D97-AF65-F5344CB8AC3E}">
        <p14:creationId xmlns:p14="http://schemas.microsoft.com/office/powerpoint/2010/main" val="38338077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BE1AF7A-E941-D3C5-3354-82594A1FFD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0802" y="3520167"/>
            <a:ext cx="581667" cy="581667"/>
          </a:xfrm>
          <a:prstGeom prst="rect">
            <a:avLst/>
          </a:prstGeom>
        </p:spPr>
      </p:pic>
      <p:sp>
        <p:nvSpPr>
          <p:cNvPr id="4" name="TextBox 3">
            <a:extLst>
              <a:ext uri="{FF2B5EF4-FFF2-40B4-BE49-F238E27FC236}">
                <a16:creationId xmlns:a16="http://schemas.microsoft.com/office/drawing/2014/main" id="{0FC49063-8CC8-7873-8DB0-236A2DEC3146}"/>
              </a:ext>
            </a:extLst>
          </p:cNvPr>
          <p:cNvSpPr txBox="1"/>
          <p:nvPr/>
        </p:nvSpPr>
        <p:spPr>
          <a:xfrm>
            <a:off x="136867" y="3266999"/>
            <a:ext cx="1003906" cy="404085"/>
          </a:xfrm>
          <a:prstGeom prst="rect">
            <a:avLst/>
          </a:prstGeom>
          <a:noFill/>
        </p:spPr>
        <p:txBody>
          <a:bodyPr wrap="square" rtlCol="0">
            <a:spAutoFit/>
          </a:bodyPr>
          <a:lstStyle/>
          <a:p>
            <a:r>
              <a:rPr lang="ja-JP" altLang="en-US" sz="1013" b="1" dirty="0">
                <a:latin typeface="メイリオ" panose="020B0604030504040204" pitchFamily="50" charset="-128"/>
                <a:ea typeface="メイリオ" panose="020B0604030504040204" pitchFamily="50" charset="-128"/>
              </a:rPr>
              <a:t>専用記録アプリ</a:t>
            </a:r>
          </a:p>
        </p:txBody>
      </p:sp>
      <p:pic>
        <p:nvPicPr>
          <p:cNvPr id="7" name="Picture 6">
            <a:extLst>
              <a:ext uri="{FF2B5EF4-FFF2-40B4-BE49-F238E27FC236}">
                <a16:creationId xmlns:a16="http://schemas.microsoft.com/office/drawing/2014/main" id="{8B7B6530-AF12-DFCF-FD8B-E3C61302B6AF}"/>
              </a:ext>
            </a:extLst>
          </p:cNvPr>
          <p:cNvPicPr>
            <a:picLocks noChangeAspect="1"/>
          </p:cNvPicPr>
          <p:nvPr/>
        </p:nvPicPr>
        <p:blipFill>
          <a:blip r:embed="rId3">
            <a:extLst>
              <a:ext uri="{28A0092B-C50C-407E-A947-70E740481C1C}">
                <a14:useLocalDpi xmlns:a14="http://schemas.microsoft.com/office/drawing/2010/main" val="0"/>
              </a:ext>
            </a:extLst>
          </a:blip>
          <a:srcRect t="89440"/>
          <a:stretch>
            <a:fillRect/>
          </a:stretch>
        </p:blipFill>
        <p:spPr>
          <a:xfrm>
            <a:off x="1376816" y="3665509"/>
            <a:ext cx="909042" cy="207749"/>
          </a:xfrm>
          <a:prstGeom prst="rect">
            <a:avLst/>
          </a:prstGeom>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E135CFD6-A90E-3B5A-83EB-36C596F08A42}"/>
              </a:ext>
            </a:extLst>
          </p:cNvPr>
          <p:cNvPicPr>
            <a:picLocks noChangeAspect="1"/>
          </p:cNvPicPr>
          <p:nvPr/>
        </p:nvPicPr>
        <p:blipFill>
          <a:blip r:embed="rId4">
            <a:extLst>
              <a:ext uri="{28A0092B-C50C-407E-A947-70E740481C1C}">
                <a14:useLocalDpi xmlns:a14="http://schemas.microsoft.com/office/drawing/2010/main" val="0"/>
              </a:ext>
            </a:extLst>
          </a:blip>
          <a:srcRect t="28613" b="28564"/>
          <a:stretch>
            <a:fillRect/>
          </a:stretch>
        </p:blipFill>
        <p:spPr>
          <a:xfrm>
            <a:off x="1376817" y="3976076"/>
            <a:ext cx="909042" cy="842486"/>
          </a:xfrm>
          <a:prstGeom prst="rect">
            <a:avLst/>
          </a:prstGeom>
          <a:effectLst>
            <a:outerShdw blurRad="50800" dist="38100" dir="2700000" algn="tl" rotWithShape="0">
              <a:prstClr val="black">
                <a:alpha val="40000"/>
              </a:prstClr>
            </a:outerShdw>
          </a:effectLst>
        </p:spPr>
      </p:pic>
      <p:sp>
        <p:nvSpPr>
          <p:cNvPr id="11" name="TextBox 10">
            <a:extLst>
              <a:ext uri="{FF2B5EF4-FFF2-40B4-BE49-F238E27FC236}">
                <a16:creationId xmlns:a16="http://schemas.microsoft.com/office/drawing/2014/main" id="{4ABF9D3C-DF57-5BA7-3608-7A4FF062D3F8}"/>
              </a:ext>
            </a:extLst>
          </p:cNvPr>
          <p:cNvSpPr txBox="1"/>
          <p:nvPr/>
        </p:nvSpPr>
        <p:spPr>
          <a:xfrm>
            <a:off x="1281953" y="3335926"/>
            <a:ext cx="766818" cy="213585"/>
          </a:xfrm>
          <a:prstGeom prst="rect">
            <a:avLst/>
          </a:prstGeom>
          <a:noFill/>
        </p:spPr>
        <p:txBody>
          <a:bodyPr wrap="square" rtlCol="0">
            <a:spAutoFit/>
          </a:bodyPr>
          <a:lstStyle/>
          <a:p>
            <a:r>
              <a:rPr lang="en-US" altLang="ja-JP" sz="788" b="1" dirty="0">
                <a:latin typeface="メイリオ" panose="020B0604030504040204" pitchFamily="50" charset="-128"/>
                <a:ea typeface="メイリオ" panose="020B0604030504040204" pitchFamily="50" charset="-128"/>
              </a:rPr>
              <a:t>iOS</a:t>
            </a:r>
            <a:r>
              <a:rPr lang="ja-JP" altLang="en-US" sz="788" b="1" dirty="0">
                <a:latin typeface="メイリオ" panose="020B0604030504040204" pitchFamily="50" charset="-128"/>
                <a:ea typeface="メイリオ" panose="020B0604030504040204" pitchFamily="50" charset="-128"/>
              </a:rPr>
              <a:t>の場合</a:t>
            </a:r>
          </a:p>
        </p:txBody>
      </p:sp>
      <p:sp>
        <p:nvSpPr>
          <p:cNvPr id="12" name="Oval 11">
            <a:extLst>
              <a:ext uri="{FF2B5EF4-FFF2-40B4-BE49-F238E27FC236}">
                <a16:creationId xmlns:a16="http://schemas.microsoft.com/office/drawing/2014/main" id="{1E21B763-2756-6A07-52CF-DA2EC27B9C12}"/>
              </a:ext>
            </a:extLst>
          </p:cNvPr>
          <p:cNvSpPr/>
          <p:nvPr/>
        </p:nvSpPr>
        <p:spPr>
          <a:xfrm>
            <a:off x="1766179" y="3717973"/>
            <a:ext cx="124043" cy="12404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13" name="TextBox 12">
            <a:extLst>
              <a:ext uri="{FF2B5EF4-FFF2-40B4-BE49-F238E27FC236}">
                <a16:creationId xmlns:a16="http://schemas.microsoft.com/office/drawing/2014/main" id="{566FBD40-8123-2FE1-A1E5-7593C3EBE4D9}"/>
              </a:ext>
            </a:extLst>
          </p:cNvPr>
          <p:cNvSpPr txBox="1"/>
          <p:nvPr/>
        </p:nvSpPr>
        <p:spPr>
          <a:xfrm>
            <a:off x="2380479" y="3717973"/>
            <a:ext cx="766818" cy="152991"/>
          </a:xfrm>
          <a:prstGeom prst="rect">
            <a:avLst/>
          </a:prstGeom>
          <a:noFill/>
        </p:spPr>
        <p:txBody>
          <a:bodyPr wrap="square" rtlCol="0">
            <a:spAutoFit/>
          </a:bodyPr>
          <a:lstStyle/>
          <a:p>
            <a:r>
              <a:rPr lang="ja-JP" altLang="en-US" sz="394" dirty="0">
                <a:latin typeface="メイリオ" panose="020B0604030504040204" pitchFamily="50" charset="-128"/>
                <a:ea typeface="メイリオ" panose="020B0604030504040204" pitchFamily="50" charset="-128"/>
              </a:rPr>
              <a:t>共有マークを選択。</a:t>
            </a:r>
          </a:p>
        </p:txBody>
      </p:sp>
      <p:sp>
        <p:nvSpPr>
          <p:cNvPr id="14" name="Rectangle: Rounded Corners 13">
            <a:extLst>
              <a:ext uri="{FF2B5EF4-FFF2-40B4-BE49-F238E27FC236}">
                <a16:creationId xmlns:a16="http://schemas.microsoft.com/office/drawing/2014/main" id="{CE878953-9BAA-2530-C943-2D491622423A}"/>
              </a:ext>
            </a:extLst>
          </p:cNvPr>
          <p:cNvSpPr/>
          <p:nvPr/>
        </p:nvSpPr>
        <p:spPr>
          <a:xfrm>
            <a:off x="1432113" y="4687010"/>
            <a:ext cx="792174" cy="124043"/>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15" name="TextBox 14">
            <a:extLst>
              <a:ext uri="{FF2B5EF4-FFF2-40B4-BE49-F238E27FC236}">
                <a16:creationId xmlns:a16="http://schemas.microsoft.com/office/drawing/2014/main" id="{EBE74208-12CD-98B6-4E4A-C92850871DD1}"/>
              </a:ext>
            </a:extLst>
          </p:cNvPr>
          <p:cNvSpPr txBox="1"/>
          <p:nvPr/>
        </p:nvSpPr>
        <p:spPr>
          <a:xfrm>
            <a:off x="2380479" y="4280859"/>
            <a:ext cx="960919" cy="213648"/>
          </a:xfrm>
          <a:prstGeom prst="rect">
            <a:avLst/>
          </a:prstGeom>
          <a:noFill/>
        </p:spPr>
        <p:txBody>
          <a:bodyPr wrap="square" rtlCol="0">
            <a:spAutoFit/>
          </a:bodyPr>
          <a:lstStyle/>
          <a:p>
            <a:r>
              <a:rPr lang="ja-JP" altLang="en-US" sz="394" dirty="0">
                <a:latin typeface="メイリオ" panose="020B0604030504040204" pitchFamily="50" charset="-128"/>
                <a:ea typeface="メイリオ" panose="020B0604030504040204" pitchFamily="50" charset="-128"/>
              </a:rPr>
              <a:t>「もっと見る」を押すと出てくる「</a:t>
            </a:r>
            <a:r>
              <a:rPr lang="ja-JP" altLang="en-US" sz="394" b="1" dirty="0">
                <a:latin typeface="メイリオ" panose="020B0604030504040204" pitchFamily="50" charset="-128"/>
                <a:ea typeface="メイリオ" panose="020B0604030504040204" pitchFamily="50" charset="-128"/>
              </a:rPr>
              <a:t>ホーム画面に追加</a:t>
            </a:r>
            <a:r>
              <a:rPr lang="ja-JP" altLang="en-US" sz="394" dirty="0">
                <a:latin typeface="メイリオ" panose="020B0604030504040204" pitchFamily="50" charset="-128"/>
                <a:ea typeface="メイリオ" panose="020B0604030504040204" pitchFamily="50" charset="-128"/>
              </a:rPr>
              <a:t>」を選択。</a:t>
            </a:r>
          </a:p>
        </p:txBody>
      </p:sp>
      <p:pic>
        <p:nvPicPr>
          <p:cNvPr id="17" name="Picture 16">
            <a:extLst>
              <a:ext uri="{FF2B5EF4-FFF2-40B4-BE49-F238E27FC236}">
                <a16:creationId xmlns:a16="http://schemas.microsoft.com/office/drawing/2014/main" id="{AB717E5C-0185-05D4-161A-762F6A72BA5C}"/>
              </a:ext>
            </a:extLst>
          </p:cNvPr>
          <p:cNvPicPr>
            <a:picLocks noChangeAspect="1"/>
          </p:cNvPicPr>
          <p:nvPr/>
        </p:nvPicPr>
        <p:blipFill>
          <a:blip r:embed="rId5"/>
          <a:stretch>
            <a:fillRect/>
          </a:stretch>
        </p:blipFill>
        <p:spPr>
          <a:xfrm>
            <a:off x="1511556" y="4870843"/>
            <a:ext cx="544698" cy="544698"/>
          </a:xfrm>
          <a:prstGeom prst="rect">
            <a:avLst/>
          </a:prstGeom>
          <a:effectLst>
            <a:outerShdw blurRad="50800" dist="38100" dir="2700000" algn="tl" rotWithShape="0">
              <a:prstClr val="black">
                <a:alpha val="40000"/>
              </a:prstClr>
            </a:outerShdw>
          </a:effectLst>
        </p:spPr>
      </p:pic>
      <p:sp>
        <p:nvSpPr>
          <p:cNvPr id="18" name="TextBox 17">
            <a:extLst>
              <a:ext uri="{FF2B5EF4-FFF2-40B4-BE49-F238E27FC236}">
                <a16:creationId xmlns:a16="http://schemas.microsoft.com/office/drawing/2014/main" id="{14A57E12-2EDE-6330-4932-EDC0B1F7779D}"/>
              </a:ext>
            </a:extLst>
          </p:cNvPr>
          <p:cNvSpPr txBox="1"/>
          <p:nvPr/>
        </p:nvSpPr>
        <p:spPr>
          <a:xfrm>
            <a:off x="2380479" y="5056630"/>
            <a:ext cx="960919" cy="274306"/>
          </a:xfrm>
          <a:prstGeom prst="rect">
            <a:avLst/>
          </a:prstGeom>
          <a:noFill/>
        </p:spPr>
        <p:txBody>
          <a:bodyPr wrap="square" rtlCol="0">
            <a:spAutoFit/>
          </a:bodyPr>
          <a:lstStyle/>
          <a:p>
            <a:r>
              <a:rPr lang="ja-JP" altLang="en-US" sz="394" dirty="0">
                <a:latin typeface="メイリオ" panose="020B0604030504040204" pitchFamily="50" charset="-128"/>
                <a:ea typeface="メイリオ" panose="020B0604030504040204" pitchFamily="50" charset="-128"/>
              </a:rPr>
              <a:t>インストール完了。</a:t>
            </a: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ホーム画面に追加されたアイコンをタップして開始。</a:t>
            </a:r>
          </a:p>
        </p:txBody>
      </p:sp>
      <p:sp>
        <p:nvSpPr>
          <p:cNvPr id="19" name="TextBox 18">
            <a:extLst>
              <a:ext uri="{FF2B5EF4-FFF2-40B4-BE49-F238E27FC236}">
                <a16:creationId xmlns:a16="http://schemas.microsoft.com/office/drawing/2014/main" id="{43A3BB4A-5EAD-14F4-519D-4871041A6781}"/>
              </a:ext>
            </a:extLst>
          </p:cNvPr>
          <p:cNvSpPr txBox="1"/>
          <p:nvPr/>
        </p:nvSpPr>
        <p:spPr>
          <a:xfrm>
            <a:off x="1376817" y="5529496"/>
            <a:ext cx="1034499" cy="213585"/>
          </a:xfrm>
          <a:prstGeom prst="rect">
            <a:avLst/>
          </a:prstGeom>
          <a:noFill/>
        </p:spPr>
        <p:txBody>
          <a:bodyPr wrap="square" rtlCol="0">
            <a:spAutoFit/>
          </a:bodyPr>
          <a:lstStyle/>
          <a:p>
            <a:r>
              <a:rPr lang="en-US" altLang="ja-JP" sz="788" b="1" dirty="0">
                <a:latin typeface="メイリオ" panose="020B0604030504040204" pitchFamily="50" charset="-128"/>
                <a:ea typeface="メイリオ" panose="020B0604030504040204" pitchFamily="50" charset="-128"/>
              </a:rPr>
              <a:t>Android</a:t>
            </a:r>
            <a:r>
              <a:rPr lang="ja-JP" altLang="en-US" sz="788" b="1" dirty="0">
                <a:latin typeface="メイリオ" panose="020B0604030504040204" pitchFamily="50" charset="-128"/>
                <a:ea typeface="メイリオ" panose="020B0604030504040204" pitchFamily="50" charset="-128"/>
              </a:rPr>
              <a:t>の場合</a:t>
            </a:r>
          </a:p>
        </p:txBody>
      </p:sp>
      <p:sp>
        <p:nvSpPr>
          <p:cNvPr id="21" name="TextBox 20">
            <a:extLst>
              <a:ext uri="{FF2B5EF4-FFF2-40B4-BE49-F238E27FC236}">
                <a16:creationId xmlns:a16="http://schemas.microsoft.com/office/drawing/2014/main" id="{8060E79E-2676-30D2-4A06-FB2E3D6332A2}"/>
              </a:ext>
            </a:extLst>
          </p:cNvPr>
          <p:cNvSpPr txBox="1"/>
          <p:nvPr/>
        </p:nvSpPr>
        <p:spPr>
          <a:xfrm>
            <a:off x="1471783" y="5706685"/>
            <a:ext cx="1869615" cy="961802"/>
          </a:xfrm>
          <a:prstGeom prst="rect">
            <a:avLst/>
          </a:prstGeom>
          <a:noFill/>
        </p:spPr>
        <p:txBody>
          <a:bodyPr wrap="square">
            <a:spAutoFit/>
          </a:bodyPr>
          <a:lstStyle/>
          <a:p>
            <a:pPr>
              <a:spcBef>
                <a:spcPts val="506"/>
              </a:spcBef>
              <a:spcAft>
                <a:spcPts val="506"/>
              </a:spcAft>
              <a:buFont typeface="+mj-lt"/>
              <a:buAutoNum type="arabicPeriod"/>
            </a:pPr>
            <a:r>
              <a:rPr lang="ja-JP" altLang="ja-JP" sz="450" dirty="0">
                <a:latin typeface="メイリオ" panose="020B0604030504040204" pitchFamily="50" charset="-128"/>
                <a:ea typeface="メイリオ" panose="020B0604030504040204" pitchFamily="50" charset="-128"/>
              </a:rPr>
              <a:t>画面右上にある </a:t>
            </a:r>
            <a:r>
              <a:rPr lang="ja-JP" altLang="ja-JP" sz="450" b="1" dirty="0">
                <a:latin typeface="メイリオ" panose="020B0604030504040204" pitchFamily="50" charset="-128"/>
                <a:ea typeface="メイリオ" panose="020B0604030504040204" pitchFamily="50" charset="-128"/>
              </a:rPr>
              <a:t>「︙」（メニューアイコン）</a:t>
            </a:r>
            <a:r>
              <a:rPr lang="ja-JP" altLang="ja-JP" sz="450" dirty="0">
                <a:latin typeface="メイリオ" panose="020B0604030504040204" pitchFamily="50" charset="-128"/>
                <a:ea typeface="メイリオ" panose="020B0604030504040204" pitchFamily="50" charset="-128"/>
              </a:rPr>
              <a:t> をタップします。</a:t>
            </a:r>
          </a:p>
          <a:p>
            <a:pPr>
              <a:spcBef>
                <a:spcPts val="506"/>
              </a:spcBef>
              <a:spcAft>
                <a:spcPts val="506"/>
              </a:spcAft>
              <a:buFont typeface="+mj-lt"/>
              <a:buAutoNum type="arabicPeriod"/>
            </a:pPr>
            <a:r>
              <a:rPr lang="ja-JP" altLang="ja-JP" sz="450" dirty="0">
                <a:latin typeface="メイリオ" panose="020B0604030504040204" pitchFamily="50" charset="-128"/>
                <a:ea typeface="メイリオ" panose="020B0604030504040204" pitchFamily="50" charset="-128"/>
              </a:rPr>
              <a:t>メニューの中にある </a:t>
            </a:r>
            <a:r>
              <a:rPr lang="ja-JP" altLang="ja-JP" sz="450" b="1" dirty="0">
                <a:latin typeface="メイリオ" panose="020B0604030504040204" pitchFamily="50" charset="-128"/>
                <a:ea typeface="メイリオ" panose="020B0604030504040204" pitchFamily="50" charset="-128"/>
              </a:rPr>
              <a:t>「アプリをインストール」</a:t>
            </a:r>
            <a:r>
              <a:rPr lang="ja-JP" altLang="ja-JP" sz="450" dirty="0">
                <a:latin typeface="メイリオ" panose="020B0604030504040204" pitchFamily="50" charset="-128"/>
                <a:ea typeface="メイリオ" panose="020B0604030504040204" pitchFamily="50" charset="-128"/>
              </a:rPr>
              <a:t> または </a:t>
            </a:r>
            <a:r>
              <a:rPr lang="ja-JP" altLang="ja-JP" sz="450" b="1" dirty="0">
                <a:latin typeface="メイリオ" panose="020B0604030504040204" pitchFamily="50" charset="-128"/>
                <a:ea typeface="メイリオ" panose="020B0604030504040204" pitchFamily="50" charset="-128"/>
              </a:rPr>
              <a:t>「ホーム画面に追加」</a:t>
            </a:r>
            <a:r>
              <a:rPr lang="ja-JP" altLang="ja-JP" sz="450" dirty="0">
                <a:latin typeface="メイリオ" panose="020B0604030504040204" pitchFamily="50" charset="-128"/>
                <a:ea typeface="メイリオ" panose="020B0604030504040204" pitchFamily="50" charset="-128"/>
              </a:rPr>
              <a:t> を選択します。</a:t>
            </a:r>
          </a:p>
          <a:p>
            <a:pPr>
              <a:spcBef>
                <a:spcPts val="506"/>
              </a:spcBef>
              <a:spcAft>
                <a:spcPts val="506"/>
              </a:spcAft>
              <a:buFont typeface="+mj-lt"/>
              <a:buAutoNum type="arabicPeriod"/>
            </a:pPr>
            <a:r>
              <a:rPr lang="ja-JP" altLang="ja-JP" sz="450" dirty="0">
                <a:latin typeface="メイリオ" panose="020B0604030504040204" pitchFamily="50" charset="-128"/>
                <a:ea typeface="メイリオ" panose="020B0604030504040204" pitchFamily="50" charset="-128"/>
              </a:rPr>
              <a:t>確認画面で </a:t>
            </a:r>
            <a:r>
              <a:rPr lang="ja-JP" altLang="ja-JP" sz="450" b="1" dirty="0">
                <a:latin typeface="メイリオ" panose="020B0604030504040204" pitchFamily="50" charset="-128"/>
                <a:ea typeface="メイリオ" panose="020B0604030504040204" pitchFamily="50" charset="-128"/>
              </a:rPr>
              <a:t>「インストール」</a:t>
            </a:r>
            <a:r>
              <a:rPr lang="ja-JP" altLang="ja-JP" sz="450" dirty="0">
                <a:latin typeface="メイリオ" panose="020B0604030504040204" pitchFamily="50" charset="-128"/>
                <a:ea typeface="メイリオ" panose="020B0604030504040204" pitchFamily="50" charset="-128"/>
              </a:rPr>
              <a:t> をタップします。</a:t>
            </a:r>
          </a:p>
          <a:p>
            <a:pPr>
              <a:spcBef>
                <a:spcPts val="506"/>
              </a:spcBef>
              <a:spcAft>
                <a:spcPts val="675"/>
              </a:spcAft>
            </a:pPr>
            <a:r>
              <a:rPr lang="ja-JP" altLang="ja-JP" sz="450" dirty="0">
                <a:latin typeface="メイリオ" panose="020B0604030504040204" pitchFamily="50" charset="-128"/>
                <a:ea typeface="メイリオ" panose="020B0604030504040204" pitchFamily="50" charset="-128"/>
              </a:rPr>
              <a:t>インストールが完了すると、アプリ一覧やホーム画面にアイコンが追加され、単体のアプリとして起動できるようになります。</a:t>
            </a:r>
          </a:p>
        </p:txBody>
      </p:sp>
      <p:sp>
        <p:nvSpPr>
          <p:cNvPr id="22" name="TextBox 21">
            <a:extLst>
              <a:ext uri="{FF2B5EF4-FFF2-40B4-BE49-F238E27FC236}">
                <a16:creationId xmlns:a16="http://schemas.microsoft.com/office/drawing/2014/main" id="{083B5F1D-000A-C7CB-41BD-FA0E8FF7D0BE}"/>
              </a:ext>
            </a:extLst>
          </p:cNvPr>
          <p:cNvSpPr txBox="1"/>
          <p:nvPr/>
        </p:nvSpPr>
        <p:spPr>
          <a:xfrm>
            <a:off x="226999" y="4125271"/>
            <a:ext cx="809210" cy="213648"/>
          </a:xfrm>
          <a:prstGeom prst="rect">
            <a:avLst/>
          </a:prstGeom>
          <a:noFill/>
        </p:spPr>
        <p:txBody>
          <a:bodyPr wrap="square" rtlCol="0">
            <a:spAutoFit/>
          </a:bodyPr>
          <a:lstStyle/>
          <a:p>
            <a:r>
              <a:rPr lang="en-US" altLang="ja-JP" sz="394" dirty="0">
                <a:latin typeface="メイリオ" panose="020B0604030504040204" pitchFamily="50" charset="-128"/>
                <a:ea typeface="メイリオ" panose="020B0604030504040204" pitchFamily="50" charset="-128"/>
              </a:rPr>
              <a:t>QR</a:t>
            </a:r>
            <a:r>
              <a:rPr lang="ja-JP" altLang="en-US" sz="394" dirty="0">
                <a:latin typeface="メイリオ" panose="020B0604030504040204" pitchFamily="50" charset="-128"/>
                <a:ea typeface="メイリオ" panose="020B0604030504040204" pitchFamily="50" charset="-128"/>
              </a:rPr>
              <a:t>コードを読んでください。ブラウザが開きます。</a:t>
            </a:r>
          </a:p>
        </p:txBody>
      </p:sp>
      <p:sp>
        <p:nvSpPr>
          <p:cNvPr id="23" name="TextBox 22">
            <a:extLst>
              <a:ext uri="{FF2B5EF4-FFF2-40B4-BE49-F238E27FC236}">
                <a16:creationId xmlns:a16="http://schemas.microsoft.com/office/drawing/2014/main" id="{749915FF-FAC0-17D9-2E02-48BDFE7800BF}"/>
              </a:ext>
            </a:extLst>
          </p:cNvPr>
          <p:cNvSpPr txBox="1"/>
          <p:nvPr/>
        </p:nvSpPr>
        <p:spPr>
          <a:xfrm>
            <a:off x="3647212" y="3335927"/>
            <a:ext cx="766818" cy="213585"/>
          </a:xfrm>
          <a:prstGeom prst="rect">
            <a:avLst/>
          </a:prstGeom>
          <a:noFill/>
        </p:spPr>
        <p:txBody>
          <a:bodyPr wrap="square" rtlCol="0">
            <a:spAutoFit/>
          </a:bodyPr>
          <a:lstStyle/>
          <a:p>
            <a:r>
              <a:rPr lang="ja-JP" altLang="en-US" sz="788" b="1" dirty="0">
                <a:latin typeface="メイリオ" panose="020B0604030504040204" pitchFamily="50" charset="-128"/>
                <a:ea typeface="メイリオ" panose="020B0604030504040204" pitchFamily="50" charset="-128"/>
              </a:rPr>
              <a:t>使い方</a:t>
            </a:r>
          </a:p>
        </p:txBody>
      </p:sp>
      <p:pic>
        <p:nvPicPr>
          <p:cNvPr id="27" name="Picture 26">
            <a:extLst>
              <a:ext uri="{FF2B5EF4-FFF2-40B4-BE49-F238E27FC236}">
                <a16:creationId xmlns:a16="http://schemas.microsoft.com/office/drawing/2014/main" id="{C33740A2-746C-BAFA-590D-893A50B06EEF}"/>
              </a:ext>
            </a:extLst>
          </p:cNvPr>
          <p:cNvPicPr>
            <a:picLocks noChangeAspect="1"/>
          </p:cNvPicPr>
          <p:nvPr/>
        </p:nvPicPr>
        <p:blipFill>
          <a:blip r:embed="rId6"/>
          <a:stretch>
            <a:fillRect/>
          </a:stretch>
        </p:blipFill>
        <p:spPr>
          <a:xfrm>
            <a:off x="3783428" y="3509051"/>
            <a:ext cx="1030930" cy="1001871"/>
          </a:xfrm>
          <a:prstGeom prst="roundRect">
            <a:avLst>
              <a:gd name="adj" fmla="val 3183"/>
            </a:avLst>
          </a:prstGeom>
          <a:ln>
            <a:solidFill>
              <a:schemeClr val="bg1">
                <a:lumMod val="95000"/>
              </a:schemeClr>
            </a:solidFill>
          </a:ln>
          <a:effectLst>
            <a:outerShdw blurRad="50800" dist="38100" dir="2700000" algn="tl" rotWithShape="0">
              <a:prstClr val="black">
                <a:alpha val="40000"/>
              </a:prstClr>
            </a:outerShdw>
          </a:effectLst>
        </p:spPr>
      </p:pic>
      <p:sp>
        <p:nvSpPr>
          <p:cNvPr id="28" name="TextBox 27">
            <a:extLst>
              <a:ext uri="{FF2B5EF4-FFF2-40B4-BE49-F238E27FC236}">
                <a16:creationId xmlns:a16="http://schemas.microsoft.com/office/drawing/2014/main" id="{221EB849-DD82-B65C-EF60-90F2F59C0624}"/>
              </a:ext>
            </a:extLst>
          </p:cNvPr>
          <p:cNvSpPr txBox="1"/>
          <p:nvPr/>
        </p:nvSpPr>
        <p:spPr>
          <a:xfrm>
            <a:off x="4970028" y="3923425"/>
            <a:ext cx="960919" cy="152991"/>
          </a:xfrm>
          <a:prstGeom prst="rect">
            <a:avLst/>
          </a:prstGeom>
          <a:noFill/>
        </p:spPr>
        <p:txBody>
          <a:bodyPr wrap="square" rtlCol="0">
            <a:spAutoFit/>
          </a:bodyPr>
          <a:lstStyle/>
          <a:p>
            <a:r>
              <a:rPr lang="ja-JP" altLang="en-US" sz="394" dirty="0">
                <a:latin typeface="メイリオ" panose="020B0604030504040204" pitchFamily="50" charset="-128"/>
                <a:ea typeface="メイリオ" panose="020B0604030504040204" pitchFamily="50" charset="-128"/>
              </a:rPr>
              <a:t>名前とバットを登録します。</a:t>
            </a:r>
          </a:p>
        </p:txBody>
      </p:sp>
      <p:sp>
        <p:nvSpPr>
          <p:cNvPr id="31" name="TextBox 30">
            <a:extLst>
              <a:ext uri="{FF2B5EF4-FFF2-40B4-BE49-F238E27FC236}">
                <a16:creationId xmlns:a16="http://schemas.microsoft.com/office/drawing/2014/main" id="{F3F67FAB-BB76-58B6-A5D5-95A8F25C8089}"/>
              </a:ext>
            </a:extLst>
          </p:cNvPr>
          <p:cNvSpPr txBox="1"/>
          <p:nvPr/>
        </p:nvSpPr>
        <p:spPr>
          <a:xfrm>
            <a:off x="4970028" y="4749032"/>
            <a:ext cx="1656452" cy="456279"/>
          </a:xfrm>
          <a:prstGeom prst="rect">
            <a:avLst/>
          </a:prstGeom>
          <a:noFill/>
        </p:spPr>
        <p:txBody>
          <a:bodyPr wrap="square" rtlCol="0">
            <a:spAutoFit/>
          </a:bodyPr>
          <a:lstStyle/>
          <a:p>
            <a:r>
              <a:rPr lang="ja-JP" altLang="en-US" sz="394" dirty="0">
                <a:latin typeface="メイリオ" panose="020B0604030504040204" pitchFamily="50" charset="-128"/>
                <a:ea typeface="メイリオ" panose="020B0604030504040204" pitchFamily="50" charset="-128"/>
              </a:rPr>
              <a:t>メニューから「バッジ」へ進みます。</a:t>
            </a:r>
            <a:br>
              <a:rPr lang="en-US" altLang="ja-JP" sz="394" dirty="0">
                <a:latin typeface="メイリオ" panose="020B0604030504040204" pitchFamily="50" charset="-128"/>
                <a:ea typeface="メイリオ" panose="020B0604030504040204" pitchFamily="50" charset="-128"/>
              </a:rPr>
            </a:b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目標とごほうびを決めてあげてください。</a:t>
            </a:r>
            <a:br>
              <a:rPr lang="en-US" altLang="ja-JP" sz="394" dirty="0">
                <a:latin typeface="メイリオ" panose="020B0604030504040204" pitchFamily="50" charset="-128"/>
                <a:ea typeface="メイリオ" panose="020B0604030504040204" pitchFamily="50" charset="-128"/>
              </a:rPr>
            </a:br>
            <a:r>
              <a:rPr lang="en-US" altLang="ja-JP" sz="394" dirty="0">
                <a:latin typeface="メイリオ" panose="020B0604030504040204" pitchFamily="50" charset="-128"/>
                <a:ea typeface="メイリオ" panose="020B0604030504040204" pitchFamily="50" charset="-128"/>
              </a:rPr>
              <a:t>※</a:t>
            </a:r>
            <a:r>
              <a:rPr lang="ja-JP" altLang="en-US" sz="394" dirty="0">
                <a:latin typeface="メイリオ" panose="020B0604030504040204" pitchFamily="50" charset="-128"/>
                <a:ea typeface="メイリオ" panose="020B0604030504040204" pitchFamily="50" charset="-128"/>
              </a:rPr>
              <a:t> 最初は目標</a:t>
            </a:r>
            <a:r>
              <a:rPr lang="en-US" altLang="ja-JP" sz="394" dirty="0">
                <a:latin typeface="メイリオ" panose="020B0604030504040204" pitchFamily="50" charset="-128"/>
                <a:ea typeface="メイリオ" panose="020B0604030504040204" pitchFamily="50" charset="-128"/>
              </a:rPr>
              <a:t>100</a:t>
            </a:r>
            <a:r>
              <a:rPr lang="ja-JP" altLang="en-US" sz="394" dirty="0">
                <a:latin typeface="メイリオ" panose="020B0604030504040204" pitchFamily="50" charset="-128"/>
                <a:ea typeface="メイリオ" panose="020B0604030504040204" pitchFamily="50" charset="-128"/>
              </a:rPr>
              <a:t>ポイントくらいが良いと思います。</a:t>
            </a:r>
            <a:endParaRPr lang="en-US" altLang="ja-JP" sz="394" dirty="0">
              <a:latin typeface="メイリオ" panose="020B0604030504040204" pitchFamily="50" charset="-128"/>
              <a:ea typeface="メイリオ" panose="020B0604030504040204" pitchFamily="50" charset="-128"/>
            </a:endParaRPr>
          </a:p>
          <a:p>
            <a:br>
              <a:rPr lang="en-US" altLang="ja-JP" sz="394" dirty="0">
                <a:latin typeface="メイリオ" panose="020B0604030504040204" pitchFamily="50" charset="-128"/>
                <a:ea typeface="メイリオ" panose="020B0604030504040204" pitchFamily="50" charset="-128"/>
              </a:rPr>
            </a:br>
            <a:endParaRPr lang="ja-JP" altLang="en-US" sz="394" dirty="0">
              <a:latin typeface="メイリオ" panose="020B0604030504040204" pitchFamily="50" charset="-128"/>
              <a:ea typeface="メイリオ" panose="020B0604030504040204" pitchFamily="50" charset="-128"/>
            </a:endParaRPr>
          </a:p>
        </p:txBody>
      </p:sp>
      <p:pic>
        <p:nvPicPr>
          <p:cNvPr id="38" name="Picture 37">
            <a:extLst>
              <a:ext uri="{FF2B5EF4-FFF2-40B4-BE49-F238E27FC236}">
                <a16:creationId xmlns:a16="http://schemas.microsoft.com/office/drawing/2014/main" id="{3AEEB6BB-EF4C-68E0-4123-498C07177778}"/>
              </a:ext>
            </a:extLst>
          </p:cNvPr>
          <p:cNvPicPr>
            <a:picLocks noChangeAspect="1"/>
          </p:cNvPicPr>
          <p:nvPr/>
        </p:nvPicPr>
        <p:blipFill>
          <a:blip r:embed="rId7"/>
          <a:stretch>
            <a:fillRect/>
          </a:stretch>
        </p:blipFill>
        <p:spPr>
          <a:xfrm>
            <a:off x="3783427" y="5435971"/>
            <a:ext cx="1077536" cy="461801"/>
          </a:xfrm>
          <a:prstGeom prst="roundRect">
            <a:avLst>
              <a:gd name="adj" fmla="val 5651"/>
            </a:avLst>
          </a:prstGeom>
          <a:ln>
            <a:solidFill>
              <a:schemeClr val="bg1">
                <a:lumMod val="95000"/>
              </a:schemeClr>
            </a:solidFill>
          </a:ln>
          <a:effectLst>
            <a:outerShdw blurRad="50800" dist="38100" dir="2700000" algn="tl" rotWithShape="0">
              <a:prstClr val="black">
                <a:alpha val="40000"/>
              </a:prstClr>
            </a:outerShdw>
          </a:effectLst>
        </p:spPr>
      </p:pic>
      <p:sp>
        <p:nvSpPr>
          <p:cNvPr id="39" name="TextBox 38">
            <a:extLst>
              <a:ext uri="{FF2B5EF4-FFF2-40B4-BE49-F238E27FC236}">
                <a16:creationId xmlns:a16="http://schemas.microsoft.com/office/drawing/2014/main" id="{A299B995-1163-6B9B-B204-21D4A09B44D7}"/>
              </a:ext>
            </a:extLst>
          </p:cNvPr>
          <p:cNvSpPr txBox="1"/>
          <p:nvPr/>
        </p:nvSpPr>
        <p:spPr>
          <a:xfrm>
            <a:off x="4970028" y="5519716"/>
            <a:ext cx="1656452" cy="334963"/>
          </a:xfrm>
          <a:prstGeom prst="rect">
            <a:avLst/>
          </a:prstGeom>
          <a:noFill/>
        </p:spPr>
        <p:txBody>
          <a:bodyPr wrap="square" rtlCol="0">
            <a:spAutoFit/>
          </a:bodyPr>
          <a:lstStyle/>
          <a:p>
            <a:r>
              <a:rPr lang="ja-JP" altLang="en-US" sz="394" dirty="0">
                <a:latin typeface="メイリオ" panose="020B0604030504040204" pitchFamily="50" charset="-128"/>
                <a:ea typeface="メイリオ" panose="020B0604030504040204" pitchFamily="50" charset="-128"/>
              </a:rPr>
              <a:t>練習が終わったら</a:t>
            </a:r>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　本体を</a:t>
            </a:r>
            <a:r>
              <a:rPr lang="en-US" altLang="ja-JP" sz="394" dirty="0">
                <a:latin typeface="メイリオ" panose="020B0604030504040204" pitchFamily="50" charset="-128"/>
                <a:ea typeface="メイリオ" panose="020B0604030504040204" pitchFamily="50" charset="-128"/>
              </a:rPr>
              <a:t>1</a:t>
            </a:r>
            <a:r>
              <a:rPr lang="ja-JP" altLang="en-US" sz="394" dirty="0">
                <a:latin typeface="メイリオ" panose="020B0604030504040204" pitchFamily="50" charset="-128"/>
                <a:ea typeface="メイリオ" panose="020B0604030504040204" pitchFamily="50" charset="-128"/>
              </a:rPr>
              <a:t>回タップして表示される数字を「回数」</a:t>
            </a:r>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　</a:t>
            </a:r>
            <a:r>
              <a:rPr lang="en-US" altLang="ja-JP" sz="394" dirty="0">
                <a:latin typeface="メイリオ" panose="020B0604030504040204" pitchFamily="50" charset="-128"/>
                <a:ea typeface="メイリオ" panose="020B0604030504040204" pitchFamily="50" charset="-128"/>
              </a:rPr>
              <a:t>2</a:t>
            </a:r>
            <a:r>
              <a:rPr lang="ja-JP" altLang="en-US" sz="394" dirty="0">
                <a:latin typeface="メイリオ" panose="020B0604030504040204" pitchFamily="50" charset="-128"/>
                <a:ea typeface="メイリオ" panose="020B0604030504040204" pitchFamily="50" charset="-128"/>
              </a:rPr>
              <a:t>回タップして表示される</a:t>
            </a:r>
            <a:r>
              <a:rPr lang="en-US" altLang="ja-JP" sz="394" dirty="0">
                <a:latin typeface="メイリオ" panose="020B0604030504040204" pitchFamily="50" charset="-128"/>
                <a:ea typeface="メイリオ" panose="020B0604030504040204" pitchFamily="50" charset="-128"/>
              </a:rPr>
              <a:t>2</a:t>
            </a:r>
            <a:r>
              <a:rPr lang="ja-JP" altLang="en-US" sz="394" dirty="0">
                <a:latin typeface="メイリオ" panose="020B0604030504040204" pitchFamily="50" charset="-128"/>
                <a:ea typeface="メイリオ" panose="020B0604030504040204" pitchFamily="50" charset="-128"/>
              </a:rPr>
              <a:t>つの数字を「平均」「ベスト」</a:t>
            </a: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に入力して</a:t>
            </a:r>
            <a:r>
              <a:rPr lang="en-US" altLang="ja-JP" sz="394" dirty="0">
                <a:latin typeface="メイリオ" panose="020B0604030504040204" pitchFamily="50" charset="-128"/>
                <a:ea typeface="メイリオ" panose="020B0604030504040204" pitchFamily="50" charset="-128"/>
              </a:rPr>
              <a:t>OK</a:t>
            </a:r>
            <a:r>
              <a:rPr lang="ja-JP" altLang="en-US" sz="394" dirty="0">
                <a:latin typeface="メイリオ" panose="020B0604030504040204" pitchFamily="50" charset="-128"/>
                <a:ea typeface="メイリオ" panose="020B0604030504040204" pitchFamily="50" charset="-128"/>
              </a:rPr>
              <a:t>を押すと記録されます。</a:t>
            </a:r>
          </a:p>
        </p:txBody>
      </p:sp>
      <p:pic>
        <p:nvPicPr>
          <p:cNvPr id="41" name="Picture 40">
            <a:extLst>
              <a:ext uri="{FF2B5EF4-FFF2-40B4-BE49-F238E27FC236}">
                <a16:creationId xmlns:a16="http://schemas.microsoft.com/office/drawing/2014/main" id="{FA0BB3A4-2FEF-3B72-94B0-7466C59EF90D}"/>
              </a:ext>
            </a:extLst>
          </p:cNvPr>
          <p:cNvPicPr>
            <a:picLocks noChangeAspect="1"/>
          </p:cNvPicPr>
          <p:nvPr/>
        </p:nvPicPr>
        <p:blipFill>
          <a:blip r:embed="rId8"/>
          <a:stretch>
            <a:fillRect/>
          </a:stretch>
        </p:blipFill>
        <p:spPr>
          <a:xfrm>
            <a:off x="3783427" y="4658727"/>
            <a:ext cx="1031245" cy="631621"/>
          </a:xfrm>
          <a:prstGeom prst="rect">
            <a:avLst/>
          </a:prstGeom>
          <a:effectLst>
            <a:outerShdw blurRad="50800" dist="38100" dir="2700000" algn="tl" rotWithShape="0">
              <a:prstClr val="black">
                <a:alpha val="40000"/>
              </a:prstClr>
            </a:outerShdw>
          </a:effectLst>
        </p:spPr>
      </p:pic>
      <p:pic>
        <p:nvPicPr>
          <p:cNvPr id="43" name="Picture 42">
            <a:extLst>
              <a:ext uri="{FF2B5EF4-FFF2-40B4-BE49-F238E27FC236}">
                <a16:creationId xmlns:a16="http://schemas.microsoft.com/office/drawing/2014/main" id="{363D9640-608F-CD46-B73E-9A06A92CAF12}"/>
              </a:ext>
            </a:extLst>
          </p:cNvPr>
          <p:cNvPicPr>
            <a:picLocks noChangeAspect="1"/>
          </p:cNvPicPr>
          <p:nvPr/>
        </p:nvPicPr>
        <p:blipFill>
          <a:blip r:embed="rId9"/>
          <a:stretch>
            <a:fillRect/>
          </a:stretch>
        </p:blipFill>
        <p:spPr>
          <a:xfrm>
            <a:off x="3783427" y="6043397"/>
            <a:ext cx="1077536" cy="543113"/>
          </a:xfrm>
          <a:prstGeom prst="roundRect">
            <a:avLst>
              <a:gd name="adj" fmla="val 8633"/>
            </a:avLst>
          </a:prstGeom>
          <a:effectLst>
            <a:outerShdw blurRad="50800" dist="38100" dir="2700000" algn="tl" rotWithShape="0">
              <a:prstClr val="black">
                <a:alpha val="40000"/>
              </a:prstClr>
            </a:outerShdw>
          </a:effectLst>
        </p:spPr>
      </p:pic>
      <p:sp>
        <p:nvSpPr>
          <p:cNvPr id="45" name="TextBox 44">
            <a:extLst>
              <a:ext uri="{FF2B5EF4-FFF2-40B4-BE49-F238E27FC236}">
                <a16:creationId xmlns:a16="http://schemas.microsoft.com/office/drawing/2014/main" id="{2FD3541E-BF2F-4875-F1B2-9683F78EDFB9}"/>
              </a:ext>
            </a:extLst>
          </p:cNvPr>
          <p:cNvSpPr txBox="1"/>
          <p:nvPr/>
        </p:nvSpPr>
        <p:spPr>
          <a:xfrm>
            <a:off x="4970028" y="6135167"/>
            <a:ext cx="1448967" cy="594458"/>
          </a:xfrm>
          <a:prstGeom prst="rect">
            <a:avLst/>
          </a:prstGeom>
          <a:noFill/>
        </p:spPr>
        <p:txBody>
          <a:bodyPr wrap="square">
            <a:spAutoFit/>
          </a:bodyPr>
          <a:lstStyle/>
          <a:p>
            <a:endParaRPr lang="en-US" altLang="ja-JP" sz="450" dirty="0">
              <a:latin typeface="メイリオ" panose="020B0604030504040204" pitchFamily="50" charset="-128"/>
              <a:ea typeface="メイリオ" panose="020B0604030504040204" pitchFamily="50" charset="-128"/>
            </a:endParaRPr>
          </a:p>
          <a:p>
            <a:r>
              <a:rPr lang="ja-JP" altLang="en-US" sz="450" dirty="0">
                <a:latin typeface="メイリオ" panose="020B0604030504040204" pitchFamily="50" charset="-128"/>
                <a:ea typeface="メイリオ" panose="020B0604030504040204" pitchFamily="50" charset="-128"/>
              </a:rPr>
              <a:t>毎日バットを振ることでポイントが貯まります。</a:t>
            </a:r>
            <a:br>
              <a:rPr lang="en-US" altLang="ja-JP" sz="450" dirty="0">
                <a:latin typeface="メイリオ" panose="020B0604030504040204" pitchFamily="50" charset="-128"/>
                <a:ea typeface="メイリオ" panose="020B0604030504040204" pitchFamily="50" charset="-128"/>
              </a:rPr>
            </a:br>
            <a:r>
              <a:rPr lang="ja-JP" altLang="en-US" sz="450" b="1" dirty="0">
                <a:solidFill>
                  <a:srgbClr val="FF0000"/>
                </a:solidFill>
                <a:latin typeface="メイリオ" panose="020B0604030504040204" pitchFamily="50" charset="-128"/>
                <a:ea typeface="メイリオ" panose="020B0604030504040204" pitchFamily="50" charset="-128"/>
              </a:rPr>
              <a:t>目標をクリアしたら約束のごほうびをプレゼントしてあげてください。</a:t>
            </a:r>
            <a:endParaRPr lang="en-US" altLang="ja-JP" sz="450" b="1" dirty="0">
              <a:solidFill>
                <a:srgbClr val="FF0000"/>
              </a:solidFill>
              <a:latin typeface="メイリオ" panose="020B0604030504040204" pitchFamily="50" charset="-128"/>
              <a:ea typeface="メイリオ" panose="020B0604030504040204" pitchFamily="50" charset="-128"/>
            </a:endParaRPr>
          </a:p>
          <a:p>
            <a:br>
              <a:rPr lang="en-US" altLang="ja-JP" sz="450" dirty="0">
                <a:latin typeface="メイリオ" panose="020B0604030504040204" pitchFamily="50" charset="-128"/>
                <a:ea typeface="メイリオ" panose="020B0604030504040204" pitchFamily="50" charset="-128"/>
              </a:rPr>
            </a:br>
            <a:endParaRPr lang="ja-JP" altLang="en-US" sz="1013" dirty="0"/>
          </a:p>
        </p:txBody>
      </p:sp>
    </p:spTree>
    <p:extLst>
      <p:ext uri="{BB962C8B-B14F-4D97-AF65-F5344CB8AC3E}">
        <p14:creationId xmlns:p14="http://schemas.microsoft.com/office/powerpoint/2010/main" val="32246844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4BDDF-CEA5-F4C5-9763-354A6AD231F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B40FB53-78C7-06D8-02D9-1C6FEAB93F73}"/>
              </a:ext>
            </a:extLst>
          </p:cNvPr>
          <p:cNvPicPr>
            <a:picLocks noChangeAspect="1"/>
          </p:cNvPicPr>
          <p:nvPr/>
        </p:nvPicPr>
        <p:blipFill>
          <a:blip r:embed="rId2"/>
          <a:stretch/>
        </p:blipFill>
        <p:spPr>
          <a:xfrm>
            <a:off x="374673" y="532293"/>
            <a:ext cx="1421857" cy="1895809"/>
          </a:xfrm>
          <a:prstGeom prst="rect">
            <a:avLst/>
          </a:prstGeom>
          <a:effectLst>
            <a:outerShdw blurRad="50800" dist="38100" dir="2700000" algn="tl" rotWithShape="0">
              <a:prstClr val="black">
                <a:alpha val="40000"/>
              </a:prstClr>
            </a:outerShdw>
          </a:effectLst>
        </p:spPr>
      </p:pic>
      <p:sp>
        <p:nvSpPr>
          <p:cNvPr id="4" name="TextBox 3">
            <a:extLst>
              <a:ext uri="{FF2B5EF4-FFF2-40B4-BE49-F238E27FC236}">
                <a16:creationId xmlns:a16="http://schemas.microsoft.com/office/drawing/2014/main" id="{534582BA-C86B-6066-8D0D-C3FD04E19B51}"/>
              </a:ext>
            </a:extLst>
          </p:cNvPr>
          <p:cNvSpPr txBox="1"/>
          <p:nvPr/>
        </p:nvSpPr>
        <p:spPr>
          <a:xfrm>
            <a:off x="1945553" y="1062892"/>
            <a:ext cx="4676714" cy="1223412"/>
          </a:xfrm>
          <a:prstGeom prst="rect">
            <a:avLst/>
          </a:prstGeom>
          <a:noFill/>
        </p:spPr>
        <p:txBody>
          <a:bodyPr wrap="square">
            <a:spAutoFit/>
          </a:bodyPr>
          <a:lstStyle/>
          <a:p>
            <a:pPr>
              <a:lnSpc>
                <a:spcPct val="107000"/>
              </a:lnSpc>
              <a:spcAft>
                <a:spcPts val="800"/>
              </a:spcAft>
              <a:buNone/>
            </a:pP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本体に内蔵されたセンサーでスイング中の</a:t>
            </a:r>
            <a:r>
              <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2</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つの動きを読み取り、</a:t>
            </a:r>
            <a:r>
              <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100</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a:t>
            </a:r>
            <a:r>
              <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999</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点のスコアで採点します。</a:t>
            </a:r>
          </a:p>
          <a:p>
            <a:pPr>
              <a:lnSpc>
                <a:spcPct val="107000"/>
              </a:lnSpc>
              <a:spcAft>
                <a:spcPts val="800"/>
              </a:spcAft>
            </a:pPr>
            <a:r>
              <a:rPr lang="ja-JP" altLang="en-US" sz="1000" b="1" kern="100" dirty="0">
                <a:solidFill>
                  <a:srgbClr val="CC0000"/>
                </a:solidFill>
                <a:effectLst/>
                <a:latin typeface="メイリオ" panose="020B0604030504040204" pitchFamily="50" charset="-128"/>
                <a:ea typeface="メイリオ" panose="020B0604030504040204" pitchFamily="50" charset="-128"/>
                <a:cs typeface="Times New Roman" panose="02020603050405020304" pitchFamily="18" charset="0"/>
              </a:rPr>
              <a:t>● </a:t>
            </a:r>
            <a:r>
              <a:rPr lang="ja-JP" altLang="ja-JP" sz="1000" b="1" kern="100" dirty="0">
                <a:solidFill>
                  <a:srgbClr val="CC0000"/>
                </a:solidFill>
                <a:effectLst/>
                <a:latin typeface="メイリオ" panose="020B0604030504040204" pitchFamily="50" charset="-128"/>
                <a:ea typeface="メイリオ" panose="020B0604030504040204" pitchFamily="50" charset="-128"/>
                <a:cs typeface="Times New Roman" panose="02020603050405020304" pitchFamily="18" charset="0"/>
              </a:rPr>
              <a:t>加速度</a:t>
            </a:r>
            <a:r>
              <a:rPr lang="ja-JP" altLang="en-US" sz="1000" b="1" kern="100" dirty="0">
                <a:solidFill>
                  <a:srgbClr val="CC0000"/>
                </a:solidFill>
                <a:latin typeface="メイリオ" panose="020B0604030504040204" pitchFamily="50" charset="-128"/>
                <a:ea typeface="メイリオ" panose="020B0604030504040204" pitchFamily="50" charset="-128"/>
                <a:cs typeface="Times New Roman" panose="02020603050405020304" pitchFamily="18" charset="0"/>
              </a:rPr>
              <a:t>　　</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どれだけ力強くバットを動かしたか</a:t>
            </a:r>
            <a:endPar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endParaRPr>
          </a:p>
          <a:p>
            <a:pPr>
              <a:lnSpc>
                <a:spcPct val="107000"/>
              </a:lnSpc>
              <a:spcAft>
                <a:spcPts val="800"/>
              </a:spcAft>
            </a:pPr>
            <a:r>
              <a:rPr lang="ja-JP" altLang="en-US" sz="1000" b="1" kern="100" dirty="0">
                <a:solidFill>
                  <a:srgbClr val="0070C0"/>
                </a:solidFill>
                <a:latin typeface="メイリオ" panose="020B0604030504040204" pitchFamily="50" charset="-128"/>
                <a:ea typeface="メイリオ" panose="020B0604030504040204" pitchFamily="50" charset="-128"/>
                <a:cs typeface="Times New Roman" panose="02020603050405020304" pitchFamily="18" charset="0"/>
              </a:rPr>
              <a:t>● </a:t>
            </a:r>
            <a:r>
              <a:rPr lang="ja-JP" altLang="ja-JP" sz="1000" b="1" kern="100" dirty="0">
                <a:solidFill>
                  <a:srgbClr val="0070C0"/>
                </a:solidFill>
                <a:effectLst/>
                <a:latin typeface="メイリオ" panose="020B0604030504040204" pitchFamily="50" charset="-128"/>
                <a:ea typeface="メイリオ" panose="020B0604030504040204" pitchFamily="50" charset="-128"/>
                <a:cs typeface="Times New Roman" panose="02020603050405020304" pitchFamily="18" charset="0"/>
              </a:rPr>
              <a:t>回転速度</a:t>
            </a:r>
            <a:r>
              <a:rPr lang="ja-JP" altLang="en-US" sz="1000" b="1" kern="100" dirty="0">
                <a:solidFill>
                  <a:srgbClr val="0070C0"/>
                </a:solidFill>
                <a:latin typeface="メイリオ" panose="020B0604030504040204" pitchFamily="50" charset="-128"/>
                <a:ea typeface="メイリオ" panose="020B0604030504040204" pitchFamily="50" charset="-128"/>
                <a:cs typeface="Times New Roman" panose="02020603050405020304" pitchFamily="18" charset="0"/>
              </a:rPr>
              <a:t>　</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どれだけ速くバットが回ったか</a:t>
            </a:r>
          </a:p>
          <a:p>
            <a:pPr>
              <a:lnSpc>
                <a:spcPct val="107000"/>
              </a:lnSpc>
              <a:spcAft>
                <a:spcPts val="800"/>
              </a:spcAft>
              <a:buNone/>
            </a:pPr>
            <a:r>
              <a:rPr lang="ja-JP" altLang="ja-JP" sz="1000" b="1" kern="100" dirty="0">
                <a:solidFill>
                  <a:srgbClr val="CC0000"/>
                </a:solidFill>
                <a:effectLst/>
                <a:latin typeface="メイリオ" panose="020B0604030504040204" pitchFamily="50" charset="-128"/>
                <a:ea typeface="メイリオ" panose="020B0604030504040204" pitchFamily="50" charset="-128"/>
                <a:cs typeface="Times New Roman" panose="02020603050405020304" pitchFamily="18" charset="0"/>
              </a:rPr>
              <a:t>強い加速がどれだけ続いたか</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と、</a:t>
            </a:r>
            <a:r>
              <a:rPr lang="ja-JP" altLang="ja-JP" sz="1000" b="1" kern="100" dirty="0">
                <a:solidFill>
                  <a:srgbClr val="0070C0"/>
                </a:solidFill>
                <a:effectLst/>
                <a:latin typeface="メイリオ" panose="020B0604030504040204" pitchFamily="50" charset="-128"/>
                <a:ea typeface="メイリオ" panose="020B0604030504040204" pitchFamily="50" charset="-128"/>
                <a:cs typeface="Times New Roman" panose="02020603050405020304" pitchFamily="18" charset="0"/>
              </a:rPr>
              <a:t>回転速度の高さ</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をもとに計算しています。</a:t>
            </a:r>
          </a:p>
        </p:txBody>
      </p:sp>
      <p:cxnSp>
        <p:nvCxnSpPr>
          <p:cNvPr id="6" name="Straight Connector 5">
            <a:extLst>
              <a:ext uri="{FF2B5EF4-FFF2-40B4-BE49-F238E27FC236}">
                <a16:creationId xmlns:a16="http://schemas.microsoft.com/office/drawing/2014/main" id="{0466AE51-B062-696F-EC5F-CCCF5FAC88C2}"/>
              </a:ext>
            </a:extLst>
          </p:cNvPr>
          <p:cNvCxnSpPr/>
          <p:nvPr/>
        </p:nvCxnSpPr>
        <p:spPr>
          <a:xfrm>
            <a:off x="2011680" y="910921"/>
            <a:ext cx="4537710" cy="0"/>
          </a:xfrm>
          <a:prstGeom prst="line">
            <a:avLst/>
          </a:prstGeom>
          <a:ln>
            <a:solidFill>
              <a:srgbClr val="CC0000"/>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8731977-E861-4D30-60BF-824A36BF3D8F}"/>
              </a:ext>
            </a:extLst>
          </p:cNvPr>
          <p:cNvSpPr txBox="1"/>
          <p:nvPr/>
        </p:nvSpPr>
        <p:spPr>
          <a:xfrm>
            <a:off x="496361" y="2376552"/>
            <a:ext cx="5938066" cy="507768"/>
          </a:xfrm>
          <a:prstGeom prst="rect">
            <a:avLst/>
          </a:prstGeom>
          <a:noFill/>
        </p:spPr>
        <p:txBody>
          <a:bodyPr wrap="square">
            <a:spAutoFit/>
          </a:bodyPr>
          <a:lstStyle/>
          <a:p>
            <a:pPr>
              <a:lnSpc>
                <a:spcPct val="107000"/>
              </a:lnSpc>
              <a:spcAft>
                <a:spcPts val="800"/>
              </a:spcAft>
              <a:buNone/>
            </a:pPr>
            <a:r>
              <a:rPr lang="ja-JP" altLang="ja-JP" sz="1000" b="1" kern="100" dirty="0">
                <a:effectLst/>
                <a:latin typeface="メイリオ" panose="020B0604030504040204" pitchFamily="50" charset="-128"/>
                <a:ea typeface="メイリオ" panose="020B0604030504040204" pitchFamily="50" charset="-128"/>
                <a:cs typeface="Times New Roman" panose="02020603050405020304" pitchFamily="18" charset="0"/>
              </a:rPr>
              <a:t>スコアの目安（参考）</a:t>
            </a:r>
          </a:p>
          <a:p>
            <a:pPr algn="ctr">
              <a:lnSpc>
                <a:spcPct val="107000"/>
              </a:lnSpc>
              <a:spcAft>
                <a:spcPts val="800"/>
              </a:spcAft>
              <a:buNone/>
            </a:pPr>
            <a:r>
              <a:rPr lang="ja-JP" altLang="en-US" sz="900" kern="100" dirty="0">
                <a:effectLst/>
                <a:latin typeface="メイリオ" panose="020B0604030504040204" pitchFamily="50" charset="-128"/>
                <a:ea typeface="メイリオ" panose="020B0604030504040204" pitchFamily="50" charset="-128"/>
                <a:cs typeface="Times New Roman" panose="02020603050405020304" pitchFamily="18" charset="0"/>
              </a:rPr>
              <a:t>● </a:t>
            </a:r>
            <a:r>
              <a:rPr lang="ja-JP"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a:t>
            </a:r>
            <a:r>
              <a:rPr lang="en-US"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400</a:t>
            </a:r>
            <a:r>
              <a:rPr lang="ja-JP"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点</a:t>
            </a:r>
            <a:r>
              <a:rPr lang="ja-JP" altLang="ja-JP" sz="900" kern="100" dirty="0">
                <a:effectLst/>
                <a:latin typeface="メイリオ" panose="020B0604030504040204" pitchFamily="50" charset="-128"/>
                <a:ea typeface="メイリオ" panose="020B0604030504040204" pitchFamily="50" charset="-128"/>
                <a:cs typeface="Times New Roman" panose="02020603050405020304" pitchFamily="18" charset="0"/>
              </a:rPr>
              <a:t>： まだ弱いスイング</a:t>
            </a:r>
            <a:r>
              <a:rPr lang="ja-JP" altLang="en-US" sz="900" kern="100" dirty="0">
                <a:effectLst/>
                <a:latin typeface="メイリオ" panose="020B0604030504040204" pitchFamily="50" charset="-128"/>
                <a:ea typeface="メイリオ" panose="020B0604030504040204" pitchFamily="50" charset="-128"/>
                <a:cs typeface="Times New Roman" panose="02020603050405020304" pitchFamily="18" charset="0"/>
              </a:rPr>
              <a:t>　● </a:t>
            </a:r>
            <a:r>
              <a:rPr lang="en-US"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400</a:t>
            </a:r>
            <a:r>
              <a:rPr lang="ja-JP"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a:t>
            </a:r>
            <a:r>
              <a:rPr lang="en-US"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700</a:t>
            </a:r>
            <a:r>
              <a:rPr lang="ja-JP"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点</a:t>
            </a:r>
            <a:r>
              <a:rPr lang="ja-JP" altLang="ja-JP" sz="900" kern="100" dirty="0">
                <a:effectLst/>
                <a:latin typeface="メイリオ" panose="020B0604030504040204" pitchFamily="50" charset="-128"/>
                <a:ea typeface="メイリオ" panose="020B0604030504040204" pitchFamily="50" charset="-128"/>
                <a:cs typeface="Times New Roman" panose="02020603050405020304" pitchFamily="18" charset="0"/>
              </a:rPr>
              <a:t>： しっかり振れている</a:t>
            </a:r>
            <a:r>
              <a:rPr lang="ja-JP" altLang="en-US" sz="900" kern="100" dirty="0">
                <a:effectLst/>
                <a:latin typeface="メイリオ" panose="020B0604030504040204" pitchFamily="50" charset="-128"/>
                <a:ea typeface="メイリオ" panose="020B0604030504040204" pitchFamily="50" charset="-128"/>
                <a:cs typeface="Times New Roman" panose="02020603050405020304" pitchFamily="18" charset="0"/>
              </a:rPr>
              <a:t>　● </a:t>
            </a:r>
            <a:r>
              <a:rPr lang="en-US"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700</a:t>
            </a:r>
            <a:r>
              <a:rPr lang="ja-JP"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点</a:t>
            </a:r>
            <a:r>
              <a:rPr lang="ja-JP" altLang="en-US" sz="900" b="1" kern="100" dirty="0">
                <a:effectLst/>
                <a:latin typeface="メイリオ" panose="020B0604030504040204" pitchFamily="50" charset="-128"/>
                <a:ea typeface="メイリオ" panose="020B0604030504040204" pitchFamily="50" charset="-128"/>
                <a:cs typeface="Times New Roman" panose="02020603050405020304" pitchFamily="18" charset="0"/>
              </a:rPr>
              <a:t>～</a:t>
            </a:r>
            <a:r>
              <a:rPr lang="ja-JP" altLang="ja-JP" sz="900" kern="100" dirty="0">
                <a:effectLst/>
                <a:latin typeface="メイリオ" panose="020B0604030504040204" pitchFamily="50" charset="-128"/>
                <a:ea typeface="メイリオ" panose="020B0604030504040204" pitchFamily="50" charset="-128"/>
                <a:cs typeface="Times New Roman" panose="02020603050405020304" pitchFamily="18" charset="0"/>
              </a:rPr>
              <a:t>： かなり良いスイング</a:t>
            </a:r>
          </a:p>
        </p:txBody>
      </p:sp>
      <p:grpSp>
        <p:nvGrpSpPr>
          <p:cNvPr id="3" name="Group 2">
            <a:extLst>
              <a:ext uri="{FF2B5EF4-FFF2-40B4-BE49-F238E27FC236}">
                <a16:creationId xmlns:a16="http://schemas.microsoft.com/office/drawing/2014/main" id="{B9B0946E-8A39-6613-F267-9B76FDCE66C6}"/>
              </a:ext>
            </a:extLst>
          </p:cNvPr>
          <p:cNvGrpSpPr/>
          <p:nvPr/>
        </p:nvGrpSpPr>
        <p:grpSpPr>
          <a:xfrm>
            <a:off x="424758" y="2940136"/>
            <a:ext cx="6064533" cy="1470895"/>
            <a:chOff x="262525" y="3045171"/>
            <a:chExt cx="6390233" cy="1549890"/>
          </a:xfrm>
        </p:grpSpPr>
        <p:pic>
          <p:nvPicPr>
            <p:cNvPr id="8" name="Picture 7">
              <a:extLst>
                <a:ext uri="{FF2B5EF4-FFF2-40B4-BE49-F238E27FC236}">
                  <a16:creationId xmlns:a16="http://schemas.microsoft.com/office/drawing/2014/main" id="{E7CF4223-CE31-2F88-4BF0-DCE0D579A227}"/>
                </a:ext>
              </a:extLst>
            </p:cNvPr>
            <p:cNvPicPr>
              <a:picLocks noChangeAspect="1"/>
            </p:cNvPicPr>
            <p:nvPr/>
          </p:nvPicPr>
          <p:blipFill>
            <a:blip r:embed="rId3"/>
            <a:stretch>
              <a:fillRect/>
            </a:stretch>
          </p:blipFill>
          <p:spPr>
            <a:xfrm>
              <a:off x="3509010" y="3048202"/>
              <a:ext cx="3143615" cy="1546859"/>
            </a:xfrm>
            <a:prstGeom prst="roundRect">
              <a:avLst>
                <a:gd name="adj" fmla="val 4352"/>
              </a:avLst>
            </a:prstGeom>
            <a:ln>
              <a:solidFill>
                <a:schemeClr val="tx1">
                  <a:lumMod val="50000"/>
                  <a:lumOff val="50000"/>
                </a:schemeClr>
              </a:solidFill>
            </a:ln>
            <a:effectLst>
              <a:outerShdw blurRad="50800" dist="38100" dir="2700000" algn="tl" rotWithShape="0">
                <a:prstClr val="black">
                  <a:alpha val="40000"/>
                </a:prstClr>
              </a:outerShdw>
            </a:effectLst>
          </p:spPr>
        </p:pic>
        <p:pic>
          <p:nvPicPr>
            <p:cNvPr id="7" name="Picture 6">
              <a:extLst>
                <a:ext uri="{FF2B5EF4-FFF2-40B4-BE49-F238E27FC236}">
                  <a16:creationId xmlns:a16="http://schemas.microsoft.com/office/drawing/2014/main" id="{F6224DFC-12DC-8BC8-13C9-A48AFB0D8667}"/>
                </a:ext>
              </a:extLst>
            </p:cNvPr>
            <p:cNvPicPr>
              <a:picLocks noChangeAspect="1"/>
            </p:cNvPicPr>
            <p:nvPr/>
          </p:nvPicPr>
          <p:blipFill>
            <a:blip r:embed="rId4"/>
            <a:srcRect t="32816" b="11122"/>
            <a:stretch>
              <a:fillRect/>
            </a:stretch>
          </p:blipFill>
          <p:spPr>
            <a:xfrm>
              <a:off x="262525" y="3048202"/>
              <a:ext cx="3143615" cy="1546859"/>
            </a:xfrm>
            <a:prstGeom prst="roundRect">
              <a:avLst>
                <a:gd name="adj" fmla="val 4238"/>
              </a:avLst>
            </a:prstGeom>
            <a:ln>
              <a:solidFill>
                <a:schemeClr val="tx1">
                  <a:lumMod val="50000"/>
                  <a:lumOff val="50000"/>
                </a:schemeClr>
              </a:solidFill>
            </a:ln>
            <a:effectLst>
              <a:outerShdw blurRad="50800" dist="38100" dir="2700000" algn="tl" rotWithShape="0">
                <a:prstClr val="black">
                  <a:alpha val="40000"/>
                </a:prstClr>
              </a:outerShdw>
            </a:effectLst>
          </p:spPr>
        </p:pic>
        <p:sp>
          <p:nvSpPr>
            <p:cNvPr id="12" name="TextBox 11">
              <a:extLst>
                <a:ext uri="{FF2B5EF4-FFF2-40B4-BE49-F238E27FC236}">
                  <a16:creationId xmlns:a16="http://schemas.microsoft.com/office/drawing/2014/main" id="{B322B49E-881B-A4C2-8894-97D96E78FC74}"/>
                </a:ext>
              </a:extLst>
            </p:cNvPr>
            <p:cNvSpPr txBox="1"/>
            <p:nvPr/>
          </p:nvSpPr>
          <p:spPr>
            <a:xfrm flipH="1">
              <a:off x="262525" y="3045171"/>
              <a:ext cx="3143614" cy="236280"/>
            </a:xfrm>
            <a:prstGeom prst="round2SameRect">
              <a:avLst>
                <a:gd name="adj1" fmla="val 26240"/>
                <a:gd name="adj2" fmla="val 0"/>
              </a:avLst>
            </a:prstGeom>
            <a:solidFill>
              <a:srgbClr val="0070C0"/>
            </a:solidFill>
          </p:spPr>
          <p:txBody>
            <a:bodyPr wrap="square" rtlCol="0" anchor="ctr">
              <a:spAutoFit/>
            </a:bodyPr>
            <a:lstStyle/>
            <a:p>
              <a:pPr algn="ctr"/>
              <a:r>
                <a:rPr lang="ja-JP" altLang="en-US" sz="800" b="1" dirty="0">
                  <a:solidFill>
                    <a:schemeClr val="bg1"/>
                  </a:solidFill>
                  <a:latin typeface="メイリオ" panose="020B0604030504040204" pitchFamily="50" charset="-128"/>
                  <a:ea typeface="メイリオ" panose="020B0604030504040204" pitchFamily="50" charset="-128"/>
                </a:rPr>
                <a:t>例）</a:t>
              </a:r>
              <a:r>
                <a:rPr lang="en-US" altLang="ja-JP" sz="800" b="1" dirty="0">
                  <a:solidFill>
                    <a:schemeClr val="bg1"/>
                  </a:solidFill>
                  <a:latin typeface="メイリオ" panose="020B0604030504040204" pitchFamily="50" charset="-128"/>
                  <a:ea typeface="メイリオ" panose="020B0604030504040204" pitchFamily="50" charset="-128"/>
                </a:rPr>
                <a:t>751</a:t>
              </a:r>
              <a:r>
                <a:rPr lang="ja-JP" altLang="en-US" sz="800" b="1" dirty="0">
                  <a:solidFill>
                    <a:schemeClr val="bg1"/>
                  </a:solidFill>
                  <a:latin typeface="メイリオ" panose="020B0604030504040204" pitchFamily="50" charset="-128"/>
                  <a:ea typeface="メイリオ" panose="020B0604030504040204" pitchFamily="50" charset="-128"/>
                </a:rPr>
                <a:t>点のスイング</a:t>
              </a:r>
            </a:p>
          </p:txBody>
        </p:sp>
        <p:sp>
          <p:nvSpPr>
            <p:cNvPr id="13" name="TextBox 12">
              <a:extLst>
                <a:ext uri="{FF2B5EF4-FFF2-40B4-BE49-F238E27FC236}">
                  <a16:creationId xmlns:a16="http://schemas.microsoft.com/office/drawing/2014/main" id="{BC4EB2DC-589F-965A-ABC4-49536131BA2A}"/>
                </a:ext>
              </a:extLst>
            </p:cNvPr>
            <p:cNvSpPr txBox="1"/>
            <p:nvPr/>
          </p:nvSpPr>
          <p:spPr>
            <a:xfrm flipH="1">
              <a:off x="3509144" y="3045171"/>
              <a:ext cx="3143614" cy="236280"/>
            </a:xfrm>
            <a:prstGeom prst="round2SameRect">
              <a:avLst>
                <a:gd name="adj1" fmla="val 25233"/>
                <a:gd name="adj2" fmla="val 0"/>
              </a:avLst>
            </a:prstGeom>
            <a:solidFill>
              <a:srgbClr val="0070C0"/>
            </a:solidFill>
          </p:spPr>
          <p:txBody>
            <a:bodyPr wrap="square" rtlCol="0" anchor="ctr">
              <a:spAutoFit/>
            </a:bodyPr>
            <a:lstStyle/>
            <a:p>
              <a:pPr algn="ctr"/>
              <a:r>
                <a:rPr lang="ja-JP" altLang="en-US" sz="800" b="1" dirty="0">
                  <a:solidFill>
                    <a:schemeClr val="bg1"/>
                  </a:solidFill>
                  <a:latin typeface="メイリオ" panose="020B0604030504040204" pitchFamily="50" charset="-128"/>
                  <a:ea typeface="メイリオ" panose="020B0604030504040204" pitchFamily="50" charset="-128"/>
                </a:rPr>
                <a:t>例）</a:t>
              </a:r>
              <a:r>
                <a:rPr lang="en-US" altLang="ja-JP" sz="800" b="1" dirty="0">
                  <a:solidFill>
                    <a:schemeClr val="bg1"/>
                  </a:solidFill>
                  <a:latin typeface="メイリオ" panose="020B0604030504040204" pitchFamily="50" charset="-128"/>
                  <a:ea typeface="メイリオ" panose="020B0604030504040204" pitchFamily="50" charset="-128"/>
                </a:rPr>
                <a:t>325</a:t>
              </a:r>
              <a:r>
                <a:rPr lang="ja-JP" altLang="en-US" sz="800" b="1" dirty="0">
                  <a:solidFill>
                    <a:schemeClr val="bg1"/>
                  </a:solidFill>
                  <a:latin typeface="メイリオ" panose="020B0604030504040204" pitchFamily="50" charset="-128"/>
                  <a:ea typeface="メイリオ" panose="020B0604030504040204" pitchFamily="50" charset="-128"/>
                </a:rPr>
                <a:t>点のスイング</a:t>
              </a:r>
            </a:p>
          </p:txBody>
        </p:sp>
      </p:grpSp>
      <p:sp>
        <p:nvSpPr>
          <p:cNvPr id="23" name="TextBox 22">
            <a:extLst>
              <a:ext uri="{FF2B5EF4-FFF2-40B4-BE49-F238E27FC236}">
                <a16:creationId xmlns:a16="http://schemas.microsoft.com/office/drawing/2014/main" id="{1AFE46AF-74AC-E57F-DDBB-8DA5228DEE72}"/>
              </a:ext>
            </a:extLst>
          </p:cNvPr>
          <p:cNvSpPr txBox="1"/>
          <p:nvPr/>
        </p:nvSpPr>
        <p:spPr>
          <a:xfrm>
            <a:off x="2011680" y="427364"/>
            <a:ext cx="4537710" cy="523220"/>
          </a:xfrm>
          <a:prstGeom prst="rect">
            <a:avLst/>
          </a:prstGeom>
          <a:noFill/>
        </p:spPr>
        <p:txBody>
          <a:bodyPr wrap="square" rtlCol="0">
            <a:spAutoFit/>
          </a:bodyPr>
          <a:lstStyle/>
          <a:p>
            <a:r>
              <a:rPr kumimoji="1" lang="ja-JP" altLang="en-US" sz="1100" dirty="0">
                <a:latin typeface="メイリオ" panose="020B0604030504040204" pitchFamily="50" charset="-128"/>
                <a:ea typeface="メイリオ" panose="020B0604030504040204" pitchFamily="50" charset="-128"/>
              </a:rPr>
              <a:t>ドリーム専用</a:t>
            </a:r>
            <a:endParaRPr kumimoji="1" lang="en-US" altLang="ja-JP" sz="1100" dirty="0">
              <a:latin typeface="メイリオ" panose="020B0604030504040204" pitchFamily="50" charset="-128"/>
              <a:ea typeface="メイリオ" panose="020B0604030504040204" pitchFamily="50" charset="-128"/>
            </a:endParaRPr>
          </a:p>
          <a:p>
            <a:r>
              <a:rPr kumimoji="1" lang="ja-JP" altLang="en-US" sz="1600" b="1" dirty="0">
                <a:latin typeface="メイリオ" panose="020B0604030504040204" pitchFamily="50" charset="-128"/>
                <a:ea typeface="メイリオ" panose="020B0604030504040204" pitchFamily="50" charset="-128"/>
              </a:rPr>
              <a:t>素振り練習補助装置</a:t>
            </a:r>
          </a:p>
        </p:txBody>
      </p:sp>
      <p:pic>
        <p:nvPicPr>
          <p:cNvPr id="24" name="Picture 23">
            <a:extLst>
              <a:ext uri="{FF2B5EF4-FFF2-40B4-BE49-F238E27FC236}">
                <a16:creationId xmlns:a16="http://schemas.microsoft.com/office/drawing/2014/main" id="{51B30CD6-7409-7B9F-1BE2-6B2693B8C778}"/>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762022" y="6799344"/>
            <a:ext cx="1163043" cy="2517891"/>
          </a:xfrm>
          <a:prstGeom prst="roundRect">
            <a:avLst/>
          </a:prstGeom>
          <a:noFill/>
          <a:ln w="19050">
            <a:solidFill>
              <a:schemeClr val="tx1">
                <a:lumMod val="50000"/>
                <a:lumOff val="50000"/>
              </a:schemeClr>
            </a:solidFill>
          </a:ln>
          <a:effectLst>
            <a:outerShdw blurRad="50800" dist="38100" dir="2700000" algn="tl" rotWithShape="0">
              <a:prstClr val="black">
                <a:alpha val="40000"/>
              </a:prstClr>
            </a:outerShdw>
          </a:effectLst>
        </p:spPr>
      </p:pic>
      <p:pic>
        <p:nvPicPr>
          <p:cNvPr id="25" name="Picture 24">
            <a:extLst>
              <a:ext uri="{FF2B5EF4-FFF2-40B4-BE49-F238E27FC236}">
                <a16:creationId xmlns:a16="http://schemas.microsoft.com/office/drawing/2014/main" id="{B11F28EA-39C3-5844-0B50-CAD68BFD80DA}"/>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048135" y="6795277"/>
            <a:ext cx="1163335" cy="2518597"/>
          </a:xfrm>
          <a:prstGeom prst="roundRect">
            <a:avLst/>
          </a:prstGeom>
          <a:noFill/>
          <a:ln w="19050">
            <a:solidFill>
              <a:schemeClr val="tx1">
                <a:lumMod val="50000"/>
                <a:lumOff val="50000"/>
              </a:schemeClr>
            </a:solidFill>
          </a:ln>
          <a:effectLst>
            <a:outerShdw blurRad="50800" dist="38100" dir="2700000" algn="tl" rotWithShape="0">
              <a:prstClr val="black">
                <a:alpha val="40000"/>
              </a:prstClr>
            </a:outerShdw>
          </a:effectLst>
        </p:spPr>
      </p:pic>
      <p:pic>
        <p:nvPicPr>
          <p:cNvPr id="26" name="Picture 25">
            <a:extLst>
              <a:ext uri="{FF2B5EF4-FFF2-40B4-BE49-F238E27FC236}">
                <a16:creationId xmlns:a16="http://schemas.microsoft.com/office/drawing/2014/main" id="{FFF643C8-1DC3-FE96-E30D-43F0E4668F54}"/>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326122" y="6795277"/>
            <a:ext cx="1163043" cy="2517891"/>
          </a:xfrm>
          <a:prstGeom prst="roundRect">
            <a:avLst/>
          </a:prstGeom>
          <a:noFill/>
          <a:ln w="19050">
            <a:solidFill>
              <a:schemeClr val="tx1">
                <a:lumMod val="50000"/>
                <a:lumOff val="50000"/>
              </a:schemeClr>
            </a:solidFill>
          </a:ln>
          <a:effectLst>
            <a:outerShdw blurRad="50800" dist="38100" dir="2700000" algn="tl" rotWithShape="0">
              <a:prstClr val="black">
                <a:alpha val="40000"/>
              </a:prstClr>
            </a:outerShdw>
          </a:effectLst>
        </p:spPr>
      </p:pic>
      <p:grpSp>
        <p:nvGrpSpPr>
          <p:cNvPr id="9" name="Group 8">
            <a:extLst>
              <a:ext uri="{FF2B5EF4-FFF2-40B4-BE49-F238E27FC236}">
                <a16:creationId xmlns:a16="http://schemas.microsoft.com/office/drawing/2014/main" id="{D66D0AE8-54CA-4447-0592-FD5A44735B1F}"/>
              </a:ext>
            </a:extLst>
          </p:cNvPr>
          <p:cNvGrpSpPr/>
          <p:nvPr/>
        </p:nvGrpSpPr>
        <p:grpSpPr>
          <a:xfrm>
            <a:off x="425985" y="4619787"/>
            <a:ext cx="6063180" cy="1228370"/>
            <a:chOff x="262525" y="8356170"/>
            <a:chExt cx="6390100" cy="1228370"/>
          </a:xfrm>
        </p:grpSpPr>
        <p:grpSp>
          <p:nvGrpSpPr>
            <p:cNvPr id="10" name="Group 9">
              <a:extLst>
                <a:ext uri="{FF2B5EF4-FFF2-40B4-BE49-F238E27FC236}">
                  <a16:creationId xmlns:a16="http://schemas.microsoft.com/office/drawing/2014/main" id="{27F548DF-D8F6-D523-3306-29E3E168FB1C}"/>
                </a:ext>
              </a:extLst>
            </p:cNvPr>
            <p:cNvGrpSpPr/>
            <p:nvPr/>
          </p:nvGrpSpPr>
          <p:grpSpPr>
            <a:xfrm>
              <a:off x="262525" y="8356170"/>
              <a:ext cx="6390100" cy="1104919"/>
              <a:chOff x="262525" y="4932106"/>
              <a:chExt cx="6390100" cy="1451610"/>
            </a:xfrm>
          </p:grpSpPr>
          <p:sp>
            <p:nvSpPr>
              <p:cNvPr id="15" name="Rectangle: Rounded Corners 14">
                <a:extLst>
                  <a:ext uri="{FF2B5EF4-FFF2-40B4-BE49-F238E27FC236}">
                    <a16:creationId xmlns:a16="http://schemas.microsoft.com/office/drawing/2014/main" id="{E41DACA2-26D1-22DB-4734-21B077AD43AE}"/>
                  </a:ext>
                </a:extLst>
              </p:cNvPr>
              <p:cNvSpPr/>
              <p:nvPr/>
            </p:nvSpPr>
            <p:spPr>
              <a:xfrm>
                <a:off x="262525" y="4932106"/>
                <a:ext cx="6390100" cy="1451610"/>
              </a:xfrm>
              <a:prstGeom prst="roundRect">
                <a:avLst/>
              </a:prstGeom>
              <a:noFill/>
              <a:ln w="127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171450" indent="-171450">
                  <a:lnSpc>
                    <a:spcPct val="107000"/>
                  </a:lnSpc>
                  <a:spcAft>
                    <a:spcPts val="800"/>
                  </a:spcAft>
                  <a:buFont typeface="Arial" panose="020B0604020202020204" pitchFamily="34" charset="0"/>
                  <a:buChar char="•"/>
                </a:pPr>
                <a:endParaRPr lang="ja-JP" altLang="ja-JP" sz="900" kern="100" dirty="0">
                  <a:solidFill>
                    <a:schemeClr val="tx1"/>
                  </a:solidFill>
                  <a:latin typeface="游明朝" panose="02020400000000000000" pitchFamily="18" charset="-128"/>
                  <a:ea typeface="游明朝" panose="02020400000000000000" pitchFamily="18" charset="-128"/>
                  <a:cs typeface="Times New Roman" panose="02020603050405020304" pitchFamily="18" charset="0"/>
                </a:endParaRPr>
              </a:p>
            </p:txBody>
          </p:sp>
          <p:sp>
            <p:nvSpPr>
              <p:cNvPr id="16" name="Rectangle: Top Corners Rounded 15">
                <a:extLst>
                  <a:ext uri="{FF2B5EF4-FFF2-40B4-BE49-F238E27FC236}">
                    <a16:creationId xmlns:a16="http://schemas.microsoft.com/office/drawing/2014/main" id="{E22E666E-E320-55FB-4E3E-18F05DA0C860}"/>
                  </a:ext>
                </a:extLst>
              </p:cNvPr>
              <p:cNvSpPr/>
              <p:nvPr/>
            </p:nvSpPr>
            <p:spPr>
              <a:xfrm>
                <a:off x="262525" y="4932106"/>
                <a:ext cx="6390100" cy="413384"/>
              </a:xfrm>
              <a:prstGeom prst="round2SameRect">
                <a:avLst>
                  <a:gd name="adj1" fmla="val 50000"/>
                  <a:gd name="adj2" fmla="val 0"/>
                </a:avLst>
              </a:prstGeom>
              <a:solidFill>
                <a:srgbClr val="CC0000"/>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07000"/>
                  </a:lnSpc>
                  <a:spcAft>
                    <a:spcPts val="800"/>
                  </a:spcAft>
                </a:pPr>
                <a:r>
                  <a:rPr lang="ja-JP" altLang="en-US" sz="1050" b="1" kern="100" dirty="0">
                    <a:solidFill>
                      <a:schemeClr val="bg1"/>
                    </a:solidFill>
                    <a:latin typeface="メイリオ" panose="020B0604030504040204" pitchFamily="50" charset="-128"/>
                    <a:ea typeface="メイリオ" panose="020B0604030504040204" pitchFamily="50" charset="-128"/>
                    <a:cs typeface="Times New Roman" panose="02020603050405020304" pitchFamily="18" charset="0"/>
                  </a:rPr>
                  <a:t>⚠️ 注意</a:t>
                </a:r>
                <a:endParaRPr lang="ja-JP" altLang="ja-JP" sz="1050" b="1" kern="100" dirty="0">
                  <a:solidFill>
                    <a:schemeClr val="bg1"/>
                  </a:solidFill>
                  <a:latin typeface="メイリオ" panose="020B0604030504040204" pitchFamily="50" charset="-128"/>
                  <a:ea typeface="メイリオ" panose="020B0604030504040204" pitchFamily="50" charset="-128"/>
                  <a:cs typeface="Times New Roman" panose="02020603050405020304" pitchFamily="18" charset="0"/>
                </a:endParaRPr>
              </a:p>
            </p:txBody>
          </p:sp>
        </p:grpSp>
        <p:sp>
          <p:nvSpPr>
            <p:cNvPr id="14" name="TextBox 13">
              <a:extLst>
                <a:ext uri="{FF2B5EF4-FFF2-40B4-BE49-F238E27FC236}">
                  <a16:creationId xmlns:a16="http://schemas.microsoft.com/office/drawing/2014/main" id="{DF57D2EF-C45E-2A07-A797-F7EFAB2A11C8}"/>
                </a:ext>
              </a:extLst>
            </p:cNvPr>
            <p:cNvSpPr txBox="1"/>
            <p:nvPr/>
          </p:nvSpPr>
          <p:spPr>
            <a:xfrm>
              <a:off x="262525" y="8737192"/>
              <a:ext cx="6390100" cy="847348"/>
            </a:xfrm>
            <a:prstGeom prst="rect">
              <a:avLst/>
            </a:prstGeom>
            <a:noFill/>
          </p:spPr>
          <p:txBody>
            <a:bodyPr wrap="square">
              <a:spAutoFit/>
            </a:bodyPr>
            <a:lstStyle/>
            <a:p>
              <a:pPr marL="171450" marR="0" lvl="0" indent="-171450" algn="l" defTabSz="457200" rtl="0" eaLnBrk="1" fontAlgn="auto" latinLnBrk="0" hangingPunct="1">
                <a:lnSpc>
                  <a:spcPct val="107000"/>
                </a:lnSpc>
                <a:spcBef>
                  <a:spcPts val="0"/>
                </a:spcBef>
                <a:spcAft>
                  <a:spcPts val="800"/>
                </a:spcAft>
                <a:buClrTx/>
                <a:buSzTx/>
                <a:buFont typeface="Arial" panose="020B0604020202020204" pitchFamily="34" charset="0"/>
                <a:buChar char="•"/>
                <a:tabLst/>
                <a:defRPr/>
              </a:pPr>
              <a:r>
                <a:rPr kumimoji="0" lang="ja-JP" altLang="ja-JP" sz="1000" b="0" i="0" u="none" strike="noStrike" kern="100" cap="none" spc="0" normalizeH="0" baseline="0" noProof="0" dirty="0">
                  <a:ln>
                    <a:noFill/>
                  </a:ln>
                  <a:solidFill>
                    <a:prstClr val="black"/>
                  </a:solidFill>
                  <a:effectLst/>
                  <a:uLnTx/>
                  <a:uFillTx/>
                  <a:latin typeface="游明朝" panose="02020400000000000000" pitchFamily="18" charset="-128"/>
                  <a:ea typeface="メイリオ" panose="020B0604030504040204" pitchFamily="50" charset="-128"/>
                  <a:cs typeface="Times New Roman" panose="02020603050405020304" pitchFamily="18" charset="0"/>
                </a:rPr>
                <a:t>本格的な計測器ではなく、</a:t>
              </a:r>
              <a:r>
                <a:rPr kumimoji="0" lang="ja-JP" altLang="en-US" sz="1000" b="0" i="0" u="none" strike="noStrike" kern="100" cap="none" spc="0" normalizeH="0" baseline="0" noProof="0" dirty="0">
                  <a:ln>
                    <a:noFill/>
                  </a:ln>
                  <a:solidFill>
                    <a:prstClr val="black"/>
                  </a:solidFill>
                  <a:effectLst/>
                  <a:uLnTx/>
                  <a:uFillTx/>
                  <a:latin typeface="游明朝" panose="02020400000000000000" pitchFamily="18" charset="-128"/>
                  <a:ea typeface="メイリオ" panose="020B0604030504040204" pitchFamily="50" charset="-128"/>
                  <a:cs typeface="Times New Roman" panose="02020603050405020304" pitchFamily="18" charset="0"/>
                </a:rPr>
                <a:t>あくまで</a:t>
              </a:r>
              <a:r>
                <a:rPr kumimoji="0" lang="ja-JP" altLang="ja-JP" sz="1000" b="1" i="0" u="none" strike="noStrike" kern="100" cap="none" spc="0" normalizeH="0" baseline="0" noProof="0" dirty="0">
                  <a:ln>
                    <a:noFill/>
                  </a:ln>
                  <a:solidFill>
                    <a:prstClr val="black"/>
                  </a:solidFill>
                  <a:effectLst/>
                  <a:uLnTx/>
                  <a:uFillTx/>
                  <a:latin typeface="游明朝" panose="02020400000000000000" pitchFamily="18" charset="-128"/>
                  <a:ea typeface="メイリオ" panose="020B0604030504040204" pitchFamily="50" charset="-128"/>
                  <a:cs typeface="Times New Roman" panose="02020603050405020304" pitchFamily="18" charset="0"/>
                </a:rPr>
                <a:t>玩具</a:t>
              </a:r>
              <a:r>
                <a:rPr kumimoji="0" lang="ja-JP" altLang="ja-JP" sz="1000" b="0" i="0" u="none" strike="noStrike" kern="100" cap="none" spc="0" normalizeH="0" baseline="0" noProof="0" dirty="0">
                  <a:ln>
                    <a:noFill/>
                  </a:ln>
                  <a:solidFill>
                    <a:prstClr val="black"/>
                  </a:solidFill>
                  <a:effectLst/>
                  <a:uLnTx/>
                  <a:uFillTx/>
                  <a:latin typeface="游明朝" panose="02020400000000000000" pitchFamily="18" charset="-128"/>
                  <a:ea typeface="メイリオ" panose="020B0604030504040204" pitchFamily="50" charset="-128"/>
                  <a:cs typeface="Times New Roman" panose="02020603050405020304" pitchFamily="18" charset="0"/>
                </a:rPr>
                <a:t>です。</a:t>
              </a:r>
              <a:endParaRPr kumimoji="0" lang="en-US" altLang="ja-JP" sz="1000" b="0" i="0" u="none" strike="noStrike" kern="100" cap="none" spc="0" normalizeH="0" baseline="0" noProof="0" dirty="0">
                <a:ln>
                  <a:noFill/>
                </a:ln>
                <a:solidFill>
                  <a:prstClr val="black"/>
                </a:solidFill>
                <a:effectLst/>
                <a:uLnTx/>
                <a:uFillTx/>
                <a:latin typeface="游明朝" panose="02020400000000000000" pitchFamily="18" charset="-128"/>
                <a:ea typeface="游明朝" panose="02020400000000000000" pitchFamily="18" charset="-128"/>
                <a:cs typeface="Times New Roman" panose="02020603050405020304" pitchFamily="18" charset="0"/>
              </a:endParaRPr>
            </a:p>
            <a:p>
              <a:pPr marL="171450" marR="0" lvl="0" indent="-171450" algn="l" defTabSz="457200" rtl="0" eaLnBrk="1" fontAlgn="auto" latinLnBrk="0" hangingPunct="1">
                <a:lnSpc>
                  <a:spcPct val="107000"/>
                </a:lnSpc>
                <a:spcBef>
                  <a:spcPts val="0"/>
                </a:spcBef>
                <a:spcAft>
                  <a:spcPts val="800"/>
                </a:spcAft>
                <a:buClrTx/>
                <a:buSzTx/>
                <a:buFont typeface="Arial" panose="020B0604020202020204" pitchFamily="34" charset="0"/>
                <a:buChar char="•"/>
                <a:tabLst/>
                <a:defRPr/>
              </a:pPr>
              <a:r>
                <a:rPr kumimoji="0" lang="ja-JP" altLang="ja-JP" sz="1000" b="0" i="0" u="none" strike="noStrike" kern="100" cap="none" spc="0" normalizeH="0" baseline="0" noProof="0" dirty="0">
                  <a:ln>
                    <a:noFill/>
                  </a:ln>
                  <a:solidFill>
                    <a:prstClr val="black"/>
                  </a:solidFill>
                  <a:effectLst/>
                  <a:uLnTx/>
                  <a:uFillTx/>
                  <a:latin typeface="游明朝" panose="02020400000000000000" pitchFamily="18" charset="-128"/>
                  <a:ea typeface="メイリオ" panose="020B0604030504040204" pitchFamily="50" charset="-128"/>
                  <a:cs typeface="Times New Roman" panose="02020603050405020304" pitchFamily="18" charset="0"/>
                </a:rPr>
                <a:t>スコアはバットの長さ（重さ）や取り付け位置で大きく変わるので、他人との比較やバットの良し悪しを判断することには向いていません。</a:t>
              </a:r>
              <a:br>
                <a:rPr kumimoji="0" lang="en-US" altLang="ja-JP" sz="1000" b="0" i="0" u="none" strike="noStrike" kern="100" cap="none" spc="0" normalizeH="0" baseline="0" noProof="0" dirty="0">
                  <a:ln>
                    <a:noFill/>
                  </a:ln>
                  <a:solidFill>
                    <a:prstClr val="black"/>
                  </a:solidFill>
                  <a:effectLst/>
                  <a:uLnTx/>
                  <a:uFillTx/>
                  <a:latin typeface="游明朝" panose="02020400000000000000" pitchFamily="18" charset="-128"/>
                  <a:ea typeface="メイリオ" panose="020B0604030504040204" pitchFamily="50" charset="-128"/>
                  <a:cs typeface="Times New Roman" panose="02020603050405020304" pitchFamily="18" charset="0"/>
                </a:rPr>
              </a:br>
              <a:endParaRPr kumimoji="0" lang="ja-JP" altLang="ja-JP" sz="1000" b="0" i="0" u="none" strike="noStrike" kern="100" cap="none" spc="0" normalizeH="0" baseline="0" noProof="0" dirty="0">
                <a:ln>
                  <a:noFill/>
                </a:ln>
                <a:solidFill>
                  <a:prstClr val="black"/>
                </a:solidFill>
                <a:effectLst/>
                <a:uLnTx/>
                <a:uFillTx/>
                <a:latin typeface="游明朝" panose="02020400000000000000" pitchFamily="18" charset="-128"/>
                <a:ea typeface="游明朝" panose="02020400000000000000" pitchFamily="18" charset="-128"/>
                <a:cs typeface="Times New Roman" panose="02020603050405020304" pitchFamily="18" charset="0"/>
              </a:endParaRPr>
            </a:p>
          </p:txBody>
        </p:sp>
      </p:grpSp>
      <p:sp>
        <p:nvSpPr>
          <p:cNvPr id="19" name="Rectangle 18">
            <a:extLst>
              <a:ext uri="{FF2B5EF4-FFF2-40B4-BE49-F238E27FC236}">
                <a16:creationId xmlns:a16="http://schemas.microsoft.com/office/drawing/2014/main" id="{516E2136-402C-B72B-29F4-D95760CEF9F5}"/>
              </a:ext>
            </a:extLst>
          </p:cNvPr>
          <p:cNvSpPr/>
          <p:nvPr/>
        </p:nvSpPr>
        <p:spPr>
          <a:xfrm>
            <a:off x="1871811" y="591286"/>
            <a:ext cx="73742" cy="351370"/>
          </a:xfrm>
          <a:prstGeom prst="rect">
            <a:avLst/>
          </a:prstGeom>
          <a:solidFill>
            <a:srgbClr val="CC0000"/>
          </a:solidFill>
          <a:ln>
            <a:solidFill>
              <a:srgbClr val="CC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1" name="Straight Connector 20">
            <a:extLst>
              <a:ext uri="{FF2B5EF4-FFF2-40B4-BE49-F238E27FC236}">
                <a16:creationId xmlns:a16="http://schemas.microsoft.com/office/drawing/2014/main" id="{AFC06731-88D5-85DD-BB59-946F85E3FD77}"/>
              </a:ext>
            </a:extLst>
          </p:cNvPr>
          <p:cNvCxnSpPr/>
          <p:nvPr/>
        </p:nvCxnSpPr>
        <p:spPr>
          <a:xfrm>
            <a:off x="2011680" y="6444444"/>
            <a:ext cx="4537710" cy="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D3C260E-5D98-F656-A4F5-AB86CB3680E5}"/>
              </a:ext>
            </a:extLst>
          </p:cNvPr>
          <p:cNvSpPr txBox="1"/>
          <p:nvPr/>
        </p:nvSpPr>
        <p:spPr>
          <a:xfrm>
            <a:off x="2011680" y="6111522"/>
            <a:ext cx="4537710" cy="338554"/>
          </a:xfrm>
          <a:prstGeom prst="rect">
            <a:avLst/>
          </a:prstGeom>
          <a:noFill/>
        </p:spPr>
        <p:txBody>
          <a:bodyPr wrap="square" rtlCol="0">
            <a:spAutoFit/>
          </a:bodyPr>
          <a:lstStyle/>
          <a:p>
            <a:r>
              <a:rPr kumimoji="1" lang="ja-JP" altLang="en-US" sz="1600" b="1" dirty="0">
                <a:latin typeface="メイリオ" panose="020B0604030504040204" pitchFamily="50" charset="-128"/>
                <a:ea typeface="メイリオ" panose="020B0604030504040204" pitchFamily="50" charset="-128"/>
              </a:rPr>
              <a:t>専用記録アプリ</a:t>
            </a:r>
          </a:p>
        </p:txBody>
      </p:sp>
      <p:sp>
        <p:nvSpPr>
          <p:cNvPr id="31" name="Rectangle 30">
            <a:extLst>
              <a:ext uri="{FF2B5EF4-FFF2-40B4-BE49-F238E27FC236}">
                <a16:creationId xmlns:a16="http://schemas.microsoft.com/office/drawing/2014/main" id="{28E3216B-DB65-299A-2E57-759444FCBA3A}"/>
              </a:ext>
            </a:extLst>
          </p:cNvPr>
          <p:cNvSpPr/>
          <p:nvPr/>
        </p:nvSpPr>
        <p:spPr>
          <a:xfrm>
            <a:off x="1871811" y="6124809"/>
            <a:ext cx="73742" cy="351370"/>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Picture 33">
            <a:extLst>
              <a:ext uri="{FF2B5EF4-FFF2-40B4-BE49-F238E27FC236}">
                <a16:creationId xmlns:a16="http://schemas.microsoft.com/office/drawing/2014/main" id="{365B25CC-DCCA-DFBA-4BFA-6F65CDDBE23F}"/>
              </a:ext>
            </a:extLst>
          </p:cNvPr>
          <p:cNvPicPr>
            <a:picLocks noChangeAspect="1"/>
          </p:cNvPicPr>
          <p:nvPr/>
        </p:nvPicPr>
        <p:blipFill>
          <a:blip r:embed="rId8"/>
          <a:stretch>
            <a:fillRect/>
          </a:stretch>
        </p:blipFill>
        <p:spPr>
          <a:xfrm>
            <a:off x="473225" y="6136853"/>
            <a:ext cx="1367730" cy="1367730"/>
          </a:xfrm>
          <a:prstGeom prst="rect">
            <a:avLst/>
          </a:prstGeom>
          <a:effectLst>
            <a:outerShdw blurRad="50800" dist="38100" dir="2700000" algn="tl" rotWithShape="0">
              <a:prstClr val="black">
                <a:alpha val="40000"/>
              </a:prstClr>
            </a:outerShdw>
          </a:effectLst>
        </p:spPr>
      </p:pic>
      <p:sp>
        <p:nvSpPr>
          <p:cNvPr id="35" name="TextBox 34">
            <a:extLst>
              <a:ext uri="{FF2B5EF4-FFF2-40B4-BE49-F238E27FC236}">
                <a16:creationId xmlns:a16="http://schemas.microsoft.com/office/drawing/2014/main" id="{B372777D-9148-43DF-790B-F2D38D2489AE}"/>
              </a:ext>
            </a:extLst>
          </p:cNvPr>
          <p:cNvSpPr txBox="1"/>
          <p:nvPr/>
        </p:nvSpPr>
        <p:spPr>
          <a:xfrm>
            <a:off x="551224" y="7593559"/>
            <a:ext cx="2029743" cy="1655325"/>
          </a:xfrm>
          <a:prstGeom prst="rect">
            <a:avLst/>
          </a:prstGeom>
          <a:noFill/>
        </p:spPr>
        <p:txBody>
          <a:bodyPr wrap="square">
            <a:spAutoFit/>
          </a:bodyPr>
          <a:lstStyle/>
          <a:p>
            <a:pPr>
              <a:lnSpc>
                <a:spcPct val="107000"/>
              </a:lnSpc>
              <a:spcAft>
                <a:spcPts val="800"/>
              </a:spcAft>
              <a:buNone/>
            </a:pPr>
            <a:r>
              <a:rPr lang="ja-JP" altLang="en-US" sz="1000" kern="100" dirty="0">
                <a:effectLst/>
                <a:latin typeface="メイリオ" panose="020B0604030504040204" pitchFamily="50" charset="-128"/>
                <a:ea typeface="メイリオ" panose="020B0604030504040204" pitchFamily="50" charset="-128"/>
                <a:cs typeface="Times New Roman" panose="02020603050405020304" pitchFamily="18" charset="0"/>
              </a:rPr>
              <a:t>毎日の記録を入力することで</a:t>
            </a:r>
            <a:endPar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endParaRPr>
          </a:p>
          <a:p>
            <a:pPr marL="171450" indent="-171450">
              <a:lnSpc>
                <a:spcPct val="107000"/>
              </a:lnSpc>
              <a:spcAft>
                <a:spcPts val="800"/>
              </a:spcAft>
              <a:buFont typeface="Arial" panose="020B0604020202020204" pitchFamily="34" charset="0"/>
              <a:buChar char="•"/>
            </a:pPr>
            <a:r>
              <a:rPr lang="ja-JP" altLang="en-US" sz="1000" kern="100" dirty="0">
                <a:effectLst/>
                <a:latin typeface="メイリオ" panose="020B0604030504040204" pitchFamily="50" charset="-128"/>
                <a:ea typeface="メイリオ" panose="020B0604030504040204" pitchFamily="50" charset="-128"/>
                <a:cs typeface="Times New Roman" panose="02020603050405020304" pitchFamily="18" charset="0"/>
              </a:rPr>
              <a:t>スイング回数</a:t>
            </a:r>
            <a:endPar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endParaRPr>
          </a:p>
          <a:p>
            <a:pPr marL="171450" indent="-171450">
              <a:lnSpc>
                <a:spcPct val="107000"/>
              </a:lnSpc>
              <a:spcAft>
                <a:spcPts val="800"/>
              </a:spcAft>
              <a:buFont typeface="Arial" panose="020B0604020202020204" pitchFamily="34" charset="0"/>
              <a:buChar char="•"/>
            </a:pPr>
            <a:r>
              <a:rPr lang="ja-JP" altLang="en-US" sz="1000" kern="100" dirty="0">
                <a:effectLst/>
                <a:latin typeface="メイリオ" panose="020B0604030504040204" pitchFamily="50" charset="-128"/>
                <a:ea typeface="メイリオ" panose="020B0604030504040204" pitchFamily="50" charset="-128"/>
                <a:cs typeface="Times New Roman" panose="02020603050405020304" pitchFamily="18" charset="0"/>
              </a:rPr>
              <a:t>スコア（平均・ベスト）</a:t>
            </a:r>
            <a:endParaRPr lang="en-US" altLang="ja-JP" sz="1000" kern="100" dirty="0">
              <a:latin typeface="メイリオ" panose="020B0604030504040204" pitchFamily="50" charset="-128"/>
              <a:ea typeface="メイリオ" panose="020B0604030504040204" pitchFamily="50" charset="-128"/>
              <a:cs typeface="Times New Roman" panose="02020603050405020304" pitchFamily="18" charset="0"/>
            </a:endParaRPr>
          </a:p>
          <a:p>
            <a:pPr marL="171450" indent="-171450">
              <a:lnSpc>
                <a:spcPct val="107000"/>
              </a:lnSpc>
              <a:spcAft>
                <a:spcPts val="800"/>
              </a:spcAft>
              <a:buFont typeface="Arial" panose="020B0604020202020204" pitchFamily="34" charset="0"/>
              <a:buChar char="•"/>
            </a:pPr>
            <a:r>
              <a:rPr lang="ja-JP" altLang="en-US" sz="1000" kern="100" dirty="0">
                <a:effectLst/>
                <a:latin typeface="メイリオ" panose="020B0604030504040204" pitchFamily="50" charset="-128"/>
                <a:ea typeface="メイリオ" panose="020B0604030504040204" pitchFamily="50" charset="-128"/>
                <a:cs typeface="Times New Roman" panose="02020603050405020304" pitchFamily="18" charset="0"/>
              </a:rPr>
              <a:t>練習日数</a:t>
            </a:r>
            <a:endPar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endParaRPr>
          </a:p>
          <a:p>
            <a:pPr>
              <a:lnSpc>
                <a:spcPct val="107000"/>
              </a:lnSpc>
              <a:spcAft>
                <a:spcPts val="800"/>
              </a:spcAft>
            </a:pPr>
            <a:r>
              <a:rPr lang="ja-JP" altLang="en-US" sz="1000" kern="100" dirty="0">
                <a:effectLst/>
                <a:latin typeface="メイリオ" panose="020B0604030504040204" pitchFamily="50" charset="-128"/>
                <a:ea typeface="メイリオ" panose="020B0604030504040204" pitchFamily="50" charset="-128"/>
                <a:cs typeface="Times New Roman" panose="02020603050405020304" pitchFamily="18" charset="0"/>
              </a:rPr>
              <a:t>を集計し、実績に応じたポイントを獲得できる</a:t>
            </a:r>
            <a:r>
              <a:rPr lang="ja-JP" altLang="en-US" sz="1000" b="1" kern="100" dirty="0">
                <a:solidFill>
                  <a:srgbClr val="0070C0"/>
                </a:solidFill>
                <a:effectLst/>
                <a:latin typeface="メイリオ" panose="020B0604030504040204" pitchFamily="50" charset="-128"/>
                <a:ea typeface="メイリオ" panose="020B0604030504040204" pitchFamily="50" charset="-128"/>
                <a:cs typeface="Times New Roman" panose="02020603050405020304" pitchFamily="18" charset="0"/>
              </a:rPr>
              <a:t>ゲーム風アプリ</a:t>
            </a:r>
            <a:r>
              <a:rPr lang="ja-JP" altLang="en-US" sz="1000" kern="100" dirty="0">
                <a:effectLst/>
                <a:latin typeface="メイリオ" panose="020B0604030504040204" pitchFamily="50" charset="-128"/>
                <a:ea typeface="メイリオ" panose="020B0604030504040204" pitchFamily="50" charset="-128"/>
                <a:cs typeface="Times New Roman" panose="02020603050405020304" pitchFamily="18" charset="0"/>
              </a:rPr>
              <a:t>です。</a:t>
            </a:r>
            <a:endPar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endParaRPr>
          </a:p>
        </p:txBody>
      </p:sp>
    </p:spTree>
    <p:extLst>
      <p:ext uri="{BB962C8B-B14F-4D97-AF65-F5344CB8AC3E}">
        <p14:creationId xmlns:p14="http://schemas.microsoft.com/office/powerpoint/2010/main" val="30735938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TextBox 58">
            <a:extLst>
              <a:ext uri="{FF2B5EF4-FFF2-40B4-BE49-F238E27FC236}">
                <a16:creationId xmlns:a16="http://schemas.microsoft.com/office/drawing/2014/main" id="{DD1D862F-411C-9F49-78BA-A445764D8C3D}"/>
              </a:ext>
            </a:extLst>
          </p:cNvPr>
          <p:cNvSpPr txBox="1"/>
          <p:nvPr/>
        </p:nvSpPr>
        <p:spPr>
          <a:xfrm>
            <a:off x="374682" y="343541"/>
            <a:ext cx="1444924" cy="338554"/>
          </a:xfrm>
          <a:prstGeom prst="rect">
            <a:avLst/>
          </a:prstGeom>
          <a:noFill/>
        </p:spPr>
        <p:txBody>
          <a:bodyPr wrap="square" rtlCol="0">
            <a:spAutoFit/>
          </a:bodyPr>
          <a:lstStyle/>
          <a:p>
            <a:r>
              <a:rPr lang="ja-JP" altLang="en-US" sz="1600" b="1" dirty="0">
                <a:latin typeface="メイリオ" panose="020B0604030504040204" pitchFamily="50" charset="-128"/>
                <a:ea typeface="メイリオ" panose="020B0604030504040204" pitchFamily="50" charset="-128"/>
              </a:rPr>
              <a:t>取り付け方法</a:t>
            </a:r>
          </a:p>
        </p:txBody>
      </p:sp>
      <p:grpSp>
        <p:nvGrpSpPr>
          <p:cNvPr id="78" name="Group 77">
            <a:extLst>
              <a:ext uri="{FF2B5EF4-FFF2-40B4-BE49-F238E27FC236}">
                <a16:creationId xmlns:a16="http://schemas.microsoft.com/office/drawing/2014/main" id="{19E569FB-B9E8-B668-845F-CCD6C3FA17C2}"/>
              </a:ext>
            </a:extLst>
          </p:cNvPr>
          <p:cNvGrpSpPr/>
          <p:nvPr/>
        </p:nvGrpSpPr>
        <p:grpSpPr>
          <a:xfrm>
            <a:off x="858458" y="775836"/>
            <a:ext cx="937637" cy="1354722"/>
            <a:chOff x="959309" y="864980"/>
            <a:chExt cx="1015649" cy="1467435"/>
          </a:xfrm>
        </p:grpSpPr>
        <p:pic>
          <p:nvPicPr>
            <p:cNvPr id="61" name="Picture 60">
              <a:extLst>
                <a:ext uri="{FF2B5EF4-FFF2-40B4-BE49-F238E27FC236}">
                  <a16:creationId xmlns:a16="http://schemas.microsoft.com/office/drawing/2014/main" id="{4737EE52-C284-1D9F-6959-2A59786FA514}"/>
                </a:ext>
              </a:extLst>
            </p:cNvPr>
            <p:cNvPicPr>
              <a:picLocks noChangeAspect="1"/>
            </p:cNvPicPr>
            <p:nvPr/>
          </p:nvPicPr>
          <p:blipFill>
            <a:blip r:embed="rId2"/>
            <a:srcRect l="40487" t="42149" r="40293" b="33568"/>
            <a:stretch>
              <a:fillRect/>
            </a:stretch>
          </p:blipFill>
          <p:spPr>
            <a:xfrm>
              <a:off x="959309" y="864980"/>
              <a:ext cx="780129" cy="1467435"/>
            </a:xfrm>
            <a:prstGeom prst="rect">
              <a:avLst/>
            </a:prstGeom>
          </p:spPr>
        </p:pic>
        <p:grpSp>
          <p:nvGrpSpPr>
            <p:cNvPr id="77" name="Group 76">
              <a:extLst>
                <a:ext uri="{FF2B5EF4-FFF2-40B4-BE49-F238E27FC236}">
                  <a16:creationId xmlns:a16="http://schemas.microsoft.com/office/drawing/2014/main" id="{E7BD979A-B18F-9B7D-0681-BCB6FB09C1A5}"/>
                </a:ext>
              </a:extLst>
            </p:cNvPr>
            <p:cNvGrpSpPr/>
            <p:nvPr/>
          </p:nvGrpSpPr>
          <p:grpSpPr>
            <a:xfrm>
              <a:off x="1503917" y="1552795"/>
              <a:ext cx="471041" cy="505177"/>
              <a:chOff x="1380395" y="1663329"/>
              <a:chExt cx="471041" cy="438888"/>
            </a:xfrm>
          </p:grpSpPr>
          <p:cxnSp>
            <p:nvCxnSpPr>
              <p:cNvPr id="64" name="Straight Connector 63">
                <a:extLst>
                  <a:ext uri="{FF2B5EF4-FFF2-40B4-BE49-F238E27FC236}">
                    <a16:creationId xmlns:a16="http://schemas.microsoft.com/office/drawing/2014/main" id="{B963BB15-9022-F2AF-BF5F-B43E606F335E}"/>
                  </a:ext>
                </a:extLst>
              </p:cNvPr>
              <p:cNvCxnSpPr>
                <a:cxnSpLocks/>
              </p:cNvCxnSpPr>
              <p:nvPr/>
            </p:nvCxnSpPr>
            <p:spPr>
              <a:xfrm>
                <a:off x="1467978" y="1663823"/>
                <a:ext cx="383458" cy="0"/>
              </a:xfrm>
              <a:prstGeom prst="line">
                <a:avLst/>
              </a:prstGeom>
              <a:ln w="12700">
                <a:solidFill>
                  <a:srgbClr val="FF0000"/>
                </a:solidFill>
                <a:prstDash val="sysDash"/>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50743BE9-F945-5E49-567C-24E0DBFE878E}"/>
                  </a:ext>
                </a:extLst>
              </p:cNvPr>
              <p:cNvCxnSpPr>
                <a:cxnSpLocks/>
              </p:cNvCxnSpPr>
              <p:nvPr/>
            </p:nvCxnSpPr>
            <p:spPr>
              <a:xfrm>
                <a:off x="1380395" y="2102217"/>
                <a:ext cx="471041" cy="0"/>
              </a:xfrm>
              <a:prstGeom prst="line">
                <a:avLst/>
              </a:prstGeom>
              <a:ln w="12700">
                <a:solidFill>
                  <a:srgbClr val="FF0000"/>
                </a:solidFill>
                <a:prstDash val="sysDash"/>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1FDE38A7-D91D-2651-E883-B93B954BF275}"/>
                  </a:ext>
                </a:extLst>
              </p:cNvPr>
              <p:cNvCxnSpPr>
                <a:cxnSpLocks/>
              </p:cNvCxnSpPr>
              <p:nvPr/>
            </p:nvCxnSpPr>
            <p:spPr>
              <a:xfrm>
                <a:off x="1750855" y="1663329"/>
                <a:ext cx="0" cy="438394"/>
              </a:xfrm>
              <a:prstGeom prst="straightConnector1">
                <a:avLst/>
              </a:prstGeom>
              <a:ln>
                <a:solidFill>
                  <a:srgbClr val="FF000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grpSp>
      </p:grpSp>
      <p:sp>
        <p:nvSpPr>
          <p:cNvPr id="67" name="TextBox 66">
            <a:extLst>
              <a:ext uri="{FF2B5EF4-FFF2-40B4-BE49-F238E27FC236}">
                <a16:creationId xmlns:a16="http://schemas.microsoft.com/office/drawing/2014/main" id="{2721BDCA-2862-154C-D7C4-18FED82EDDB9}"/>
              </a:ext>
            </a:extLst>
          </p:cNvPr>
          <p:cNvSpPr txBox="1"/>
          <p:nvPr/>
        </p:nvSpPr>
        <p:spPr>
          <a:xfrm>
            <a:off x="602468" y="2244742"/>
            <a:ext cx="1371605" cy="369332"/>
          </a:xfrm>
          <a:prstGeom prst="rect">
            <a:avLst/>
          </a:prstGeom>
          <a:noFill/>
        </p:spPr>
        <p:txBody>
          <a:bodyPr wrap="square" rtlCol="0">
            <a:spAutoFit/>
          </a:bodyPr>
          <a:lstStyle/>
          <a:p>
            <a:r>
              <a:rPr lang="ja-JP" altLang="en-US" sz="900" b="1" dirty="0">
                <a:latin typeface="メイリオ" panose="020B0604030504040204" pitchFamily="50" charset="-128"/>
                <a:ea typeface="メイリオ" panose="020B0604030504040204" pitchFamily="50" charset="-128"/>
              </a:rPr>
              <a:t>グリップの</a:t>
            </a:r>
            <a:r>
              <a:rPr lang="en-US" altLang="ja-JP" sz="900" b="1" dirty="0">
                <a:latin typeface="メイリオ" panose="020B0604030504040204" pitchFamily="50" charset="-128"/>
                <a:ea typeface="メイリオ" panose="020B0604030504040204" pitchFamily="50" charset="-128"/>
              </a:rPr>
              <a:t>5cm</a:t>
            </a:r>
            <a:r>
              <a:rPr lang="ja-JP" altLang="en-US" sz="900" b="1" dirty="0">
                <a:latin typeface="メイリオ" panose="020B0604030504040204" pitchFamily="50" charset="-128"/>
                <a:ea typeface="メイリオ" panose="020B0604030504040204" pitchFamily="50" charset="-128"/>
              </a:rPr>
              <a:t>ほど上</a:t>
            </a:r>
            <a:r>
              <a:rPr lang="ja-JP" altLang="en-US" sz="900" dirty="0">
                <a:latin typeface="メイリオ" panose="020B0604030504040204" pitchFamily="50" charset="-128"/>
                <a:ea typeface="メイリオ" panose="020B0604030504040204" pitchFamily="50" charset="-128"/>
              </a:rPr>
              <a:t>に巻き付けます。</a:t>
            </a:r>
          </a:p>
        </p:txBody>
      </p:sp>
      <p:pic>
        <p:nvPicPr>
          <p:cNvPr id="60" name="Picture 59">
            <a:extLst>
              <a:ext uri="{FF2B5EF4-FFF2-40B4-BE49-F238E27FC236}">
                <a16:creationId xmlns:a16="http://schemas.microsoft.com/office/drawing/2014/main" id="{60E43B69-C1B8-5F86-C27F-B3752CF0DA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24250" y="744475"/>
            <a:ext cx="1256123" cy="1884183"/>
          </a:xfrm>
          <a:prstGeom prst="rect">
            <a:avLst/>
          </a:prstGeom>
        </p:spPr>
      </p:pic>
      <p:sp>
        <p:nvSpPr>
          <p:cNvPr id="68" name="TextBox 67">
            <a:extLst>
              <a:ext uri="{FF2B5EF4-FFF2-40B4-BE49-F238E27FC236}">
                <a16:creationId xmlns:a16="http://schemas.microsoft.com/office/drawing/2014/main" id="{A688885F-4766-CD74-6F4B-63FF251B23D7}"/>
              </a:ext>
            </a:extLst>
          </p:cNvPr>
          <p:cNvSpPr txBox="1"/>
          <p:nvPr/>
        </p:nvSpPr>
        <p:spPr>
          <a:xfrm>
            <a:off x="2469217" y="2230982"/>
            <a:ext cx="1766190" cy="369332"/>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ゴムバンドをギュッと締めて上面で留めてください。</a:t>
            </a:r>
          </a:p>
        </p:txBody>
      </p:sp>
      <p:sp>
        <p:nvSpPr>
          <p:cNvPr id="69" name="TextBox 68">
            <a:extLst>
              <a:ext uri="{FF2B5EF4-FFF2-40B4-BE49-F238E27FC236}">
                <a16:creationId xmlns:a16="http://schemas.microsoft.com/office/drawing/2014/main" id="{A82C2505-318B-00E7-8A4E-0CD79EB80AFB}"/>
              </a:ext>
            </a:extLst>
          </p:cNvPr>
          <p:cNvSpPr txBox="1"/>
          <p:nvPr/>
        </p:nvSpPr>
        <p:spPr>
          <a:xfrm>
            <a:off x="4363352" y="2244742"/>
            <a:ext cx="2170183" cy="661720"/>
          </a:xfrm>
          <a:prstGeom prst="rect">
            <a:avLst/>
          </a:prstGeom>
          <a:noFill/>
        </p:spPr>
        <p:txBody>
          <a:bodyPr wrap="square" rtlCol="0">
            <a:spAutoFit/>
          </a:bodyPr>
          <a:lstStyle/>
          <a:p>
            <a:r>
              <a:rPr lang="ja-JP" altLang="en-US" sz="1000" dirty="0">
                <a:latin typeface="メイリオ" panose="020B0604030504040204" pitchFamily="50" charset="-128"/>
                <a:ea typeface="メイリオ" panose="020B0604030504040204" pitchFamily="50" charset="-128"/>
              </a:rPr>
              <a:t>⚠️</a:t>
            </a:r>
            <a:r>
              <a:rPr lang="ja-JP" altLang="en-US" sz="1000" b="1" dirty="0">
                <a:solidFill>
                  <a:srgbClr val="CC0000"/>
                </a:solidFill>
                <a:latin typeface="メイリオ" panose="020B0604030504040204" pitchFamily="50" charset="-128"/>
                <a:ea typeface="メイリオ" panose="020B0604030504040204" pitchFamily="50" charset="-128"/>
              </a:rPr>
              <a:t>先端には絶対に取り付けない。</a:t>
            </a:r>
            <a:br>
              <a:rPr lang="en-US" altLang="ja-JP" sz="1000" b="1" dirty="0">
                <a:solidFill>
                  <a:srgbClr val="CC0000"/>
                </a:solidFill>
                <a:latin typeface="メイリオ" panose="020B0604030504040204" pitchFamily="50" charset="-128"/>
                <a:ea typeface="メイリオ" panose="020B0604030504040204" pitchFamily="50" charset="-128"/>
              </a:rPr>
            </a:br>
            <a:br>
              <a:rPr lang="en-US" altLang="ja-JP" sz="900"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遠心力に耐えられず、スッポ抜けて飛んでいきます。</a:t>
            </a:r>
            <a:endParaRPr lang="en-US" altLang="ja-JP" sz="900" dirty="0">
              <a:latin typeface="メイリオ" panose="020B0604030504040204" pitchFamily="50" charset="-128"/>
              <a:ea typeface="メイリオ" panose="020B0604030504040204" pitchFamily="50" charset="-128"/>
            </a:endParaRPr>
          </a:p>
        </p:txBody>
      </p:sp>
      <p:pic>
        <p:nvPicPr>
          <p:cNvPr id="62" name="Picture 61">
            <a:extLst>
              <a:ext uri="{FF2B5EF4-FFF2-40B4-BE49-F238E27FC236}">
                <a16:creationId xmlns:a16="http://schemas.microsoft.com/office/drawing/2014/main" id="{15D20FE0-C543-7A77-FF53-C742A65A243C}"/>
              </a:ext>
            </a:extLst>
          </p:cNvPr>
          <p:cNvPicPr>
            <a:picLocks noChangeAspect="1"/>
          </p:cNvPicPr>
          <p:nvPr/>
        </p:nvPicPr>
        <p:blipFill>
          <a:blip r:embed="rId4"/>
          <a:srcRect l="39218" r="39218" b="70863"/>
          <a:stretch>
            <a:fillRect/>
          </a:stretch>
        </p:blipFill>
        <p:spPr>
          <a:xfrm>
            <a:off x="5150284" y="917477"/>
            <a:ext cx="590158" cy="1168504"/>
          </a:xfrm>
          <a:prstGeom prst="rect">
            <a:avLst/>
          </a:prstGeom>
        </p:spPr>
      </p:pic>
      <p:sp>
        <p:nvSpPr>
          <p:cNvPr id="70" name="&quot;Not Allowed&quot; Symbol 69">
            <a:extLst>
              <a:ext uri="{FF2B5EF4-FFF2-40B4-BE49-F238E27FC236}">
                <a16:creationId xmlns:a16="http://schemas.microsoft.com/office/drawing/2014/main" id="{CE55AC4F-CF0F-8132-BB7F-D4051BAD5E34}"/>
              </a:ext>
            </a:extLst>
          </p:cNvPr>
          <p:cNvSpPr/>
          <p:nvPr/>
        </p:nvSpPr>
        <p:spPr>
          <a:xfrm>
            <a:off x="4726810" y="916894"/>
            <a:ext cx="392267" cy="392267"/>
          </a:xfrm>
          <a:prstGeom prst="noSmoking">
            <a:avLst/>
          </a:prstGeom>
          <a:solidFill>
            <a:srgbClr val="CC000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solidFill>
                <a:schemeClr val="tx1"/>
              </a:solidFill>
            </a:endParaRPr>
          </a:p>
        </p:txBody>
      </p:sp>
      <p:cxnSp>
        <p:nvCxnSpPr>
          <p:cNvPr id="72" name="Straight Connector 71">
            <a:extLst>
              <a:ext uri="{FF2B5EF4-FFF2-40B4-BE49-F238E27FC236}">
                <a16:creationId xmlns:a16="http://schemas.microsoft.com/office/drawing/2014/main" id="{DD91C7F9-8912-2C92-A8E2-45D4D35941FF}"/>
              </a:ext>
            </a:extLst>
          </p:cNvPr>
          <p:cNvCxnSpPr>
            <a:cxnSpLocks/>
          </p:cNvCxnSpPr>
          <p:nvPr/>
        </p:nvCxnSpPr>
        <p:spPr>
          <a:xfrm>
            <a:off x="404841" y="657391"/>
            <a:ext cx="6128694" cy="0"/>
          </a:xfrm>
          <a:prstGeom prst="line">
            <a:avLst/>
          </a:prstGeom>
          <a:ln>
            <a:solidFill>
              <a:srgbClr val="CC0000"/>
            </a:solidFill>
          </a:ln>
        </p:spPr>
        <p:style>
          <a:lnRef idx="2">
            <a:schemeClr val="accent1"/>
          </a:lnRef>
          <a:fillRef idx="0">
            <a:schemeClr val="accent1"/>
          </a:fillRef>
          <a:effectRef idx="1">
            <a:schemeClr val="accent1"/>
          </a:effectRef>
          <a:fontRef idx="minor">
            <a:schemeClr val="tx1"/>
          </a:fontRef>
        </p:style>
      </p:cxnSp>
      <p:sp>
        <p:nvSpPr>
          <p:cNvPr id="73" name="Rectangle 72">
            <a:extLst>
              <a:ext uri="{FF2B5EF4-FFF2-40B4-BE49-F238E27FC236}">
                <a16:creationId xmlns:a16="http://schemas.microsoft.com/office/drawing/2014/main" id="{35A33302-D3DA-4883-4EF1-BD1D8C41B973}"/>
              </a:ext>
            </a:extLst>
          </p:cNvPr>
          <p:cNvSpPr/>
          <p:nvPr/>
        </p:nvSpPr>
        <p:spPr>
          <a:xfrm>
            <a:off x="265622" y="337133"/>
            <a:ext cx="73742" cy="351370"/>
          </a:xfrm>
          <a:prstGeom prst="rect">
            <a:avLst/>
          </a:prstGeom>
          <a:solidFill>
            <a:srgbClr val="CC0000"/>
          </a:solidFill>
          <a:ln>
            <a:solidFill>
              <a:srgbClr val="CC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TextBox 81">
            <a:extLst>
              <a:ext uri="{FF2B5EF4-FFF2-40B4-BE49-F238E27FC236}">
                <a16:creationId xmlns:a16="http://schemas.microsoft.com/office/drawing/2014/main" id="{736C7F46-CC54-30B6-A757-7A0D41746F12}"/>
              </a:ext>
            </a:extLst>
          </p:cNvPr>
          <p:cNvSpPr txBox="1"/>
          <p:nvPr/>
        </p:nvSpPr>
        <p:spPr>
          <a:xfrm>
            <a:off x="339364" y="2821114"/>
            <a:ext cx="1480242" cy="338554"/>
          </a:xfrm>
          <a:prstGeom prst="rect">
            <a:avLst/>
          </a:prstGeom>
          <a:noFill/>
        </p:spPr>
        <p:txBody>
          <a:bodyPr wrap="square" rtlCol="0">
            <a:spAutoFit/>
          </a:bodyPr>
          <a:lstStyle/>
          <a:p>
            <a:r>
              <a:rPr lang="ja-JP" altLang="en-US" sz="1600" b="1" dirty="0">
                <a:latin typeface="メイリオ" panose="020B0604030504040204" pitchFamily="50" charset="-128"/>
                <a:ea typeface="メイリオ" panose="020B0604030504040204" pitchFamily="50" charset="-128"/>
              </a:rPr>
              <a:t>使い方</a:t>
            </a:r>
          </a:p>
        </p:txBody>
      </p:sp>
      <p:cxnSp>
        <p:nvCxnSpPr>
          <p:cNvPr id="83" name="Straight Connector 82">
            <a:extLst>
              <a:ext uri="{FF2B5EF4-FFF2-40B4-BE49-F238E27FC236}">
                <a16:creationId xmlns:a16="http://schemas.microsoft.com/office/drawing/2014/main" id="{21C49AE3-F4A8-5928-53ED-BD2317F53375}"/>
              </a:ext>
            </a:extLst>
          </p:cNvPr>
          <p:cNvCxnSpPr>
            <a:cxnSpLocks/>
          </p:cNvCxnSpPr>
          <p:nvPr/>
        </p:nvCxnSpPr>
        <p:spPr>
          <a:xfrm>
            <a:off x="404841" y="3134964"/>
            <a:ext cx="6128694" cy="0"/>
          </a:xfrm>
          <a:prstGeom prst="line">
            <a:avLst/>
          </a:prstGeom>
          <a:ln>
            <a:solidFill>
              <a:srgbClr val="CC0000"/>
            </a:solidFill>
          </a:ln>
        </p:spPr>
        <p:style>
          <a:lnRef idx="2">
            <a:schemeClr val="accent1"/>
          </a:lnRef>
          <a:fillRef idx="0">
            <a:schemeClr val="accent1"/>
          </a:fillRef>
          <a:effectRef idx="1">
            <a:schemeClr val="accent1"/>
          </a:effectRef>
          <a:fontRef idx="minor">
            <a:schemeClr val="tx1"/>
          </a:fontRef>
        </p:style>
      </p:cxnSp>
      <p:sp>
        <p:nvSpPr>
          <p:cNvPr id="84" name="Rectangle 83">
            <a:extLst>
              <a:ext uri="{FF2B5EF4-FFF2-40B4-BE49-F238E27FC236}">
                <a16:creationId xmlns:a16="http://schemas.microsoft.com/office/drawing/2014/main" id="{9C35F603-EB4A-02C0-682A-DE3A5B6FC43F}"/>
              </a:ext>
            </a:extLst>
          </p:cNvPr>
          <p:cNvSpPr/>
          <p:nvPr/>
        </p:nvSpPr>
        <p:spPr>
          <a:xfrm>
            <a:off x="265622" y="2814706"/>
            <a:ext cx="73742" cy="351370"/>
          </a:xfrm>
          <a:prstGeom prst="rect">
            <a:avLst/>
          </a:prstGeom>
          <a:solidFill>
            <a:srgbClr val="CC0000"/>
          </a:solidFill>
          <a:ln>
            <a:solidFill>
              <a:srgbClr val="CC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TextBox 85">
            <a:extLst>
              <a:ext uri="{FF2B5EF4-FFF2-40B4-BE49-F238E27FC236}">
                <a16:creationId xmlns:a16="http://schemas.microsoft.com/office/drawing/2014/main" id="{42FD6B7D-BA76-6C13-15D8-E940DA3814ED}"/>
              </a:ext>
            </a:extLst>
          </p:cNvPr>
          <p:cNvSpPr txBox="1"/>
          <p:nvPr/>
        </p:nvSpPr>
        <p:spPr>
          <a:xfrm>
            <a:off x="374681" y="4433372"/>
            <a:ext cx="1276177" cy="784830"/>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電源をオンします。</a:t>
            </a:r>
            <a:br>
              <a:rPr lang="en-US" altLang="ja-JP" sz="900" dirty="0">
                <a:latin typeface="メイリオ" panose="020B0604030504040204" pitchFamily="50" charset="-128"/>
                <a:ea typeface="メイリオ" panose="020B0604030504040204" pitchFamily="50" charset="-128"/>
              </a:rPr>
            </a:br>
            <a:endParaRPr lang="en-US" altLang="ja-JP" sz="900" dirty="0">
              <a:latin typeface="メイリオ" panose="020B0604030504040204" pitchFamily="50" charset="-128"/>
              <a:ea typeface="メイリオ" panose="020B0604030504040204" pitchFamily="50" charset="-128"/>
            </a:endParaRPr>
          </a:p>
          <a:p>
            <a:r>
              <a:rPr lang="ja-JP" altLang="en-US" sz="900" dirty="0">
                <a:latin typeface="メイリオ" panose="020B0604030504040204" pitchFamily="50" charset="-128"/>
                <a:ea typeface="メイリオ" panose="020B0604030504040204" pitchFamily="50" charset="-128"/>
              </a:rPr>
              <a:t>電池残量（～</a:t>
            </a:r>
            <a:r>
              <a:rPr lang="en-US" altLang="ja-JP" sz="900" dirty="0">
                <a:latin typeface="メイリオ" panose="020B0604030504040204" pitchFamily="50" charset="-128"/>
                <a:ea typeface="メイリオ" panose="020B0604030504040204" pitchFamily="50" charset="-128"/>
              </a:rPr>
              <a:t>100</a:t>
            </a:r>
            <a:r>
              <a:rPr lang="ja-JP" altLang="en-US" sz="900" dirty="0">
                <a:latin typeface="メイリオ" panose="020B0604030504040204" pitchFamily="50" charset="-128"/>
                <a:ea typeface="メイリオ" panose="020B0604030504040204" pitchFamily="50" charset="-128"/>
              </a:rPr>
              <a:t>）が</a:t>
            </a:r>
            <a:r>
              <a:rPr lang="en-US" altLang="ja-JP" sz="900" dirty="0">
                <a:latin typeface="メイリオ" panose="020B0604030504040204" pitchFamily="50" charset="-128"/>
                <a:ea typeface="メイリオ" panose="020B0604030504040204" pitchFamily="50" charset="-128"/>
              </a:rPr>
              <a:t>1</a:t>
            </a:r>
            <a:r>
              <a:rPr lang="ja-JP" altLang="en-US" sz="900" dirty="0">
                <a:latin typeface="メイリオ" panose="020B0604030504040204" pitchFamily="50" charset="-128"/>
                <a:ea typeface="メイリオ" panose="020B0604030504040204" pitchFamily="50" charset="-128"/>
              </a:rPr>
              <a:t>秒表示されます。</a:t>
            </a:r>
            <a:endParaRPr lang="en-US" altLang="ja-JP" sz="900" dirty="0">
              <a:latin typeface="メイリオ" panose="020B0604030504040204" pitchFamily="50" charset="-128"/>
              <a:ea typeface="メイリオ" panose="020B0604030504040204" pitchFamily="50" charset="-128"/>
            </a:endParaRPr>
          </a:p>
        </p:txBody>
      </p:sp>
      <p:pic>
        <p:nvPicPr>
          <p:cNvPr id="87" name="Picture 86">
            <a:extLst>
              <a:ext uri="{FF2B5EF4-FFF2-40B4-BE49-F238E27FC236}">
                <a16:creationId xmlns:a16="http://schemas.microsoft.com/office/drawing/2014/main" id="{BF930603-11B4-15B3-9D34-D40082C5451F}"/>
              </a:ext>
            </a:extLst>
          </p:cNvPr>
          <p:cNvPicPr>
            <a:picLocks noChangeAspect="1"/>
          </p:cNvPicPr>
          <p:nvPr/>
        </p:nvPicPr>
        <p:blipFill>
          <a:blip r:embed="rId5">
            <a:duotone>
              <a:schemeClr val="accent1">
                <a:shade val="45000"/>
                <a:satMod val="135000"/>
              </a:schemeClr>
              <a:prstClr val="white"/>
            </a:duotone>
          </a:blip>
          <a:stretch>
            <a:fillRect/>
          </a:stretch>
        </p:blipFill>
        <p:spPr>
          <a:xfrm>
            <a:off x="1755602" y="3422962"/>
            <a:ext cx="1010410" cy="1010410"/>
          </a:xfrm>
          <a:prstGeom prst="rect">
            <a:avLst/>
          </a:prstGeom>
          <a:effectLst>
            <a:outerShdw blurRad="50800" dist="38100" dir="2700000" algn="tl" rotWithShape="0">
              <a:prstClr val="black">
                <a:alpha val="40000"/>
              </a:prstClr>
            </a:outerShdw>
          </a:effectLst>
        </p:spPr>
      </p:pic>
      <p:sp>
        <p:nvSpPr>
          <p:cNvPr id="88" name="TextBox 87">
            <a:extLst>
              <a:ext uri="{FF2B5EF4-FFF2-40B4-BE49-F238E27FC236}">
                <a16:creationId xmlns:a16="http://schemas.microsoft.com/office/drawing/2014/main" id="{5620E1FC-A3FF-6E2F-610B-BD608FCF5C55}"/>
              </a:ext>
            </a:extLst>
          </p:cNvPr>
          <p:cNvSpPr txBox="1"/>
          <p:nvPr/>
        </p:nvSpPr>
        <p:spPr>
          <a:xfrm>
            <a:off x="1639738" y="4433372"/>
            <a:ext cx="1242138" cy="230832"/>
          </a:xfrm>
          <a:prstGeom prst="rect">
            <a:avLst/>
          </a:prstGeom>
          <a:noFill/>
        </p:spPr>
        <p:txBody>
          <a:bodyPr wrap="square" rtlCol="0">
            <a:spAutoFit/>
          </a:bodyPr>
          <a:lstStyle/>
          <a:p>
            <a:pPr algn="ctr"/>
            <a:r>
              <a:rPr lang="ja-JP" altLang="en-US" sz="900" dirty="0">
                <a:latin typeface="メイリオ" panose="020B0604030504040204" pitchFamily="50" charset="-128"/>
                <a:ea typeface="メイリオ" panose="020B0604030504040204" pitchFamily="50" charset="-128"/>
              </a:rPr>
              <a:t>そのまま振ります。</a:t>
            </a:r>
          </a:p>
        </p:txBody>
      </p:sp>
      <p:sp>
        <p:nvSpPr>
          <p:cNvPr id="89" name="TextBox 88">
            <a:extLst>
              <a:ext uri="{FF2B5EF4-FFF2-40B4-BE49-F238E27FC236}">
                <a16:creationId xmlns:a16="http://schemas.microsoft.com/office/drawing/2014/main" id="{D9978DE0-1773-501D-4790-F5F8E8B42CF0}"/>
              </a:ext>
            </a:extLst>
          </p:cNvPr>
          <p:cNvSpPr txBox="1"/>
          <p:nvPr/>
        </p:nvSpPr>
        <p:spPr>
          <a:xfrm>
            <a:off x="3144836" y="4433372"/>
            <a:ext cx="1328888" cy="369332"/>
          </a:xfrm>
          <a:prstGeom prst="rect">
            <a:avLst/>
          </a:prstGeom>
          <a:noFill/>
        </p:spPr>
        <p:txBody>
          <a:bodyPr wrap="square" rtlCol="0">
            <a:spAutoFit/>
          </a:bodyPr>
          <a:lstStyle/>
          <a:p>
            <a:r>
              <a:rPr lang="ja-JP" altLang="en-US" sz="900" b="1" dirty="0">
                <a:latin typeface="メイリオ" panose="020B0604030504040204" pitchFamily="50" charset="-128"/>
                <a:ea typeface="メイリオ" panose="020B0604030504040204" pitchFamily="50" charset="-128"/>
              </a:rPr>
              <a:t>音が鳴ってスコアが</a:t>
            </a:r>
            <a:br>
              <a:rPr lang="en-US" altLang="ja-JP" sz="900" b="1" dirty="0">
                <a:latin typeface="メイリオ" panose="020B0604030504040204" pitchFamily="50" charset="-128"/>
                <a:ea typeface="メイリオ" panose="020B0604030504040204" pitchFamily="50" charset="-128"/>
              </a:rPr>
            </a:br>
            <a:r>
              <a:rPr lang="ja-JP" altLang="en-US" sz="900" b="1" dirty="0">
                <a:latin typeface="メイリオ" panose="020B0604030504040204" pitchFamily="50" charset="-128"/>
                <a:ea typeface="メイリオ" panose="020B0604030504040204" pitchFamily="50" charset="-128"/>
              </a:rPr>
              <a:t>表示されます。</a:t>
            </a:r>
          </a:p>
        </p:txBody>
      </p:sp>
      <p:graphicFrame>
        <p:nvGraphicFramePr>
          <p:cNvPr id="90" name="Table 89">
            <a:extLst>
              <a:ext uri="{FF2B5EF4-FFF2-40B4-BE49-F238E27FC236}">
                <a16:creationId xmlns:a16="http://schemas.microsoft.com/office/drawing/2014/main" id="{D4D27502-3BBC-79A1-49FC-970EC804B58D}"/>
              </a:ext>
            </a:extLst>
          </p:cNvPr>
          <p:cNvGraphicFramePr>
            <a:graphicFrameLocks noGrp="1"/>
          </p:cNvGraphicFramePr>
          <p:nvPr>
            <p:extLst>
              <p:ext uri="{D42A27DB-BD31-4B8C-83A1-F6EECF244321}">
                <p14:modId xmlns:p14="http://schemas.microsoft.com/office/powerpoint/2010/main" val="3747605226"/>
              </p:ext>
            </p:extLst>
          </p:nvPr>
        </p:nvGraphicFramePr>
        <p:xfrm>
          <a:off x="2935045" y="4850354"/>
          <a:ext cx="1709827" cy="693424"/>
        </p:xfrm>
        <a:graphic>
          <a:graphicData uri="http://schemas.openxmlformats.org/drawingml/2006/table">
            <a:tbl>
              <a:tblPr bandRow="1">
                <a:tableStyleId>{5C22544A-7EE6-4342-B048-85BDC9FD1C3A}</a:tableStyleId>
              </a:tblPr>
              <a:tblGrid>
                <a:gridCol w="557683">
                  <a:extLst>
                    <a:ext uri="{9D8B030D-6E8A-4147-A177-3AD203B41FA5}">
                      <a16:colId xmlns:a16="http://schemas.microsoft.com/office/drawing/2014/main" val="2179658956"/>
                    </a:ext>
                  </a:extLst>
                </a:gridCol>
                <a:gridCol w="1152144">
                  <a:extLst>
                    <a:ext uri="{9D8B030D-6E8A-4147-A177-3AD203B41FA5}">
                      <a16:colId xmlns:a16="http://schemas.microsoft.com/office/drawing/2014/main" val="970438828"/>
                    </a:ext>
                  </a:extLst>
                </a:gridCol>
              </a:tblGrid>
              <a:tr h="111443">
                <a:tc>
                  <a:txBody>
                    <a:bodyPr/>
                    <a:lstStyle/>
                    <a:p>
                      <a:r>
                        <a:rPr kumimoji="1" lang="ja-JP" altLang="en-US" sz="800" b="1" dirty="0">
                          <a:solidFill>
                            <a:schemeClr val="bg1"/>
                          </a:solidFill>
                          <a:latin typeface="メイリオ" panose="020B0604030504040204" pitchFamily="50" charset="-128"/>
                          <a:ea typeface="メイリオ" panose="020B0604030504040204" pitchFamily="50" charset="-128"/>
                        </a:rPr>
                        <a:t>ピッ</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C0000"/>
                    </a:solidFill>
                  </a:tcPr>
                </a:tc>
                <a:tc>
                  <a:txBody>
                    <a:bodyPr/>
                    <a:lstStyle/>
                    <a:p>
                      <a:pPr algn="ctr"/>
                      <a:r>
                        <a:rPr kumimoji="1" lang="ja-JP" altLang="en-US" sz="800" dirty="0">
                          <a:latin typeface="メイリオ" panose="020B0604030504040204" pitchFamily="50" charset="-128"/>
                          <a:ea typeface="メイリオ" panose="020B0604030504040204" pitchFamily="50" charset="-128"/>
                        </a:rPr>
                        <a:t>普通のスイング</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59856299"/>
                  </a:ext>
                </a:extLst>
              </a:tr>
              <a:tr h="111443">
                <a:tc>
                  <a:txBody>
                    <a:bodyPr/>
                    <a:lstStyle/>
                    <a:p>
                      <a:r>
                        <a:rPr kumimoji="1" lang="ja-JP" altLang="en-US" sz="800" b="1" dirty="0">
                          <a:solidFill>
                            <a:schemeClr val="bg1"/>
                          </a:solidFill>
                          <a:latin typeface="メイリオ" panose="020B0604030504040204" pitchFamily="50" charset="-128"/>
                          <a:ea typeface="メイリオ" panose="020B0604030504040204" pitchFamily="50" charset="-128"/>
                        </a:rPr>
                        <a:t>ピピッ</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C0000"/>
                    </a:solidFill>
                  </a:tcPr>
                </a:tc>
                <a:tc>
                  <a:txBody>
                    <a:bodyPr/>
                    <a:lstStyle/>
                    <a:p>
                      <a:pPr algn="ctr"/>
                      <a:r>
                        <a:rPr kumimoji="1" lang="ja-JP" altLang="en-US" sz="800" dirty="0">
                          <a:latin typeface="メイリオ" panose="020B0604030504040204" pitchFamily="50" charset="-128"/>
                          <a:ea typeface="メイリオ" panose="020B0604030504040204" pitchFamily="50" charset="-128"/>
                        </a:rPr>
                        <a:t>平均以上のスイング</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358015"/>
                  </a:ext>
                </a:extLst>
              </a:tr>
              <a:tr h="111443">
                <a:tc>
                  <a:txBody>
                    <a:bodyPr/>
                    <a:lstStyle/>
                    <a:p>
                      <a:r>
                        <a:rPr kumimoji="1" lang="ja-JP" altLang="en-US" sz="800" b="1" dirty="0">
                          <a:solidFill>
                            <a:schemeClr val="bg1"/>
                          </a:solidFill>
                          <a:latin typeface="メイリオ" panose="020B0604030504040204" pitchFamily="50" charset="-128"/>
                          <a:ea typeface="メイリオ" panose="020B0604030504040204" pitchFamily="50" charset="-128"/>
                        </a:rPr>
                        <a:t>ピピピッ</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C0000"/>
                    </a:solidFill>
                  </a:tcPr>
                </a:tc>
                <a:tc>
                  <a:txBody>
                    <a:bodyPr/>
                    <a:lstStyle/>
                    <a:p>
                      <a:pPr algn="ctr"/>
                      <a:r>
                        <a:rPr kumimoji="1" lang="ja-JP" altLang="en-US" sz="800" dirty="0">
                          <a:latin typeface="メイリオ" panose="020B0604030504040204" pitchFamily="50" charset="-128"/>
                          <a:ea typeface="メイリオ" panose="020B0604030504040204" pitchFamily="50" charset="-128"/>
                        </a:rPr>
                        <a:t>ベストスコアを更新</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31429823"/>
                  </a:ext>
                </a:extLst>
              </a:tr>
              <a:tr h="111443">
                <a:tc>
                  <a:txBody>
                    <a:bodyPr/>
                    <a:lstStyle/>
                    <a:p>
                      <a:r>
                        <a:rPr kumimoji="1" lang="ja-JP" altLang="en-US" sz="800" b="1" dirty="0">
                          <a:solidFill>
                            <a:schemeClr val="bg1"/>
                          </a:solidFill>
                          <a:latin typeface="メイリオ" panose="020B0604030504040204" pitchFamily="50" charset="-128"/>
                          <a:ea typeface="メイリオ" panose="020B0604030504040204" pitchFamily="50" charset="-128"/>
                        </a:rPr>
                        <a:t>ピーッ</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C0000"/>
                    </a:solidFill>
                  </a:tcPr>
                </a:tc>
                <a:tc>
                  <a:txBody>
                    <a:bodyPr/>
                    <a:lstStyle/>
                    <a:p>
                      <a:pPr algn="ctr"/>
                      <a:r>
                        <a:rPr kumimoji="1" lang="en-US" altLang="ja-JP" sz="800" dirty="0">
                          <a:latin typeface="メイリオ" panose="020B0604030504040204" pitchFamily="50" charset="-128"/>
                          <a:ea typeface="メイリオ" panose="020B0604030504040204" pitchFamily="50" charset="-128"/>
                        </a:rPr>
                        <a:t>50</a:t>
                      </a:r>
                      <a:r>
                        <a:rPr kumimoji="1" lang="ja-JP" altLang="en-US" sz="800" dirty="0">
                          <a:latin typeface="メイリオ" panose="020B0604030504040204" pitchFamily="50" charset="-128"/>
                          <a:ea typeface="メイリオ" panose="020B0604030504040204" pitchFamily="50" charset="-128"/>
                        </a:rPr>
                        <a:t>スイングをお知らせ</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93095679"/>
                  </a:ext>
                </a:extLst>
              </a:tr>
            </a:tbl>
          </a:graphicData>
        </a:graphic>
      </p:graphicFrame>
      <p:grpSp>
        <p:nvGrpSpPr>
          <p:cNvPr id="91" name="Group 90">
            <a:extLst>
              <a:ext uri="{FF2B5EF4-FFF2-40B4-BE49-F238E27FC236}">
                <a16:creationId xmlns:a16="http://schemas.microsoft.com/office/drawing/2014/main" id="{33A6B407-E823-B480-3A39-6264281383E2}"/>
              </a:ext>
            </a:extLst>
          </p:cNvPr>
          <p:cNvGrpSpPr/>
          <p:nvPr/>
        </p:nvGrpSpPr>
        <p:grpSpPr>
          <a:xfrm>
            <a:off x="3224997" y="3722894"/>
            <a:ext cx="1010410" cy="410547"/>
            <a:chOff x="4678374" y="3933053"/>
            <a:chExt cx="1364368" cy="554367"/>
          </a:xfrm>
        </p:grpSpPr>
        <p:pic>
          <p:nvPicPr>
            <p:cNvPr id="92" name="Picture 91">
              <a:extLst>
                <a:ext uri="{FF2B5EF4-FFF2-40B4-BE49-F238E27FC236}">
                  <a16:creationId xmlns:a16="http://schemas.microsoft.com/office/drawing/2014/main" id="{8894DB98-3499-BADA-1164-B352E88A259D}"/>
                </a:ext>
              </a:extLst>
            </p:cNvPr>
            <p:cNvPicPr>
              <a:picLocks noChangeAspect="1"/>
            </p:cNvPicPr>
            <p:nvPr/>
          </p:nvPicPr>
          <p:blipFill>
            <a:blip r:embed="rId6"/>
            <a:srcRect l="9730" t="19701" r="17421" b="58099"/>
            <a:stretch>
              <a:fillRect/>
            </a:stretch>
          </p:blipFill>
          <p:spPr>
            <a:xfrm>
              <a:off x="4678374" y="3933053"/>
              <a:ext cx="1364368" cy="554367"/>
            </a:xfrm>
            <a:prstGeom prst="rect">
              <a:avLst/>
            </a:prstGeom>
            <a:effectLst>
              <a:outerShdw blurRad="50800" dist="38100" dir="5400000" algn="t" rotWithShape="0">
                <a:prstClr val="black">
                  <a:alpha val="40000"/>
                </a:prstClr>
              </a:outerShdw>
            </a:effectLst>
          </p:spPr>
        </p:pic>
        <p:grpSp>
          <p:nvGrpSpPr>
            <p:cNvPr id="93" name="Group 92">
              <a:extLst>
                <a:ext uri="{FF2B5EF4-FFF2-40B4-BE49-F238E27FC236}">
                  <a16:creationId xmlns:a16="http://schemas.microsoft.com/office/drawing/2014/main" id="{9DC0EC26-DA26-CF2F-88B4-5393143EC6C5}"/>
                </a:ext>
              </a:extLst>
            </p:cNvPr>
            <p:cNvGrpSpPr/>
            <p:nvPr/>
          </p:nvGrpSpPr>
          <p:grpSpPr>
            <a:xfrm>
              <a:off x="5616436" y="3933053"/>
              <a:ext cx="426306" cy="316386"/>
              <a:chOff x="5576551" y="4345284"/>
              <a:chExt cx="426306" cy="316386"/>
            </a:xfrm>
            <a:solidFill>
              <a:schemeClr val="bg1"/>
            </a:solidFill>
          </p:grpSpPr>
          <p:pic>
            <p:nvPicPr>
              <p:cNvPr id="94" name="Graphic 93" descr="Music note with solid fill">
                <a:extLst>
                  <a:ext uri="{FF2B5EF4-FFF2-40B4-BE49-F238E27FC236}">
                    <a16:creationId xmlns:a16="http://schemas.microsoft.com/office/drawing/2014/main" id="{6C12BEF3-3832-1B91-424F-BFDF6FEEA4C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576551" y="4361322"/>
                <a:ext cx="300348" cy="300348"/>
              </a:xfrm>
              <a:prstGeom prst="rect">
                <a:avLst/>
              </a:prstGeom>
              <a:effectLst>
                <a:outerShdw blurRad="50800" dist="38100" dir="2700000" algn="tl" rotWithShape="0">
                  <a:prstClr val="black">
                    <a:alpha val="40000"/>
                  </a:prstClr>
                </a:outerShdw>
              </a:effectLst>
            </p:spPr>
          </p:pic>
          <p:pic>
            <p:nvPicPr>
              <p:cNvPr id="95" name="Graphic 94" descr="Music note with solid fill">
                <a:extLst>
                  <a:ext uri="{FF2B5EF4-FFF2-40B4-BE49-F238E27FC236}">
                    <a16:creationId xmlns:a16="http://schemas.microsoft.com/office/drawing/2014/main" id="{6DB9EC0E-1EAD-D166-EA6E-B05FB03C281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702509" y="4345284"/>
                <a:ext cx="300348" cy="300348"/>
              </a:xfrm>
              <a:prstGeom prst="rect">
                <a:avLst/>
              </a:prstGeom>
              <a:effectLst>
                <a:outerShdw blurRad="50800" dist="38100" dir="2700000" algn="tl" rotWithShape="0">
                  <a:prstClr val="black">
                    <a:alpha val="40000"/>
                  </a:prstClr>
                </a:outerShdw>
              </a:effectLst>
            </p:spPr>
          </p:pic>
        </p:grpSp>
      </p:grpSp>
      <p:grpSp>
        <p:nvGrpSpPr>
          <p:cNvPr id="96" name="Group 95">
            <a:extLst>
              <a:ext uri="{FF2B5EF4-FFF2-40B4-BE49-F238E27FC236}">
                <a16:creationId xmlns:a16="http://schemas.microsoft.com/office/drawing/2014/main" id="{DCBAD698-1994-1074-742C-B7D20C873B81}"/>
              </a:ext>
            </a:extLst>
          </p:cNvPr>
          <p:cNvGrpSpPr/>
          <p:nvPr/>
        </p:nvGrpSpPr>
        <p:grpSpPr>
          <a:xfrm>
            <a:off x="527638" y="3570518"/>
            <a:ext cx="1032936" cy="715299"/>
            <a:chOff x="4708363" y="1010723"/>
            <a:chExt cx="1394785" cy="824803"/>
          </a:xfrm>
        </p:grpSpPr>
        <p:pic>
          <p:nvPicPr>
            <p:cNvPr id="97" name="Picture 96">
              <a:extLst>
                <a:ext uri="{FF2B5EF4-FFF2-40B4-BE49-F238E27FC236}">
                  <a16:creationId xmlns:a16="http://schemas.microsoft.com/office/drawing/2014/main" id="{FE2A3315-E573-59E7-864D-82964638582D}"/>
                </a:ext>
              </a:extLst>
            </p:cNvPr>
            <p:cNvPicPr>
              <a:picLocks noChangeAspect="1"/>
            </p:cNvPicPr>
            <p:nvPr/>
          </p:nvPicPr>
          <p:blipFill>
            <a:blip r:embed="rId8"/>
            <a:srcRect l="25888" t="31432" r="26010" b="21558"/>
            <a:stretch>
              <a:fillRect/>
            </a:stretch>
          </p:blipFill>
          <p:spPr>
            <a:xfrm>
              <a:off x="4708363" y="1010723"/>
              <a:ext cx="1125294" cy="824803"/>
            </a:xfrm>
            <a:prstGeom prst="rect">
              <a:avLst/>
            </a:prstGeom>
            <a:effectLst>
              <a:outerShdw blurRad="50800" dist="38100" dir="2700000" algn="tl" rotWithShape="0">
                <a:prstClr val="black">
                  <a:alpha val="40000"/>
                </a:prstClr>
              </a:outerShdw>
            </a:effectLst>
          </p:spPr>
        </p:pic>
        <p:sp>
          <p:nvSpPr>
            <p:cNvPr id="98" name="Arrow: Left 97">
              <a:extLst>
                <a:ext uri="{FF2B5EF4-FFF2-40B4-BE49-F238E27FC236}">
                  <a16:creationId xmlns:a16="http://schemas.microsoft.com/office/drawing/2014/main" id="{699077D9-CD88-4255-2900-60388260AEDE}"/>
                </a:ext>
              </a:extLst>
            </p:cNvPr>
            <p:cNvSpPr/>
            <p:nvPr/>
          </p:nvSpPr>
          <p:spPr>
            <a:xfrm>
              <a:off x="5185887" y="1375772"/>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lang="en-US" altLang="ja-JP" sz="700" b="1" dirty="0">
                <a:latin typeface="メイリオ" panose="020B0604030504040204" pitchFamily="50" charset="-128"/>
                <a:ea typeface="メイリオ" panose="020B0604030504040204" pitchFamily="50" charset="-128"/>
              </a:endParaRPr>
            </a:p>
          </p:txBody>
        </p:sp>
        <p:sp>
          <p:nvSpPr>
            <p:cNvPr id="99" name="TextBox 98">
              <a:extLst>
                <a:ext uri="{FF2B5EF4-FFF2-40B4-BE49-F238E27FC236}">
                  <a16:creationId xmlns:a16="http://schemas.microsoft.com/office/drawing/2014/main" id="{B58A6CE3-89C1-640F-5766-174389B6C7EA}"/>
                </a:ext>
              </a:extLst>
            </p:cNvPr>
            <p:cNvSpPr txBox="1"/>
            <p:nvPr/>
          </p:nvSpPr>
          <p:spPr>
            <a:xfrm>
              <a:off x="5004586" y="1573156"/>
              <a:ext cx="558915" cy="212936"/>
            </a:xfrm>
            <a:prstGeom prst="rect">
              <a:avLst/>
            </a:prstGeom>
            <a:noFill/>
          </p:spPr>
          <p:txBody>
            <a:bodyPr wrap="square" rtlCol="0">
              <a:spAutoFit/>
            </a:bodyPr>
            <a:lstStyle/>
            <a:p>
              <a:r>
                <a:rPr lang="en-US" altLang="ja-JP" sz="600" b="1" dirty="0">
                  <a:solidFill>
                    <a:schemeClr val="bg1"/>
                  </a:solidFill>
                  <a:latin typeface="メイリオ" panose="020B0604030504040204" pitchFamily="50" charset="-128"/>
                  <a:ea typeface="メイリオ" panose="020B0604030504040204" pitchFamily="50" charset="-128"/>
                </a:rPr>
                <a:t>ON</a:t>
              </a:r>
              <a:endParaRPr lang="ja-JP" altLang="en-US" sz="600" b="1" dirty="0">
                <a:solidFill>
                  <a:schemeClr val="bg1"/>
                </a:solidFill>
                <a:latin typeface="メイリオ" panose="020B0604030504040204" pitchFamily="50" charset="-128"/>
                <a:ea typeface="メイリオ" panose="020B0604030504040204" pitchFamily="50" charset="-128"/>
              </a:endParaRPr>
            </a:p>
          </p:txBody>
        </p:sp>
        <p:sp>
          <p:nvSpPr>
            <p:cNvPr id="100" name="TextBox 99">
              <a:extLst>
                <a:ext uri="{FF2B5EF4-FFF2-40B4-BE49-F238E27FC236}">
                  <a16:creationId xmlns:a16="http://schemas.microsoft.com/office/drawing/2014/main" id="{77DFCFFF-F662-8EBB-AF3C-3938163355EF}"/>
                </a:ext>
              </a:extLst>
            </p:cNvPr>
            <p:cNvSpPr txBox="1"/>
            <p:nvPr/>
          </p:nvSpPr>
          <p:spPr>
            <a:xfrm>
              <a:off x="5407912" y="1573156"/>
              <a:ext cx="695236" cy="212936"/>
            </a:xfrm>
            <a:prstGeom prst="rect">
              <a:avLst/>
            </a:prstGeom>
            <a:noFill/>
          </p:spPr>
          <p:txBody>
            <a:bodyPr wrap="square" rtlCol="0">
              <a:spAutoFit/>
            </a:bodyPr>
            <a:lstStyle/>
            <a:p>
              <a:r>
                <a:rPr lang="en-US" altLang="ja-JP" sz="600" b="1" dirty="0">
                  <a:solidFill>
                    <a:schemeClr val="bg1"/>
                  </a:solidFill>
                  <a:latin typeface="メイリオ" panose="020B0604030504040204" pitchFamily="50" charset="-128"/>
                  <a:ea typeface="メイリオ" panose="020B0604030504040204" pitchFamily="50" charset="-128"/>
                </a:rPr>
                <a:t>OFF</a:t>
              </a:r>
              <a:endParaRPr lang="ja-JP" altLang="en-US" sz="600" b="1" dirty="0">
                <a:solidFill>
                  <a:schemeClr val="bg1"/>
                </a:solidFill>
                <a:latin typeface="メイリオ" panose="020B0604030504040204" pitchFamily="50" charset="-128"/>
                <a:ea typeface="メイリオ" panose="020B0604030504040204" pitchFamily="50" charset="-128"/>
              </a:endParaRPr>
            </a:p>
          </p:txBody>
        </p:sp>
      </p:grpSp>
      <p:sp>
        <p:nvSpPr>
          <p:cNvPr id="101" name="TextBox 100">
            <a:extLst>
              <a:ext uri="{FF2B5EF4-FFF2-40B4-BE49-F238E27FC236}">
                <a16:creationId xmlns:a16="http://schemas.microsoft.com/office/drawing/2014/main" id="{CB2834DD-9D0C-7643-69B7-A0805F60A911}"/>
              </a:ext>
            </a:extLst>
          </p:cNvPr>
          <p:cNvSpPr txBox="1"/>
          <p:nvPr/>
        </p:nvSpPr>
        <p:spPr>
          <a:xfrm>
            <a:off x="4842484" y="4433372"/>
            <a:ext cx="1817584" cy="507831"/>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本体（またはバット）を</a:t>
            </a:r>
            <a:br>
              <a:rPr lang="en-US" altLang="ja-JP" sz="900" dirty="0">
                <a:latin typeface="メイリオ" panose="020B0604030504040204" pitchFamily="50" charset="-128"/>
                <a:ea typeface="メイリオ" panose="020B0604030504040204" pitchFamily="50" charset="-128"/>
              </a:rPr>
            </a:br>
            <a:r>
              <a:rPr lang="ja-JP" altLang="en-US" sz="900" b="1" dirty="0">
                <a:latin typeface="メイリオ" panose="020B0604030504040204" pitchFamily="50" charset="-128"/>
                <a:ea typeface="メイリオ" panose="020B0604030504040204" pitchFamily="50" charset="-128"/>
              </a:rPr>
              <a:t>指でタップ</a:t>
            </a:r>
            <a:r>
              <a:rPr lang="ja-JP" altLang="en-US" sz="900" dirty="0">
                <a:latin typeface="メイリオ" panose="020B0604030504040204" pitchFamily="50" charset="-128"/>
                <a:ea typeface="メイリオ" panose="020B0604030504040204" pitchFamily="50" charset="-128"/>
              </a:rPr>
              <a:t>すると、これまでの記録を確認出来ます。</a:t>
            </a:r>
            <a:endParaRPr lang="en-US" altLang="ja-JP" sz="900" dirty="0">
              <a:latin typeface="メイリオ" panose="020B0604030504040204" pitchFamily="50" charset="-128"/>
              <a:ea typeface="メイリオ" panose="020B0604030504040204" pitchFamily="50" charset="-128"/>
            </a:endParaRPr>
          </a:p>
        </p:txBody>
      </p:sp>
      <p:grpSp>
        <p:nvGrpSpPr>
          <p:cNvPr id="102" name="Group 101">
            <a:extLst>
              <a:ext uri="{FF2B5EF4-FFF2-40B4-BE49-F238E27FC236}">
                <a16:creationId xmlns:a16="http://schemas.microsoft.com/office/drawing/2014/main" id="{8B8971EC-761E-7862-16F0-EC11EE5ED1FD}"/>
              </a:ext>
            </a:extLst>
          </p:cNvPr>
          <p:cNvGrpSpPr/>
          <p:nvPr/>
        </p:nvGrpSpPr>
        <p:grpSpPr>
          <a:xfrm>
            <a:off x="5436046" y="3474971"/>
            <a:ext cx="591960" cy="906392"/>
            <a:chOff x="5000711" y="5293669"/>
            <a:chExt cx="799332" cy="1223912"/>
          </a:xfrm>
        </p:grpSpPr>
        <p:pic>
          <p:nvPicPr>
            <p:cNvPr id="103" name="Picture 102">
              <a:extLst>
                <a:ext uri="{FF2B5EF4-FFF2-40B4-BE49-F238E27FC236}">
                  <a16:creationId xmlns:a16="http://schemas.microsoft.com/office/drawing/2014/main" id="{86022C7A-78C3-47F9-6191-D3CB14D40E6D}"/>
                </a:ext>
              </a:extLst>
            </p:cNvPr>
            <p:cNvPicPr>
              <a:picLocks noChangeAspect="1"/>
            </p:cNvPicPr>
            <p:nvPr/>
          </p:nvPicPr>
          <p:blipFill>
            <a:blip r:embed="rId2"/>
            <a:srcRect l="40487" t="36589" r="40487" b="44787"/>
            <a:stretch>
              <a:fillRect/>
            </a:stretch>
          </p:blipFill>
          <p:spPr>
            <a:xfrm>
              <a:off x="5000711" y="5293669"/>
              <a:ext cx="753569" cy="1098344"/>
            </a:xfrm>
            <a:prstGeom prst="rect">
              <a:avLst/>
            </a:prstGeom>
          </p:spPr>
        </p:pic>
        <p:pic>
          <p:nvPicPr>
            <p:cNvPr id="104" name="Graphic 103" descr="Double Tap Gesture with solid fill">
              <a:extLst>
                <a:ext uri="{FF2B5EF4-FFF2-40B4-BE49-F238E27FC236}">
                  <a16:creationId xmlns:a16="http://schemas.microsoft.com/office/drawing/2014/main" id="{34CCEEFB-1DC5-2340-950D-36335A0CBCD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8687406">
              <a:off x="5232659" y="5950197"/>
              <a:ext cx="567384" cy="567384"/>
            </a:xfrm>
            <a:prstGeom prst="rect">
              <a:avLst/>
            </a:prstGeom>
            <a:effectLst>
              <a:outerShdw blurRad="50800" dist="38100" dir="2700000" algn="tl" rotWithShape="0">
                <a:prstClr val="black">
                  <a:alpha val="40000"/>
                </a:prstClr>
              </a:outerShdw>
            </a:effectLst>
          </p:spPr>
        </p:pic>
        <p:pic>
          <p:nvPicPr>
            <p:cNvPr id="105" name="Graphic 104" descr="Double Tap Gesture with solid fill">
              <a:extLst>
                <a:ext uri="{FF2B5EF4-FFF2-40B4-BE49-F238E27FC236}">
                  <a16:creationId xmlns:a16="http://schemas.microsoft.com/office/drawing/2014/main" id="{E6A2A235-96C3-7E35-14B1-E70E19914A2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8687406">
              <a:off x="5232659" y="5393310"/>
              <a:ext cx="567384" cy="567384"/>
            </a:xfrm>
            <a:prstGeom prst="rect">
              <a:avLst/>
            </a:prstGeom>
            <a:effectLst>
              <a:outerShdw blurRad="50800" dist="38100" dir="2700000" algn="tl" rotWithShape="0">
                <a:prstClr val="black">
                  <a:alpha val="40000"/>
                </a:prstClr>
              </a:outerShdw>
            </a:effectLst>
          </p:spPr>
        </p:pic>
      </p:grpSp>
      <p:graphicFrame>
        <p:nvGraphicFramePr>
          <p:cNvPr id="106" name="Table 105">
            <a:extLst>
              <a:ext uri="{FF2B5EF4-FFF2-40B4-BE49-F238E27FC236}">
                <a16:creationId xmlns:a16="http://schemas.microsoft.com/office/drawing/2014/main" id="{5671EF32-336E-C917-0BF1-3873B9BD46E1}"/>
              </a:ext>
            </a:extLst>
          </p:cNvPr>
          <p:cNvGraphicFramePr>
            <a:graphicFrameLocks noGrp="1"/>
          </p:cNvGraphicFramePr>
          <p:nvPr>
            <p:extLst>
              <p:ext uri="{D42A27DB-BD31-4B8C-83A1-F6EECF244321}">
                <p14:modId xmlns:p14="http://schemas.microsoft.com/office/powerpoint/2010/main" val="559038401"/>
              </p:ext>
            </p:extLst>
          </p:nvPr>
        </p:nvGraphicFramePr>
        <p:xfrm>
          <a:off x="4922944" y="4953226"/>
          <a:ext cx="1618165" cy="590552"/>
        </p:xfrm>
        <a:graphic>
          <a:graphicData uri="http://schemas.openxmlformats.org/drawingml/2006/table">
            <a:tbl>
              <a:tblPr bandRow="1">
                <a:tableStyleId>{5C22544A-7EE6-4342-B048-85BDC9FD1C3A}</a:tableStyleId>
              </a:tblPr>
              <a:tblGrid>
                <a:gridCol w="529927">
                  <a:extLst>
                    <a:ext uri="{9D8B030D-6E8A-4147-A177-3AD203B41FA5}">
                      <a16:colId xmlns:a16="http://schemas.microsoft.com/office/drawing/2014/main" val="2179658956"/>
                    </a:ext>
                  </a:extLst>
                </a:gridCol>
                <a:gridCol w="1088238">
                  <a:extLst>
                    <a:ext uri="{9D8B030D-6E8A-4147-A177-3AD203B41FA5}">
                      <a16:colId xmlns:a16="http://schemas.microsoft.com/office/drawing/2014/main" val="970438828"/>
                    </a:ext>
                  </a:extLst>
                </a:gridCol>
              </a:tblGrid>
              <a:tr h="111443">
                <a:tc>
                  <a:txBody>
                    <a:bodyPr/>
                    <a:lstStyle/>
                    <a:p>
                      <a:r>
                        <a:rPr kumimoji="1" lang="ja-JP" altLang="en-US" sz="800" b="1" dirty="0">
                          <a:solidFill>
                            <a:schemeClr val="bg1"/>
                          </a:solidFill>
                          <a:latin typeface="メイリオ" panose="020B0604030504040204" pitchFamily="50" charset="-128"/>
                          <a:ea typeface="メイリオ" panose="020B0604030504040204" pitchFamily="50" charset="-128"/>
                        </a:rPr>
                        <a:t>トン</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C0000"/>
                    </a:solidFill>
                  </a:tcPr>
                </a:tc>
                <a:tc>
                  <a:txBody>
                    <a:bodyPr/>
                    <a:lstStyle/>
                    <a:p>
                      <a:pPr algn="ctr"/>
                      <a:r>
                        <a:rPr kumimoji="1" lang="ja-JP" altLang="en-US" sz="800" dirty="0">
                          <a:latin typeface="メイリオ" panose="020B0604030504040204" pitchFamily="50" charset="-128"/>
                          <a:ea typeface="メイリオ" panose="020B0604030504040204" pitchFamily="50" charset="-128"/>
                        </a:rPr>
                        <a:t>スイング回数</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59856299"/>
                  </a:ext>
                </a:extLst>
              </a:tr>
              <a:tr h="231458">
                <a:tc>
                  <a:txBody>
                    <a:bodyPr/>
                    <a:lstStyle/>
                    <a:p>
                      <a:r>
                        <a:rPr kumimoji="1" lang="ja-JP" altLang="en-US" sz="800" b="1" dirty="0">
                          <a:solidFill>
                            <a:schemeClr val="bg1"/>
                          </a:solidFill>
                          <a:latin typeface="メイリオ" panose="020B0604030504040204" pitchFamily="50" charset="-128"/>
                          <a:ea typeface="メイリオ" panose="020B0604030504040204" pitchFamily="50" charset="-128"/>
                        </a:rPr>
                        <a:t>トントン</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C0000"/>
                    </a:solidFill>
                  </a:tcPr>
                </a:tc>
                <a:tc>
                  <a:txBody>
                    <a:bodyPr/>
                    <a:lstStyle/>
                    <a:p>
                      <a:pPr algn="ctr"/>
                      <a:r>
                        <a:rPr kumimoji="1" lang="ja-JP" altLang="en-US" sz="800" dirty="0">
                          <a:latin typeface="メイリオ" panose="020B0604030504040204" pitchFamily="50" charset="-128"/>
                          <a:ea typeface="メイリオ" panose="020B0604030504040204" pitchFamily="50" charset="-128"/>
                        </a:rPr>
                        <a:t>平均スコア（</a:t>
                      </a:r>
                      <a:r>
                        <a:rPr kumimoji="1" lang="en-US" altLang="ja-JP" sz="800" dirty="0">
                          <a:latin typeface="メイリオ" panose="020B0604030504040204" pitchFamily="50" charset="-128"/>
                          <a:ea typeface="メイリオ" panose="020B0604030504040204" pitchFamily="50" charset="-128"/>
                        </a:rPr>
                        <a:t>1</a:t>
                      </a:r>
                      <a:r>
                        <a:rPr kumimoji="1" lang="ja-JP" altLang="en-US" sz="800" dirty="0">
                          <a:latin typeface="メイリオ" panose="020B0604030504040204" pitchFamily="50" charset="-128"/>
                          <a:ea typeface="メイリオ" panose="020B0604030504040204" pitchFamily="50" charset="-128"/>
                        </a:rPr>
                        <a:t>秒）</a:t>
                      </a:r>
                      <a:br>
                        <a:rPr kumimoji="1" lang="en-US" altLang="ja-JP" sz="800" dirty="0">
                          <a:latin typeface="メイリオ" panose="020B0604030504040204" pitchFamily="50" charset="-128"/>
                          <a:ea typeface="メイリオ" panose="020B0604030504040204" pitchFamily="50" charset="-128"/>
                        </a:rPr>
                      </a:br>
                      <a:r>
                        <a:rPr kumimoji="1" lang="ja-JP" altLang="en-US" sz="800" dirty="0">
                          <a:latin typeface="メイリオ" panose="020B0604030504040204" pitchFamily="50" charset="-128"/>
                          <a:ea typeface="メイリオ" panose="020B0604030504040204" pitchFamily="50" charset="-128"/>
                        </a:rPr>
                        <a:t>↓</a:t>
                      </a:r>
                      <a:br>
                        <a:rPr kumimoji="1" lang="en-US" altLang="ja-JP" sz="800" dirty="0">
                          <a:latin typeface="メイリオ" panose="020B0604030504040204" pitchFamily="50" charset="-128"/>
                          <a:ea typeface="メイリオ" panose="020B0604030504040204" pitchFamily="50" charset="-128"/>
                        </a:rPr>
                      </a:br>
                      <a:r>
                        <a:rPr kumimoji="1" lang="ja-JP" altLang="en-US" sz="800" dirty="0">
                          <a:latin typeface="メイリオ" panose="020B0604030504040204" pitchFamily="50" charset="-128"/>
                          <a:ea typeface="メイリオ" panose="020B0604030504040204" pitchFamily="50" charset="-128"/>
                        </a:rPr>
                        <a:t>ベストスコア（</a:t>
                      </a:r>
                      <a:r>
                        <a:rPr kumimoji="1" lang="en-US" altLang="ja-JP" sz="800" dirty="0">
                          <a:latin typeface="メイリオ" panose="020B0604030504040204" pitchFamily="50" charset="-128"/>
                          <a:ea typeface="メイリオ" panose="020B0604030504040204" pitchFamily="50" charset="-128"/>
                        </a:rPr>
                        <a:t>1</a:t>
                      </a:r>
                      <a:r>
                        <a:rPr kumimoji="1" lang="ja-JP" altLang="en-US" sz="800" dirty="0">
                          <a:latin typeface="メイリオ" panose="020B0604030504040204" pitchFamily="50" charset="-128"/>
                          <a:ea typeface="メイリオ" panose="020B0604030504040204" pitchFamily="50" charset="-128"/>
                        </a:rPr>
                        <a:t>秒）</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358015"/>
                  </a:ext>
                </a:extLst>
              </a:tr>
            </a:tbl>
          </a:graphicData>
        </a:graphic>
      </p:graphicFrame>
      <p:sp>
        <p:nvSpPr>
          <p:cNvPr id="107" name="TextBox 106">
            <a:extLst>
              <a:ext uri="{FF2B5EF4-FFF2-40B4-BE49-F238E27FC236}">
                <a16:creationId xmlns:a16="http://schemas.microsoft.com/office/drawing/2014/main" id="{B277708C-B1A8-37AF-F70A-3B76210C2EB9}"/>
              </a:ext>
            </a:extLst>
          </p:cNvPr>
          <p:cNvSpPr txBox="1"/>
          <p:nvPr/>
        </p:nvSpPr>
        <p:spPr>
          <a:xfrm>
            <a:off x="4761175" y="5523403"/>
            <a:ext cx="2054015" cy="384721"/>
          </a:xfrm>
          <a:prstGeom prst="rect">
            <a:avLst/>
          </a:prstGeom>
          <a:noFill/>
        </p:spPr>
        <p:txBody>
          <a:bodyPr wrap="square" rtlCol="0">
            <a:spAutoFit/>
          </a:bodyPr>
          <a:lstStyle/>
          <a:p>
            <a:r>
              <a:rPr lang="ja-JP" altLang="en-US" sz="1000" dirty="0">
                <a:solidFill>
                  <a:srgbClr val="CC0000"/>
                </a:solidFill>
                <a:latin typeface="メイリオ" panose="020B0604030504040204" pitchFamily="50" charset="-128"/>
                <a:ea typeface="メイリオ" panose="020B0604030504040204" pitchFamily="50" charset="-128"/>
              </a:rPr>
              <a:t>⚠️</a:t>
            </a:r>
            <a:r>
              <a:rPr lang="ja-JP" altLang="en-US" sz="900" dirty="0">
                <a:solidFill>
                  <a:srgbClr val="CC0000"/>
                </a:solidFill>
                <a:latin typeface="メイリオ" panose="020B0604030504040204" pitchFamily="50" charset="-128"/>
                <a:ea typeface="メイリオ" panose="020B0604030504040204" pitchFamily="50" charset="-128"/>
              </a:rPr>
              <a:t>電源オフすると記録はリセットされます。</a:t>
            </a:r>
            <a:endParaRPr lang="ja-JP" altLang="en-US" sz="1000" dirty="0">
              <a:solidFill>
                <a:srgbClr val="CC0000"/>
              </a:solidFill>
              <a:latin typeface="メイリオ" panose="020B0604030504040204" pitchFamily="50" charset="-128"/>
              <a:ea typeface="メイリオ" panose="020B0604030504040204" pitchFamily="50" charset="-128"/>
            </a:endParaRPr>
          </a:p>
        </p:txBody>
      </p:sp>
      <p:sp>
        <p:nvSpPr>
          <p:cNvPr id="108" name="TextBox 107">
            <a:extLst>
              <a:ext uri="{FF2B5EF4-FFF2-40B4-BE49-F238E27FC236}">
                <a16:creationId xmlns:a16="http://schemas.microsoft.com/office/drawing/2014/main" id="{B4A6515A-5222-6021-A2CE-69C523C85305}"/>
              </a:ext>
            </a:extLst>
          </p:cNvPr>
          <p:cNvSpPr txBox="1"/>
          <p:nvPr/>
        </p:nvSpPr>
        <p:spPr>
          <a:xfrm>
            <a:off x="339364" y="7551489"/>
            <a:ext cx="1480242" cy="338554"/>
          </a:xfrm>
          <a:prstGeom prst="rect">
            <a:avLst/>
          </a:prstGeom>
          <a:noFill/>
        </p:spPr>
        <p:txBody>
          <a:bodyPr wrap="square" rtlCol="0">
            <a:spAutoFit/>
          </a:bodyPr>
          <a:lstStyle/>
          <a:p>
            <a:r>
              <a:rPr lang="ja-JP" altLang="en-US" sz="1600" b="1" dirty="0">
                <a:latin typeface="メイリオ" panose="020B0604030504040204" pitchFamily="50" charset="-128"/>
                <a:ea typeface="メイリオ" panose="020B0604030504040204" pitchFamily="50" charset="-128"/>
              </a:rPr>
              <a:t>電池交換</a:t>
            </a:r>
          </a:p>
        </p:txBody>
      </p:sp>
      <p:cxnSp>
        <p:nvCxnSpPr>
          <p:cNvPr id="109" name="Straight Connector 108">
            <a:extLst>
              <a:ext uri="{FF2B5EF4-FFF2-40B4-BE49-F238E27FC236}">
                <a16:creationId xmlns:a16="http://schemas.microsoft.com/office/drawing/2014/main" id="{98D340EF-180E-C357-2282-F49505A888AE}"/>
              </a:ext>
            </a:extLst>
          </p:cNvPr>
          <p:cNvCxnSpPr>
            <a:cxnSpLocks/>
          </p:cNvCxnSpPr>
          <p:nvPr/>
        </p:nvCxnSpPr>
        <p:spPr>
          <a:xfrm>
            <a:off x="404841" y="7865339"/>
            <a:ext cx="6128694" cy="0"/>
          </a:xfrm>
          <a:prstGeom prst="line">
            <a:avLst/>
          </a:prstGeom>
          <a:ln>
            <a:solidFill>
              <a:srgbClr val="CC0000"/>
            </a:solidFill>
          </a:ln>
        </p:spPr>
        <p:style>
          <a:lnRef idx="2">
            <a:schemeClr val="accent1"/>
          </a:lnRef>
          <a:fillRef idx="0">
            <a:schemeClr val="accent1"/>
          </a:fillRef>
          <a:effectRef idx="1">
            <a:schemeClr val="accent1"/>
          </a:effectRef>
          <a:fontRef idx="minor">
            <a:schemeClr val="tx1"/>
          </a:fontRef>
        </p:style>
      </p:cxnSp>
      <p:sp>
        <p:nvSpPr>
          <p:cNvPr id="110" name="Rectangle 109">
            <a:extLst>
              <a:ext uri="{FF2B5EF4-FFF2-40B4-BE49-F238E27FC236}">
                <a16:creationId xmlns:a16="http://schemas.microsoft.com/office/drawing/2014/main" id="{6FF9D4F0-F857-A60A-8C90-CCC965A1104E}"/>
              </a:ext>
            </a:extLst>
          </p:cNvPr>
          <p:cNvSpPr/>
          <p:nvPr/>
        </p:nvSpPr>
        <p:spPr>
          <a:xfrm>
            <a:off x="265622" y="7545081"/>
            <a:ext cx="73742" cy="351370"/>
          </a:xfrm>
          <a:prstGeom prst="rect">
            <a:avLst/>
          </a:prstGeom>
          <a:solidFill>
            <a:srgbClr val="CC0000"/>
          </a:solidFill>
          <a:ln>
            <a:solidFill>
              <a:srgbClr val="CC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TextBox 110">
            <a:extLst>
              <a:ext uri="{FF2B5EF4-FFF2-40B4-BE49-F238E27FC236}">
                <a16:creationId xmlns:a16="http://schemas.microsoft.com/office/drawing/2014/main" id="{905DA3A5-E98A-E424-8806-10FE3B8D0755}"/>
              </a:ext>
            </a:extLst>
          </p:cNvPr>
          <p:cNvSpPr txBox="1"/>
          <p:nvPr/>
        </p:nvSpPr>
        <p:spPr>
          <a:xfrm>
            <a:off x="357136" y="7948633"/>
            <a:ext cx="6214898" cy="369332"/>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表示が不安定、音が小さい、</a:t>
            </a:r>
            <a:r>
              <a:rPr lang="ja-JP" altLang="en-US" sz="900" b="1" dirty="0">
                <a:solidFill>
                  <a:srgbClr val="CC0000"/>
                </a:solidFill>
                <a:latin typeface="メイリオ" panose="020B0604030504040204" pitchFamily="50" charset="-128"/>
                <a:ea typeface="メイリオ" panose="020B0604030504040204" pitchFamily="50" charset="-128"/>
              </a:rPr>
              <a:t>使用中にリセットがかかる</a:t>
            </a:r>
            <a:r>
              <a:rPr lang="ja-JP" altLang="en-US" sz="900" dirty="0">
                <a:latin typeface="メイリオ" panose="020B0604030504040204" pitchFamily="50" charset="-128"/>
                <a:ea typeface="メイリオ" panose="020B0604030504040204" pitchFamily="50" charset="-128"/>
              </a:rPr>
              <a:t>、といった場合は電池交換の合図になります。</a:t>
            </a:r>
          </a:p>
          <a:p>
            <a:r>
              <a:rPr lang="en-US" altLang="ja-JP" sz="900" dirty="0">
                <a:latin typeface="メイリオ" panose="020B0604030504040204" pitchFamily="50" charset="-128"/>
                <a:ea typeface="メイリオ" panose="020B0604030504040204" pitchFamily="50" charset="-128"/>
              </a:rPr>
              <a:t>※ </a:t>
            </a:r>
            <a:r>
              <a:rPr lang="ja-JP" altLang="en-US" sz="900" dirty="0">
                <a:latin typeface="メイリオ" panose="020B0604030504040204" pitchFamily="50" charset="-128"/>
                <a:ea typeface="メイリオ" panose="020B0604030504040204" pitchFamily="50" charset="-128"/>
              </a:rPr>
              <a:t>電源オン時に表示される電池残量は目安です。正確な残量計ではありません。</a:t>
            </a:r>
          </a:p>
        </p:txBody>
      </p:sp>
      <p:grpSp>
        <p:nvGrpSpPr>
          <p:cNvPr id="124" name="Group 123">
            <a:extLst>
              <a:ext uri="{FF2B5EF4-FFF2-40B4-BE49-F238E27FC236}">
                <a16:creationId xmlns:a16="http://schemas.microsoft.com/office/drawing/2014/main" id="{7389923B-0009-B2F2-392F-8515966F303A}"/>
              </a:ext>
            </a:extLst>
          </p:cNvPr>
          <p:cNvGrpSpPr/>
          <p:nvPr/>
        </p:nvGrpSpPr>
        <p:grpSpPr>
          <a:xfrm>
            <a:off x="463561" y="8636257"/>
            <a:ext cx="1057498" cy="1057498"/>
            <a:chOff x="-2596239" y="3913305"/>
            <a:chExt cx="668750" cy="668750"/>
          </a:xfrm>
        </p:grpSpPr>
        <p:pic>
          <p:nvPicPr>
            <p:cNvPr id="112" name="Picture 111">
              <a:extLst>
                <a:ext uri="{FF2B5EF4-FFF2-40B4-BE49-F238E27FC236}">
                  <a16:creationId xmlns:a16="http://schemas.microsoft.com/office/drawing/2014/main" id="{FD5D3B6D-9EFF-0BF1-44DE-71ABB9984403}"/>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596239" y="3913305"/>
              <a:ext cx="668750" cy="668750"/>
            </a:xfrm>
            <a:prstGeom prst="rect">
              <a:avLst/>
            </a:prstGeom>
          </p:spPr>
        </p:pic>
        <p:sp>
          <p:nvSpPr>
            <p:cNvPr id="113" name="Oval 112">
              <a:extLst>
                <a:ext uri="{FF2B5EF4-FFF2-40B4-BE49-F238E27FC236}">
                  <a16:creationId xmlns:a16="http://schemas.microsoft.com/office/drawing/2014/main" id="{75B8FDCE-B1E5-E4D4-834F-E23E48DB943E}"/>
                </a:ext>
              </a:extLst>
            </p:cNvPr>
            <p:cNvSpPr/>
            <p:nvPr/>
          </p:nvSpPr>
          <p:spPr>
            <a:xfrm>
              <a:off x="-2479771" y="3921454"/>
              <a:ext cx="100942" cy="10094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800"/>
            </a:p>
          </p:txBody>
        </p:sp>
        <p:sp>
          <p:nvSpPr>
            <p:cNvPr id="114" name="Oval 113">
              <a:extLst>
                <a:ext uri="{FF2B5EF4-FFF2-40B4-BE49-F238E27FC236}">
                  <a16:creationId xmlns:a16="http://schemas.microsoft.com/office/drawing/2014/main" id="{F0DE23D6-FCE2-59F3-CBB1-60721B61AFF7}"/>
                </a:ext>
              </a:extLst>
            </p:cNvPr>
            <p:cNvSpPr/>
            <p:nvPr/>
          </p:nvSpPr>
          <p:spPr>
            <a:xfrm>
              <a:off x="-2144270" y="3921454"/>
              <a:ext cx="100942" cy="10094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800"/>
            </a:p>
          </p:txBody>
        </p:sp>
        <p:sp>
          <p:nvSpPr>
            <p:cNvPr id="115" name="Oval 114">
              <a:extLst>
                <a:ext uri="{FF2B5EF4-FFF2-40B4-BE49-F238E27FC236}">
                  <a16:creationId xmlns:a16="http://schemas.microsoft.com/office/drawing/2014/main" id="{E2AAD802-1177-DA76-8946-599D01C2B419}"/>
                </a:ext>
              </a:extLst>
            </p:cNvPr>
            <p:cNvSpPr/>
            <p:nvPr/>
          </p:nvSpPr>
          <p:spPr>
            <a:xfrm>
              <a:off x="-2479771" y="4413077"/>
              <a:ext cx="100942" cy="10094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800"/>
            </a:p>
          </p:txBody>
        </p:sp>
        <p:sp>
          <p:nvSpPr>
            <p:cNvPr id="116" name="Oval 115">
              <a:extLst>
                <a:ext uri="{FF2B5EF4-FFF2-40B4-BE49-F238E27FC236}">
                  <a16:creationId xmlns:a16="http://schemas.microsoft.com/office/drawing/2014/main" id="{51409483-88A1-71A7-331E-459CF34472E4}"/>
                </a:ext>
              </a:extLst>
            </p:cNvPr>
            <p:cNvSpPr/>
            <p:nvPr/>
          </p:nvSpPr>
          <p:spPr>
            <a:xfrm>
              <a:off x="-2144270" y="4413077"/>
              <a:ext cx="100942" cy="10094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800"/>
            </a:p>
          </p:txBody>
        </p:sp>
      </p:grpSp>
      <p:sp>
        <p:nvSpPr>
          <p:cNvPr id="117" name="TextBox 116">
            <a:extLst>
              <a:ext uri="{FF2B5EF4-FFF2-40B4-BE49-F238E27FC236}">
                <a16:creationId xmlns:a16="http://schemas.microsoft.com/office/drawing/2014/main" id="{FCD91FC9-EF20-1A7F-462A-FB49320C1032}"/>
              </a:ext>
            </a:extLst>
          </p:cNvPr>
          <p:cNvSpPr txBox="1"/>
          <p:nvPr/>
        </p:nvSpPr>
        <p:spPr>
          <a:xfrm>
            <a:off x="1502217" y="8934173"/>
            <a:ext cx="1001904" cy="646331"/>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裏面の四隅のネジを外して、ケースを開けます。</a:t>
            </a:r>
            <a:endParaRPr lang="en-US" altLang="ja-JP" sz="900" dirty="0">
              <a:latin typeface="メイリオ" panose="020B0604030504040204" pitchFamily="50" charset="-128"/>
              <a:ea typeface="メイリオ" panose="020B0604030504040204" pitchFamily="50" charset="-128"/>
            </a:endParaRPr>
          </a:p>
        </p:txBody>
      </p:sp>
      <p:grpSp>
        <p:nvGrpSpPr>
          <p:cNvPr id="125" name="Group 124">
            <a:extLst>
              <a:ext uri="{FF2B5EF4-FFF2-40B4-BE49-F238E27FC236}">
                <a16:creationId xmlns:a16="http://schemas.microsoft.com/office/drawing/2014/main" id="{3B0F384A-34D1-83CA-562B-AB4F2989DD34}"/>
              </a:ext>
            </a:extLst>
          </p:cNvPr>
          <p:cNvGrpSpPr/>
          <p:nvPr/>
        </p:nvGrpSpPr>
        <p:grpSpPr>
          <a:xfrm>
            <a:off x="2745740" y="8538779"/>
            <a:ext cx="668750" cy="1152790"/>
            <a:chOff x="2844225" y="6333818"/>
            <a:chExt cx="668750" cy="1152790"/>
          </a:xfrm>
        </p:grpSpPr>
        <p:pic>
          <p:nvPicPr>
            <p:cNvPr id="118" name="Picture 117">
              <a:extLst>
                <a:ext uri="{FF2B5EF4-FFF2-40B4-BE49-F238E27FC236}">
                  <a16:creationId xmlns:a16="http://schemas.microsoft.com/office/drawing/2014/main" id="{3E471A46-416F-A53D-2A53-AAAB7A634083}"/>
                </a:ext>
              </a:extLst>
            </p:cNvPr>
            <p:cNvPicPr>
              <a:picLocks noChangeAspect="1"/>
            </p:cNvPicPr>
            <p:nvPr/>
          </p:nvPicPr>
          <p:blipFill>
            <a:blip r:embed="rId11"/>
            <a:srcRect l="15765" r="15766" b="38394"/>
            <a:stretch>
              <a:fillRect/>
            </a:stretch>
          </p:blipFill>
          <p:spPr>
            <a:xfrm>
              <a:off x="2844225" y="6333818"/>
              <a:ext cx="668750" cy="802287"/>
            </a:xfrm>
            <a:prstGeom prst="rect">
              <a:avLst/>
            </a:prstGeom>
          </p:spPr>
        </p:pic>
        <p:pic>
          <p:nvPicPr>
            <p:cNvPr id="119" name="Picture 118">
              <a:extLst>
                <a:ext uri="{FF2B5EF4-FFF2-40B4-BE49-F238E27FC236}">
                  <a16:creationId xmlns:a16="http://schemas.microsoft.com/office/drawing/2014/main" id="{961ABB8F-9987-A8CB-E927-04063584363A}"/>
                </a:ext>
              </a:extLst>
            </p:cNvPr>
            <p:cNvPicPr>
              <a:picLocks noChangeAspect="1"/>
            </p:cNvPicPr>
            <p:nvPr/>
          </p:nvPicPr>
          <p:blipFill>
            <a:blip r:embed="rId12"/>
            <a:srcRect l="34773" t="62508" r="34520" b="11279"/>
            <a:stretch>
              <a:fillRect/>
            </a:stretch>
          </p:blipFill>
          <p:spPr>
            <a:xfrm>
              <a:off x="2979771" y="7068219"/>
              <a:ext cx="416540" cy="418389"/>
            </a:xfrm>
            <a:prstGeom prst="rect">
              <a:avLst/>
            </a:prstGeom>
            <a:effectLst>
              <a:outerShdw blurRad="50800" dist="38100" dir="2700000" algn="tl" rotWithShape="0">
                <a:prstClr val="black">
                  <a:alpha val="40000"/>
                </a:prstClr>
              </a:outerShdw>
            </a:effectLst>
          </p:spPr>
        </p:pic>
        <p:sp>
          <p:nvSpPr>
            <p:cNvPr id="120" name="Arrow: Left 119">
              <a:extLst>
                <a:ext uri="{FF2B5EF4-FFF2-40B4-BE49-F238E27FC236}">
                  <a16:creationId xmlns:a16="http://schemas.microsoft.com/office/drawing/2014/main" id="{DB9FA5B5-A782-AA3F-04D2-3EB4F8CBF3E2}"/>
                </a:ext>
              </a:extLst>
            </p:cNvPr>
            <p:cNvSpPr/>
            <p:nvPr/>
          </p:nvSpPr>
          <p:spPr>
            <a:xfrm rot="5400000">
              <a:off x="3110290" y="7055292"/>
              <a:ext cx="242184" cy="105825"/>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lang="en-US" altLang="ja-JP" sz="800" b="1" dirty="0">
                <a:latin typeface="メイリオ" panose="020B0604030504040204" pitchFamily="50" charset="-128"/>
                <a:ea typeface="メイリオ" panose="020B0604030504040204" pitchFamily="50" charset="-128"/>
              </a:endParaRPr>
            </a:p>
          </p:txBody>
        </p:sp>
        <p:sp>
          <p:nvSpPr>
            <p:cNvPr id="121" name="Arrow: Left 120">
              <a:extLst>
                <a:ext uri="{FF2B5EF4-FFF2-40B4-BE49-F238E27FC236}">
                  <a16:creationId xmlns:a16="http://schemas.microsoft.com/office/drawing/2014/main" id="{4032FE5B-76FA-F264-9346-BBB176E616A6}"/>
                </a:ext>
              </a:extLst>
            </p:cNvPr>
            <p:cNvSpPr/>
            <p:nvPr/>
          </p:nvSpPr>
          <p:spPr>
            <a:xfrm rot="16200000">
              <a:off x="3002896" y="7061961"/>
              <a:ext cx="242184" cy="105825"/>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lang="en-US" altLang="ja-JP" sz="800" b="1" dirty="0">
                <a:latin typeface="メイリオ" panose="020B0604030504040204" pitchFamily="50" charset="-128"/>
                <a:ea typeface="メイリオ" panose="020B0604030504040204" pitchFamily="50" charset="-128"/>
              </a:endParaRPr>
            </a:p>
          </p:txBody>
        </p:sp>
      </p:grpSp>
      <p:sp>
        <p:nvSpPr>
          <p:cNvPr id="122" name="TextBox 121">
            <a:extLst>
              <a:ext uri="{FF2B5EF4-FFF2-40B4-BE49-F238E27FC236}">
                <a16:creationId xmlns:a16="http://schemas.microsoft.com/office/drawing/2014/main" id="{C0332A5E-3C3A-7956-056E-9A35125A775F}"/>
              </a:ext>
            </a:extLst>
          </p:cNvPr>
          <p:cNvSpPr txBox="1"/>
          <p:nvPr/>
        </p:nvSpPr>
        <p:spPr>
          <a:xfrm>
            <a:off x="3468523" y="8636639"/>
            <a:ext cx="3166669" cy="369332"/>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電池ホルダーがあるので電池を抜いて交換してください。</a:t>
            </a:r>
            <a:br>
              <a:rPr lang="en-US" altLang="ja-JP" sz="900"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（後ろから押すと出てきます）</a:t>
            </a:r>
            <a:endParaRPr lang="en-US" altLang="ja-JP" sz="900" dirty="0">
              <a:latin typeface="メイリオ" panose="020B0604030504040204" pitchFamily="50" charset="-128"/>
              <a:ea typeface="メイリオ" panose="020B0604030504040204" pitchFamily="50" charset="-128"/>
            </a:endParaRPr>
          </a:p>
        </p:txBody>
      </p:sp>
      <p:sp>
        <p:nvSpPr>
          <p:cNvPr id="123" name="TextBox 122">
            <a:extLst>
              <a:ext uri="{FF2B5EF4-FFF2-40B4-BE49-F238E27FC236}">
                <a16:creationId xmlns:a16="http://schemas.microsoft.com/office/drawing/2014/main" id="{9CB9685A-048F-681B-87CB-BADA50440C56}"/>
              </a:ext>
            </a:extLst>
          </p:cNvPr>
          <p:cNvSpPr txBox="1"/>
          <p:nvPr/>
        </p:nvSpPr>
        <p:spPr>
          <a:xfrm>
            <a:off x="3468524" y="9192073"/>
            <a:ext cx="2885014" cy="369332"/>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対応している電池は「</a:t>
            </a:r>
            <a:r>
              <a:rPr lang="en-US" altLang="ja-JP" sz="900" b="1" dirty="0">
                <a:solidFill>
                  <a:srgbClr val="C00000"/>
                </a:solidFill>
                <a:latin typeface="メイリオ" panose="020B0604030504040204" pitchFamily="50" charset="-128"/>
                <a:ea typeface="メイリオ" panose="020B0604030504040204" pitchFamily="50" charset="-128"/>
              </a:rPr>
              <a:t>CR2450</a:t>
            </a:r>
            <a:r>
              <a:rPr lang="ja-JP" altLang="en-US" sz="900" dirty="0">
                <a:latin typeface="メイリオ" panose="020B0604030504040204" pitchFamily="50" charset="-128"/>
                <a:ea typeface="メイリオ" panose="020B0604030504040204" pitchFamily="50" charset="-128"/>
              </a:rPr>
              <a:t>」です。</a:t>
            </a:r>
            <a:br>
              <a:rPr lang="en-US" altLang="ja-JP" sz="900"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（ダイソーで</a:t>
            </a:r>
            <a:r>
              <a:rPr lang="en-US" altLang="ja-JP" sz="900" dirty="0">
                <a:latin typeface="メイリオ" panose="020B0604030504040204" pitchFamily="50" charset="-128"/>
                <a:ea typeface="メイリオ" panose="020B0604030504040204" pitchFamily="50" charset="-128"/>
              </a:rPr>
              <a:t>100</a:t>
            </a:r>
            <a:r>
              <a:rPr lang="ja-JP" altLang="en-US" sz="900" dirty="0">
                <a:latin typeface="メイリオ" panose="020B0604030504040204" pitchFamily="50" charset="-128"/>
                <a:ea typeface="メイリオ" panose="020B0604030504040204" pitchFamily="50" charset="-128"/>
              </a:rPr>
              <a:t>円で売ってます）</a:t>
            </a:r>
            <a:endParaRPr lang="en-US" altLang="ja-JP" sz="900" dirty="0">
              <a:latin typeface="メイリオ" panose="020B0604030504040204" pitchFamily="50" charset="-128"/>
              <a:ea typeface="メイリオ" panose="020B0604030504040204" pitchFamily="50" charset="-128"/>
            </a:endParaRPr>
          </a:p>
        </p:txBody>
      </p:sp>
      <p:sp>
        <p:nvSpPr>
          <p:cNvPr id="132" name="TextBox 131">
            <a:extLst>
              <a:ext uri="{FF2B5EF4-FFF2-40B4-BE49-F238E27FC236}">
                <a16:creationId xmlns:a16="http://schemas.microsoft.com/office/drawing/2014/main" id="{36C97EBC-6D5D-E953-1F6D-0BF2BBFC9D29}"/>
              </a:ext>
            </a:extLst>
          </p:cNvPr>
          <p:cNvSpPr txBox="1"/>
          <p:nvPr/>
        </p:nvSpPr>
        <p:spPr>
          <a:xfrm>
            <a:off x="267268" y="5798727"/>
            <a:ext cx="4493538" cy="369332"/>
          </a:xfrm>
          <a:prstGeom prst="rect">
            <a:avLst/>
          </a:prstGeom>
          <a:noFill/>
        </p:spPr>
        <p:txBody>
          <a:bodyPr wrap="none" rtlCol="0">
            <a:spAutoFit/>
          </a:bodyPr>
          <a:lstStyle/>
          <a:p>
            <a:r>
              <a:rPr kumimoji="1" lang="en-US" altLang="ja-JP" sz="900" dirty="0">
                <a:latin typeface="メイリオ" panose="020B0604030504040204" pitchFamily="50" charset="-128"/>
                <a:ea typeface="メイリオ" panose="020B0604030504040204" pitchFamily="50" charset="-128"/>
              </a:rPr>
              <a:t>※</a:t>
            </a:r>
            <a:r>
              <a:rPr kumimoji="1" lang="ja-JP" altLang="en-US" sz="900" dirty="0">
                <a:latin typeface="メイリオ" panose="020B0604030504040204" pitchFamily="50" charset="-128"/>
                <a:ea typeface="メイリオ" panose="020B0604030504040204" pitchFamily="50" charset="-128"/>
              </a:rPr>
              <a:t> しばらく動きがない状態が続くと、本体は省電力状態になります。</a:t>
            </a:r>
            <a:endParaRPr kumimoji="1" lang="en-US" altLang="ja-JP" sz="900" dirty="0">
              <a:latin typeface="メイリオ" panose="020B0604030504040204" pitchFamily="50" charset="-128"/>
              <a:ea typeface="メイリオ" panose="020B0604030504040204" pitchFamily="50" charset="-128"/>
            </a:endParaRPr>
          </a:p>
          <a:p>
            <a:r>
              <a:rPr kumimoji="1" lang="ja-JP" altLang="en-US" sz="900" dirty="0">
                <a:latin typeface="メイリオ" panose="020B0604030504040204" pitchFamily="50" charset="-128"/>
                <a:ea typeface="メイリオ" panose="020B0604030504040204" pitchFamily="50" charset="-128"/>
              </a:rPr>
              <a:t> 　再開する場合は、電源スイッチを一度オフにしてから、もう一度オンにします。</a:t>
            </a:r>
          </a:p>
        </p:txBody>
      </p:sp>
      <p:grpSp>
        <p:nvGrpSpPr>
          <p:cNvPr id="150" name="Group 149">
            <a:extLst>
              <a:ext uri="{FF2B5EF4-FFF2-40B4-BE49-F238E27FC236}">
                <a16:creationId xmlns:a16="http://schemas.microsoft.com/office/drawing/2014/main" id="{A6264C2A-78FF-6DF9-A282-C3FEB0891A84}"/>
              </a:ext>
            </a:extLst>
          </p:cNvPr>
          <p:cNvGrpSpPr/>
          <p:nvPr/>
        </p:nvGrpSpPr>
        <p:grpSpPr>
          <a:xfrm>
            <a:off x="256286" y="3267355"/>
            <a:ext cx="323791" cy="247881"/>
            <a:chOff x="339364" y="3260490"/>
            <a:chExt cx="323791" cy="247881"/>
          </a:xfrm>
        </p:grpSpPr>
        <p:sp>
          <p:nvSpPr>
            <p:cNvPr id="142" name="Oval 141">
              <a:extLst>
                <a:ext uri="{FF2B5EF4-FFF2-40B4-BE49-F238E27FC236}">
                  <a16:creationId xmlns:a16="http://schemas.microsoft.com/office/drawing/2014/main" id="{51BBB7E3-1B8F-1AE4-5F75-3E1BCAE1461E}"/>
                </a:ext>
              </a:extLst>
            </p:cNvPr>
            <p:cNvSpPr/>
            <p:nvPr/>
          </p:nvSpPr>
          <p:spPr>
            <a:xfrm>
              <a:off x="397725" y="3278445"/>
              <a:ext cx="207070" cy="207070"/>
            </a:xfrm>
            <a:prstGeom prst="ellipse">
              <a:avLst/>
            </a:prstGeom>
            <a:solidFill>
              <a:srgbClr val="CC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47" name="TextBox 146">
              <a:extLst>
                <a:ext uri="{FF2B5EF4-FFF2-40B4-BE49-F238E27FC236}">
                  <a16:creationId xmlns:a16="http://schemas.microsoft.com/office/drawing/2014/main" id="{EAA87D32-CF59-C8B2-8155-7D4D39DC49C0}"/>
                </a:ext>
              </a:extLst>
            </p:cNvPr>
            <p:cNvSpPr txBox="1"/>
            <p:nvPr/>
          </p:nvSpPr>
          <p:spPr>
            <a:xfrm>
              <a:off x="339364" y="3260490"/>
              <a:ext cx="323791" cy="247881"/>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1</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151" name="Group 150">
            <a:extLst>
              <a:ext uri="{FF2B5EF4-FFF2-40B4-BE49-F238E27FC236}">
                <a16:creationId xmlns:a16="http://schemas.microsoft.com/office/drawing/2014/main" id="{3F352909-8428-295B-01F2-97EC2BF72C4D}"/>
              </a:ext>
            </a:extLst>
          </p:cNvPr>
          <p:cNvGrpSpPr/>
          <p:nvPr/>
        </p:nvGrpSpPr>
        <p:grpSpPr>
          <a:xfrm>
            <a:off x="1499114" y="3260490"/>
            <a:ext cx="323791" cy="261610"/>
            <a:chOff x="339364" y="3260490"/>
            <a:chExt cx="323791" cy="261610"/>
          </a:xfrm>
        </p:grpSpPr>
        <p:sp>
          <p:nvSpPr>
            <p:cNvPr id="152" name="Oval 151">
              <a:extLst>
                <a:ext uri="{FF2B5EF4-FFF2-40B4-BE49-F238E27FC236}">
                  <a16:creationId xmlns:a16="http://schemas.microsoft.com/office/drawing/2014/main" id="{66862BDF-42AA-20D7-D50D-0C2AB98A9C68}"/>
                </a:ext>
              </a:extLst>
            </p:cNvPr>
            <p:cNvSpPr/>
            <p:nvPr/>
          </p:nvSpPr>
          <p:spPr>
            <a:xfrm>
              <a:off x="397725" y="3278445"/>
              <a:ext cx="207070" cy="207070"/>
            </a:xfrm>
            <a:prstGeom prst="ellipse">
              <a:avLst/>
            </a:prstGeom>
            <a:solidFill>
              <a:srgbClr val="CC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53" name="TextBox 152">
              <a:extLst>
                <a:ext uri="{FF2B5EF4-FFF2-40B4-BE49-F238E27FC236}">
                  <a16:creationId xmlns:a16="http://schemas.microsoft.com/office/drawing/2014/main" id="{76649F3E-8E88-3D5E-AA64-B354BD66D27F}"/>
                </a:ext>
              </a:extLst>
            </p:cNvPr>
            <p:cNvSpPr txBox="1"/>
            <p:nvPr/>
          </p:nvSpPr>
          <p:spPr>
            <a:xfrm>
              <a:off x="339364" y="3260490"/>
              <a:ext cx="323791" cy="261610"/>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2</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154" name="Group 153">
            <a:extLst>
              <a:ext uri="{FF2B5EF4-FFF2-40B4-BE49-F238E27FC236}">
                <a16:creationId xmlns:a16="http://schemas.microsoft.com/office/drawing/2014/main" id="{F945E91F-9A0F-8947-99E3-8F06B6EF8CB7}"/>
              </a:ext>
            </a:extLst>
          </p:cNvPr>
          <p:cNvGrpSpPr/>
          <p:nvPr/>
        </p:nvGrpSpPr>
        <p:grpSpPr>
          <a:xfrm>
            <a:off x="2669614" y="3260490"/>
            <a:ext cx="323791" cy="261610"/>
            <a:chOff x="339364" y="3260490"/>
            <a:chExt cx="323791" cy="261610"/>
          </a:xfrm>
        </p:grpSpPr>
        <p:sp>
          <p:nvSpPr>
            <p:cNvPr id="155" name="Oval 154">
              <a:extLst>
                <a:ext uri="{FF2B5EF4-FFF2-40B4-BE49-F238E27FC236}">
                  <a16:creationId xmlns:a16="http://schemas.microsoft.com/office/drawing/2014/main" id="{F25AA3A4-5452-FFF0-1ABC-C42E41C65792}"/>
                </a:ext>
              </a:extLst>
            </p:cNvPr>
            <p:cNvSpPr/>
            <p:nvPr/>
          </p:nvSpPr>
          <p:spPr>
            <a:xfrm>
              <a:off x="397725" y="3278445"/>
              <a:ext cx="207070" cy="207070"/>
            </a:xfrm>
            <a:prstGeom prst="ellipse">
              <a:avLst/>
            </a:prstGeom>
            <a:solidFill>
              <a:srgbClr val="CC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56" name="TextBox 155">
              <a:extLst>
                <a:ext uri="{FF2B5EF4-FFF2-40B4-BE49-F238E27FC236}">
                  <a16:creationId xmlns:a16="http://schemas.microsoft.com/office/drawing/2014/main" id="{D7105150-2C66-22FF-0654-AC80F67E7CCE}"/>
                </a:ext>
              </a:extLst>
            </p:cNvPr>
            <p:cNvSpPr txBox="1"/>
            <p:nvPr/>
          </p:nvSpPr>
          <p:spPr>
            <a:xfrm>
              <a:off x="339364" y="3260490"/>
              <a:ext cx="323791" cy="261610"/>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3</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157" name="Group 156">
            <a:extLst>
              <a:ext uri="{FF2B5EF4-FFF2-40B4-BE49-F238E27FC236}">
                <a16:creationId xmlns:a16="http://schemas.microsoft.com/office/drawing/2014/main" id="{BFB4A257-D31E-456C-C431-E584D3A86476}"/>
              </a:ext>
            </a:extLst>
          </p:cNvPr>
          <p:cNvGrpSpPr/>
          <p:nvPr/>
        </p:nvGrpSpPr>
        <p:grpSpPr>
          <a:xfrm>
            <a:off x="4571888" y="3260490"/>
            <a:ext cx="323791" cy="261610"/>
            <a:chOff x="331413" y="3260490"/>
            <a:chExt cx="323791" cy="261610"/>
          </a:xfrm>
        </p:grpSpPr>
        <p:sp>
          <p:nvSpPr>
            <p:cNvPr id="158" name="Oval 157">
              <a:extLst>
                <a:ext uri="{FF2B5EF4-FFF2-40B4-BE49-F238E27FC236}">
                  <a16:creationId xmlns:a16="http://schemas.microsoft.com/office/drawing/2014/main" id="{6A367F19-C4F1-3ABB-2F60-574AA83E518E}"/>
                </a:ext>
              </a:extLst>
            </p:cNvPr>
            <p:cNvSpPr/>
            <p:nvPr/>
          </p:nvSpPr>
          <p:spPr>
            <a:xfrm>
              <a:off x="397725" y="3278445"/>
              <a:ext cx="207070" cy="207070"/>
            </a:xfrm>
            <a:prstGeom prst="ellipse">
              <a:avLst/>
            </a:prstGeom>
            <a:solidFill>
              <a:srgbClr val="CC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59" name="TextBox 158">
              <a:extLst>
                <a:ext uri="{FF2B5EF4-FFF2-40B4-BE49-F238E27FC236}">
                  <a16:creationId xmlns:a16="http://schemas.microsoft.com/office/drawing/2014/main" id="{AEDCB3CD-0B39-B6D2-E1E0-4CB2178FAE00}"/>
                </a:ext>
              </a:extLst>
            </p:cNvPr>
            <p:cNvSpPr txBox="1"/>
            <p:nvPr/>
          </p:nvSpPr>
          <p:spPr>
            <a:xfrm>
              <a:off x="331413" y="3260490"/>
              <a:ext cx="323791" cy="261610"/>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4</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169" name="Group 168">
            <a:extLst>
              <a:ext uri="{FF2B5EF4-FFF2-40B4-BE49-F238E27FC236}">
                <a16:creationId xmlns:a16="http://schemas.microsoft.com/office/drawing/2014/main" id="{0CAE88B8-C1E8-8978-BA78-66B8350A9C73}"/>
              </a:ext>
            </a:extLst>
          </p:cNvPr>
          <p:cNvGrpSpPr/>
          <p:nvPr/>
        </p:nvGrpSpPr>
        <p:grpSpPr>
          <a:xfrm>
            <a:off x="342084" y="8311674"/>
            <a:ext cx="323791" cy="247881"/>
            <a:chOff x="339364" y="3260490"/>
            <a:chExt cx="323791" cy="247881"/>
          </a:xfrm>
        </p:grpSpPr>
        <p:sp>
          <p:nvSpPr>
            <p:cNvPr id="170" name="Oval 169">
              <a:extLst>
                <a:ext uri="{FF2B5EF4-FFF2-40B4-BE49-F238E27FC236}">
                  <a16:creationId xmlns:a16="http://schemas.microsoft.com/office/drawing/2014/main" id="{62F4E5E8-D143-CAF3-9744-AB313DCC9F79}"/>
                </a:ext>
              </a:extLst>
            </p:cNvPr>
            <p:cNvSpPr/>
            <p:nvPr/>
          </p:nvSpPr>
          <p:spPr>
            <a:xfrm>
              <a:off x="397725" y="3278445"/>
              <a:ext cx="207070" cy="207070"/>
            </a:xfrm>
            <a:prstGeom prst="ellipse">
              <a:avLst/>
            </a:prstGeom>
            <a:solidFill>
              <a:srgbClr val="CC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71" name="TextBox 170">
              <a:extLst>
                <a:ext uri="{FF2B5EF4-FFF2-40B4-BE49-F238E27FC236}">
                  <a16:creationId xmlns:a16="http://schemas.microsoft.com/office/drawing/2014/main" id="{F13A4E37-844C-2889-8DEF-E246DAD2FC00}"/>
                </a:ext>
              </a:extLst>
            </p:cNvPr>
            <p:cNvSpPr txBox="1"/>
            <p:nvPr/>
          </p:nvSpPr>
          <p:spPr>
            <a:xfrm>
              <a:off x="339364" y="3260490"/>
              <a:ext cx="323791" cy="247881"/>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1</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172" name="Group 171">
            <a:extLst>
              <a:ext uri="{FF2B5EF4-FFF2-40B4-BE49-F238E27FC236}">
                <a16:creationId xmlns:a16="http://schemas.microsoft.com/office/drawing/2014/main" id="{94CE90CE-AFA5-803D-5E1A-5B4596B937DB}"/>
              </a:ext>
            </a:extLst>
          </p:cNvPr>
          <p:cNvGrpSpPr/>
          <p:nvPr/>
        </p:nvGrpSpPr>
        <p:grpSpPr>
          <a:xfrm>
            <a:off x="2421304" y="8304809"/>
            <a:ext cx="323791" cy="261610"/>
            <a:chOff x="339364" y="3260490"/>
            <a:chExt cx="323791" cy="261610"/>
          </a:xfrm>
        </p:grpSpPr>
        <p:sp>
          <p:nvSpPr>
            <p:cNvPr id="173" name="Oval 172">
              <a:extLst>
                <a:ext uri="{FF2B5EF4-FFF2-40B4-BE49-F238E27FC236}">
                  <a16:creationId xmlns:a16="http://schemas.microsoft.com/office/drawing/2014/main" id="{85BD3A31-C8B0-FF90-310C-C46D212885E4}"/>
                </a:ext>
              </a:extLst>
            </p:cNvPr>
            <p:cNvSpPr/>
            <p:nvPr/>
          </p:nvSpPr>
          <p:spPr>
            <a:xfrm>
              <a:off x="397725" y="3278445"/>
              <a:ext cx="207070" cy="207070"/>
            </a:xfrm>
            <a:prstGeom prst="ellipse">
              <a:avLst/>
            </a:prstGeom>
            <a:solidFill>
              <a:srgbClr val="CC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74" name="TextBox 173">
              <a:extLst>
                <a:ext uri="{FF2B5EF4-FFF2-40B4-BE49-F238E27FC236}">
                  <a16:creationId xmlns:a16="http://schemas.microsoft.com/office/drawing/2014/main" id="{FB94DE87-664E-2FF8-3D34-CCBEE3C1F703}"/>
                </a:ext>
              </a:extLst>
            </p:cNvPr>
            <p:cNvSpPr txBox="1"/>
            <p:nvPr/>
          </p:nvSpPr>
          <p:spPr>
            <a:xfrm>
              <a:off x="339364" y="3260490"/>
              <a:ext cx="323791" cy="261610"/>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2</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188" name="Group 187">
            <a:extLst>
              <a:ext uri="{FF2B5EF4-FFF2-40B4-BE49-F238E27FC236}">
                <a16:creationId xmlns:a16="http://schemas.microsoft.com/office/drawing/2014/main" id="{917BD09C-ABC8-3E84-5767-6C7349EFDFB6}"/>
              </a:ext>
            </a:extLst>
          </p:cNvPr>
          <p:cNvGrpSpPr/>
          <p:nvPr/>
        </p:nvGrpSpPr>
        <p:grpSpPr>
          <a:xfrm>
            <a:off x="397410" y="6168058"/>
            <a:ext cx="6063180" cy="1232648"/>
            <a:chOff x="262525" y="8356171"/>
            <a:chExt cx="6390100" cy="1432385"/>
          </a:xfrm>
        </p:grpSpPr>
        <p:grpSp>
          <p:nvGrpSpPr>
            <p:cNvPr id="189" name="Group 188">
              <a:extLst>
                <a:ext uri="{FF2B5EF4-FFF2-40B4-BE49-F238E27FC236}">
                  <a16:creationId xmlns:a16="http://schemas.microsoft.com/office/drawing/2014/main" id="{D6D92262-AF9D-6B78-E2E5-F28283DEB571}"/>
                </a:ext>
              </a:extLst>
            </p:cNvPr>
            <p:cNvGrpSpPr/>
            <p:nvPr/>
          </p:nvGrpSpPr>
          <p:grpSpPr>
            <a:xfrm>
              <a:off x="262525" y="8356171"/>
              <a:ext cx="6390100" cy="1427835"/>
              <a:chOff x="262525" y="4932106"/>
              <a:chExt cx="6390100" cy="1875847"/>
            </a:xfrm>
          </p:grpSpPr>
          <p:sp>
            <p:nvSpPr>
              <p:cNvPr id="191" name="Rectangle: Rounded Corners 190">
                <a:extLst>
                  <a:ext uri="{FF2B5EF4-FFF2-40B4-BE49-F238E27FC236}">
                    <a16:creationId xmlns:a16="http://schemas.microsoft.com/office/drawing/2014/main" id="{F36E5BD1-DE48-6671-1742-195D7F77943D}"/>
                  </a:ext>
                </a:extLst>
              </p:cNvPr>
              <p:cNvSpPr/>
              <p:nvPr/>
            </p:nvSpPr>
            <p:spPr>
              <a:xfrm>
                <a:off x="262525" y="4932107"/>
                <a:ext cx="6390100" cy="1875846"/>
              </a:xfrm>
              <a:prstGeom prst="roundRect">
                <a:avLst>
                  <a:gd name="adj" fmla="val 12125"/>
                </a:avLst>
              </a:prstGeom>
              <a:noFill/>
              <a:ln w="127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171450" indent="-171450">
                  <a:lnSpc>
                    <a:spcPct val="107000"/>
                  </a:lnSpc>
                  <a:spcAft>
                    <a:spcPts val="800"/>
                  </a:spcAft>
                  <a:buFont typeface="Arial" panose="020B0604020202020204" pitchFamily="34" charset="0"/>
                  <a:buChar char="•"/>
                </a:pPr>
                <a:endParaRPr lang="ja-JP" altLang="ja-JP" sz="900" kern="100" dirty="0">
                  <a:solidFill>
                    <a:schemeClr val="tx1"/>
                  </a:solidFill>
                  <a:latin typeface="游明朝" panose="02020400000000000000" pitchFamily="18" charset="-128"/>
                  <a:ea typeface="游明朝" panose="02020400000000000000" pitchFamily="18" charset="-128"/>
                  <a:cs typeface="Times New Roman" panose="02020603050405020304" pitchFamily="18" charset="0"/>
                </a:endParaRPr>
              </a:p>
            </p:txBody>
          </p:sp>
          <p:sp>
            <p:nvSpPr>
              <p:cNvPr id="192" name="Rectangle: Top Corners Rounded 191">
                <a:extLst>
                  <a:ext uri="{FF2B5EF4-FFF2-40B4-BE49-F238E27FC236}">
                    <a16:creationId xmlns:a16="http://schemas.microsoft.com/office/drawing/2014/main" id="{CF5E92AC-A092-861F-8E29-F922ABCCFF99}"/>
                  </a:ext>
                </a:extLst>
              </p:cNvPr>
              <p:cNvSpPr/>
              <p:nvPr/>
            </p:nvSpPr>
            <p:spPr>
              <a:xfrm>
                <a:off x="262525" y="4932106"/>
                <a:ext cx="6390100" cy="413384"/>
              </a:xfrm>
              <a:prstGeom prst="round2SameRect">
                <a:avLst>
                  <a:gd name="adj1" fmla="val 50000"/>
                  <a:gd name="adj2" fmla="val 0"/>
                </a:avLst>
              </a:prstGeom>
              <a:solidFill>
                <a:srgbClr val="CC0000"/>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07000"/>
                  </a:lnSpc>
                  <a:spcAft>
                    <a:spcPts val="800"/>
                  </a:spcAft>
                </a:pPr>
                <a:r>
                  <a:rPr lang="ja-JP" altLang="en-US" sz="1050" b="1" kern="100" dirty="0">
                    <a:solidFill>
                      <a:schemeClr val="bg1"/>
                    </a:solidFill>
                    <a:latin typeface="メイリオ" panose="020B0604030504040204" pitchFamily="50" charset="-128"/>
                    <a:ea typeface="メイリオ" panose="020B0604030504040204" pitchFamily="50" charset="-128"/>
                    <a:cs typeface="Times New Roman" panose="02020603050405020304" pitchFamily="18" charset="0"/>
                  </a:rPr>
                  <a:t>⚠️ 使用上の注意</a:t>
                </a:r>
                <a:endParaRPr lang="ja-JP" altLang="ja-JP" sz="1050" b="1" kern="100" dirty="0">
                  <a:solidFill>
                    <a:schemeClr val="bg1"/>
                  </a:solidFill>
                  <a:latin typeface="メイリオ" panose="020B0604030504040204" pitchFamily="50" charset="-128"/>
                  <a:ea typeface="メイリオ" panose="020B0604030504040204" pitchFamily="50" charset="-128"/>
                  <a:cs typeface="Times New Roman" panose="02020603050405020304" pitchFamily="18" charset="0"/>
                </a:endParaRPr>
              </a:p>
            </p:txBody>
          </p:sp>
        </p:grpSp>
        <p:sp>
          <p:nvSpPr>
            <p:cNvPr id="190" name="TextBox 189">
              <a:extLst>
                <a:ext uri="{FF2B5EF4-FFF2-40B4-BE49-F238E27FC236}">
                  <a16:creationId xmlns:a16="http://schemas.microsoft.com/office/drawing/2014/main" id="{F44BACB0-73FD-7BA0-0619-92C69D46EB5A}"/>
                </a:ext>
              </a:extLst>
            </p:cNvPr>
            <p:cNvSpPr txBox="1"/>
            <p:nvPr/>
          </p:nvSpPr>
          <p:spPr>
            <a:xfrm>
              <a:off x="262525" y="8715606"/>
              <a:ext cx="6390100" cy="1072950"/>
            </a:xfrm>
            <a:prstGeom prst="rect">
              <a:avLst/>
            </a:prstGeom>
            <a:noFill/>
          </p:spPr>
          <p:txBody>
            <a:bodyPr wrap="square">
              <a:spAutoFit/>
            </a:bodyPr>
            <a:lstStyle/>
            <a:p>
              <a:pPr marL="96437" indent="-96437">
                <a:buFont typeface="Arial" panose="020B0604020202020204" pitchFamily="34" charset="0"/>
                <a:buChar char="•"/>
              </a:pPr>
              <a:r>
                <a:rPr lang="ja-JP" altLang="en-US" sz="900" dirty="0">
                  <a:latin typeface="メイリオ" panose="020B0604030504040204" pitchFamily="50" charset="-128"/>
                  <a:ea typeface="メイリオ" panose="020B0604030504040204" pitchFamily="50" charset="-128"/>
                </a:rPr>
                <a:t>取り付け</a:t>
              </a:r>
              <a:r>
                <a:rPr lang="ja-JP" altLang="ja-JP" sz="900" dirty="0">
                  <a:latin typeface="メイリオ" panose="020B0604030504040204" pitchFamily="50" charset="-128"/>
                  <a:ea typeface="メイリオ" panose="020B0604030504040204" pitchFamily="50" charset="-128"/>
                </a:rPr>
                <a:t>がゆるい状態で使うと、スイング中に外れて飛ぶ可能性があります。</a:t>
              </a:r>
              <a:br>
                <a:rPr lang="en-US" altLang="ja-JP" sz="900" dirty="0">
                  <a:latin typeface="メイリオ" panose="020B0604030504040204" pitchFamily="50" charset="-128"/>
                  <a:ea typeface="メイリオ" panose="020B0604030504040204" pitchFamily="50" charset="-128"/>
                </a:rPr>
              </a:br>
              <a:r>
                <a:rPr lang="ja-JP" altLang="ja-JP" sz="900" dirty="0">
                  <a:latin typeface="メイリオ" panose="020B0604030504040204" pitchFamily="50" charset="-128"/>
                  <a:ea typeface="メイリオ" panose="020B0604030504040204" pitchFamily="50" charset="-128"/>
                </a:rPr>
                <a:t>使用前に、本体がバットにしっかり固定されているか確認してから使</a:t>
              </a:r>
              <a:r>
                <a:rPr lang="ja-JP" altLang="en-US" sz="900" dirty="0">
                  <a:latin typeface="メイリオ" panose="020B0604030504040204" pitchFamily="50" charset="-128"/>
                  <a:ea typeface="メイリオ" panose="020B0604030504040204" pitchFamily="50" charset="-128"/>
                </a:rPr>
                <a:t>ってください。</a:t>
              </a:r>
              <a:br>
                <a:rPr lang="en-US" altLang="ja-JP" sz="900" dirty="0">
                  <a:latin typeface="メイリオ" panose="020B0604030504040204" pitchFamily="50" charset="-128"/>
                  <a:ea typeface="メイリオ" panose="020B0604030504040204" pitchFamily="50" charset="-128"/>
                </a:rPr>
              </a:br>
              <a:endParaRPr lang="en-US" altLang="ja-JP" sz="900" dirty="0">
                <a:latin typeface="メイリオ" panose="020B0604030504040204" pitchFamily="50" charset="-128"/>
                <a:ea typeface="メイリオ" panose="020B0604030504040204" pitchFamily="50" charset="-128"/>
              </a:endParaRPr>
            </a:p>
            <a:p>
              <a:pPr marL="96437" indent="-96437">
                <a:buFont typeface="Arial" panose="020B0604020202020204" pitchFamily="34" charset="0"/>
                <a:buChar char="•"/>
              </a:pPr>
              <a:r>
                <a:rPr lang="ja-JP" altLang="en-US" sz="900" dirty="0">
                  <a:latin typeface="メイリオ" panose="020B0604030504040204" pitchFamily="50" charset="-128"/>
                  <a:ea typeface="メイリオ" panose="020B0604030504040204" pitchFamily="50" charset="-128"/>
                </a:rPr>
                <a:t>装着した状態でボールやその他のものを打たないでください。衝撃に耐えられずすぐに壊れます。</a:t>
              </a:r>
              <a:br>
                <a:rPr lang="en-US" altLang="ja-JP" sz="900" dirty="0">
                  <a:latin typeface="メイリオ" panose="020B0604030504040204" pitchFamily="50" charset="-128"/>
                  <a:ea typeface="メイリオ" panose="020B0604030504040204" pitchFamily="50" charset="-128"/>
                </a:rPr>
              </a:br>
              <a:endParaRPr lang="en-US" altLang="ja-JP" sz="900" dirty="0">
                <a:latin typeface="メイリオ" panose="020B0604030504040204" pitchFamily="50" charset="-128"/>
                <a:ea typeface="メイリオ" panose="020B0604030504040204" pitchFamily="50" charset="-128"/>
              </a:endParaRPr>
            </a:p>
            <a:p>
              <a:pPr marL="96437" indent="-96437">
                <a:buFont typeface="Arial" panose="020B0604020202020204" pitchFamily="34" charset="0"/>
                <a:buChar char="•"/>
              </a:pPr>
              <a:r>
                <a:rPr lang="ja-JP" altLang="ja-JP" sz="900" dirty="0">
                  <a:latin typeface="メイリオ" panose="020B0604030504040204" pitchFamily="50" charset="-128"/>
                  <a:ea typeface="メイリオ" panose="020B0604030504040204" pitchFamily="50" charset="-128"/>
                </a:rPr>
                <a:t>本体は防水仕様ではありません。雨、水、汗で濡れた状態、砂や泥が多い場所での使用は避けた方が安全です。</a:t>
              </a:r>
              <a:endParaRPr lang="en-US" altLang="ja-JP" sz="900" dirty="0">
                <a:latin typeface="メイリオ" panose="020B0604030504040204" pitchFamily="50" charset="-128"/>
                <a:ea typeface="メイリオ" panose="020B0604030504040204" pitchFamily="50" charset="-128"/>
              </a:endParaRPr>
            </a:p>
          </p:txBody>
        </p:sp>
      </p:grpSp>
      <p:cxnSp>
        <p:nvCxnSpPr>
          <p:cNvPr id="193" name="Straight Connector 192">
            <a:extLst>
              <a:ext uri="{FF2B5EF4-FFF2-40B4-BE49-F238E27FC236}">
                <a16:creationId xmlns:a16="http://schemas.microsoft.com/office/drawing/2014/main" id="{E4B8A174-0AC9-DE50-89BD-271EE0864CA1}"/>
              </a:ext>
            </a:extLst>
          </p:cNvPr>
          <p:cNvCxnSpPr>
            <a:cxnSpLocks/>
          </p:cNvCxnSpPr>
          <p:nvPr/>
        </p:nvCxnSpPr>
        <p:spPr>
          <a:xfrm>
            <a:off x="1651702" y="3522100"/>
            <a:ext cx="0" cy="2115375"/>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94" name="Straight Connector 193">
            <a:extLst>
              <a:ext uri="{FF2B5EF4-FFF2-40B4-BE49-F238E27FC236}">
                <a16:creationId xmlns:a16="http://schemas.microsoft.com/office/drawing/2014/main" id="{AE660BDA-CD47-E7BD-89A6-ABF81F235117}"/>
              </a:ext>
            </a:extLst>
          </p:cNvPr>
          <p:cNvCxnSpPr>
            <a:cxnSpLocks/>
          </p:cNvCxnSpPr>
          <p:nvPr/>
        </p:nvCxnSpPr>
        <p:spPr>
          <a:xfrm>
            <a:off x="2823323" y="3515236"/>
            <a:ext cx="0" cy="2115375"/>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95" name="Straight Connector 194">
            <a:extLst>
              <a:ext uri="{FF2B5EF4-FFF2-40B4-BE49-F238E27FC236}">
                <a16:creationId xmlns:a16="http://schemas.microsoft.com/office/drawing/2014/main" id="{FC9A3164-F095-E3C0-20AF-1F461C9C568C}"/>
              </a:ext>
            </a:extLst>
          </p:cNvPr>
          <p:cNvCxnSpPr>
            <a:cxnSpLocks/>
          </p:cNvCxnSpPr>
          <p:nvPr/>
        </p:nvCxnSpPr>
        <p:spPr>
          <a:xfrm>
            <a:off x="4719511" y="3515236"/>
            <a:ext cx="0" cy="2115375"/>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96" name="Straight Connector 195">
            <a:extLst>
              <a:ext uri="{FF2B5EF4-FFF2-40B4-BE49-F238E27FC236}">
                <a16:creationId xmlns:a16="http://schemas.microsoft.com/office/drawing/2014/main" id="{016EF3B1-B343-FB22-9977-31AA71430BD8}"/>
              </a:ext>
            </a:extLst>
          </p:cNvPr>
          <p:cNvCxnSpPr>
            <a:cxnSpLocks/>
          </p:cNvCxnSpPr>
          <p:nvPr/>
        </p:nvCxnSpPr>
        <p:spPr>
          <a:xfrm>
            <a:off x="2573892" y="8566419"/>
            <a:ext cx="1788" cy="1125150"/>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58733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A70155-A5AA-F24D-CD07-6F12121F5E5A}"/>
              </a:ext>
            </a:extLst>
          </p:cNvPr>
          <p:cNvSpPr txBox="1"/>
          <p:nvPr/>
        </p:nvSpPr>
        <p:spPr>
          <a:xfrm>
            <a:off x="315260" y="343541"/>
            <a:ext cx="4087475" cy="338554"/>
          </a:xfrm>
          <a:prstGeom prst="rect">
            <a:avLst/>
          </a:prstGeom>
          <a:noFill/>
        </p:spPr>
        <p:txBody>
          <a:bodyPr wrap="square" rtlCol="0">
            <a:spAutoFit/>
          </a:bodyPr>
          <a:lstStyle/>
          <a:p>
            <a:r>
              <a:rPr lang="ja-JP" altLang="en-US" sz="1600" b="1" dirty="0">
                <a:latin typeface="メイリオ" panose="020B0604030504040204" pitchFamily="50" charset="-128"/>
                <a:ea typeface="メイリオ" panose="020B0604030504040204" pitchFamily="50" charset="-128"/>
              </a:rPr>
              <a:t>専用記録アプリ：インストール方法</a:t>
            </a:r>
          </a:p>
        </p:txBody>
      </p:sp>
      <p:cxnSp>
        <p:nvCxnSpPr>
          <p:cNvPr id="3" name="Straight Connector 2">
            <a:extLst>
              <a:ext uri="{FF2B5EF4-FFF2-40B4-BE49-F238E27FC236}">
                <a16:creationId xmlns:a16="http://schemas.microsoft.com/office/drawing/2014/main" id="{DAD11C17-48D4-F720-CEC5-B97D61CE67EA}"/>
              </a:ext>
            </a:extLst>
          </p:cNvPr>
          <p:cNvCxnSpPr>
            <a:cxnSpLocks/>
          </p:cNvCxnSpPr>
          <p:nvPr/>
        </p:nvCxnSpPr>
        <p:spPr>
          <a:xfrm>
            <a:off x="379828" y="657391"/>
            <a:ext cx="6153707" cy="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sp>
        <p:nvSpPr>
          <p:cNvPr id="4" name="Rectangle 3">
            <a:extLst>
              <a:ext uri="{FF2B5EF4-FFF2-40B4-BE49-F238E27FC236}">
                <a16:creationId xmlns:a16="http://schemas.microsoft.com/office/drawing/2014/main" id="{B9FFD595-0915-9650-D96B-D293A2668C00}"/>
              </a:ext>
            </a:extLst>
          </p:cNvPr>
          <p:cNvSpPr/>
          <p:nvPr/>
        </p:nvSpPr>
        <p:spPr>
          <a:xfrm>
            <a:off x="248678" y="337133"/>
            <a:ext cx="73742" cy="351370"/>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 name="Picture 12">
            <a:extLst>
              <a:ext uri="{FF2B5EF4-FFF2-40B4-BE49-F238E27FC236}">
                <a16:creationId xmlns:a16="http://schemas.microsoft.com/office/drawing/2014/main" id="{D04FE74D-59CF-5155-C827-F435F7DA3012}"/>
              </a:ext>
            </a:extLst>
          </p:cNvPr>
          <p:cNvPicPr>
            <a:picLocks noChangeAspect="1"/>
          </p:cNvPicPr>
          <p:nvPr/>
        </p:nvPicPr>
        <p:blipFill>
          <a:blip r:embed="rId2">
            <a:extLst>
              <a:ext uri="{28A0092B-C50C-407E-A947-70E740481C1C}">
                <a14:useLocalDpi xmlns:a14="http://schemas.microsoft.com/office/drawing/2010/main" val="0"/>
              </a:ext>
            </a:extLst>
          </a:blip>
          <a:srcRect t="89440"/>
          <a:stretch>
            <a:fillRect/>
          </a:stretch>
        </p:blipFill>
        <p:spPr>
          <a:xfrm>
            <a:off x="1928820" y="1294036"/>
            <a:ext cx="1061450" cy="242580"/>
          </a:xfrm>
          <a:prstGeom prst="rect">
            <a:avLst/>
          </a:prstGeom>
          <a:effectLst>
            <a:outerShdw blurRad="50800" dist="38100" dir="2700000" algn="tl" rotWithShape="0">
              <a:prstClr val="black">
                <a:alpha val="40000"/>
              </a:prstClr>
            </a:outerShdw>
          </a:effectLst>
        </p:spPr>
      </p:pic>
      <p:pic>
        <p:nvPicPr>
          <p:cNvPr id="14" name="Picture 13">
            <a:extLst>
              <a:ext uri="{FF2B5EF4-FFF2-40B4-BE49-F238E27FC236}">
                <a16:creationId xmlns:a16="http://schemas.microsoft.com/office/drawing/2014/main" id="{5FFFBE66-DECC-1216-3FA0-063A45C8FFA5}"/>
              </a:ext>
            </a:extLst>
          </p:cNvPr>
          <p:cNvPicPr>
            <a:picLocks noChangeAspect="1"/>
          </p:cNvPicPr>
          <p:nvPr/>
        </p:nvPicPr>
        <p:blipFill>
          <a:blip r:embed="rId3">
            <a:extLst>
              <a:ext uri="{28A0092B-C50C-407E-A947-70E740481C1C}">
                <a14:useLocalDpi xmlns:a14="http://schemas.microsoft.com/office/drawing/2010/main" val="0"/>
              </a:ext>
            </a:extLst>
          </a:blip>
          <a:srcRect t="28613" b="28564"/>
          <a:stretch>
            <a:fillRect/>
          </a:stretch>
        </p:blipFill>
        <p:spPr>
          <a:xfrm>
            <a:off x="1928821" y="1656672"/>
            <a:ext cx="1061450" cy="983735"/>
          </a:xfrm>
          <a:prstGeom prst="rect">
            <a:avLst/>
          </a:prstGeom>
          <a:effectLst>
            <a:outerShdw blurRad="50800" dist="38100" dir="2700000" algn="tl" rotWithShape="0">
              <a:prstClr val="black">
                <a:alpha val="40000"/>
              </a:prstClr>
            </a:outerShdw>
          </a:effectLst>
        </p:spPr>
      </p:pic>
      <p:sp>
        <p:nvSpPr>
          <p:cNvPr id="16" name="Oval 15">
            <a:extLst>
              <a:ext uri="{FF2B5EF4-FFF2-40B4-BE49-F238E27FC236}">
                <a16:creationId xmlns:a16="http://schemas.microsoft.com/office/drawing/2014/main" id="{C786DFDF-39D7-BD3A-C332-E87FD543BC63}"/>
              </a:ext>
            </a:extLst>
          </p:cNvPr>
          <p:cNvSpPr/>
          <p:nvPr/>
        </p:nvSpPr>
        <p:spPr>
          <a:xfrm>
            <a:off x="2383463" y="1355296"/>
            <a:ext cx="144840" cy="14484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800"/>
          </a:p>
        </p:txBody>
      </p:sp>
      <p:sp>
        <p:nvSpPr>
          <p:cNvPr id="17" name="TextBox 16">
            <a:extLst>
              <a:ext uri="{FF2B5EF4-FFF2-40B4-BE49-F238E27FC236}">
                <a16:creationId xmlns:a16="http://schemas.microsoft.com/office/drawing/2014/main" id="{11F3E3C9-E5AE-C582-4E89-41918A35D33E}"/>
              </a:ext>
            </a:extLst>
          </p:cNvPr>
          <p:cNvSpPr txBox="1"/>
          <p:nvPr/>
        </p:nvSpPr>
        <p:spPr>
          <a:xfrm>
            <a:off x="3009125" y="1307603"/>
            <a:ext cx="1429506" cy="230832"/>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共有マークを選択。</a:t>
            </a:r>
          </a:p>
        </p:txBody>
      </p:sp>
      <p:sp>
        <p:nvSpPr>
          <p:cNvPr id="18" name="Rectangle: Rounded Corners 17">
            <a:extLst>
              <a:ext uri="{FF2B5EF4-FFF2-40B4-BE49-F238E27FC236}">
                <a16:creationId xmlns:a16="http://schemas.microsoft.com/office/drawing/2014/main" id="{412DAE78-50C5-4510-4760-BB6AB1C6EAB4}"/>
              </a:ext>
            </a:extLst>
          </p:cNvPr>
          <p:cNvSpPr/>
          <p:nvPr/>
        </p:nvSpPr>
        <p:spPr>
          <a:xfrm>
            <a:off x="1993388" y="2486800"/>
            <a:ext cx="924988" cy="14484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800"/>
          </a:p>
        </p:txBody>
      </p:sp>
      <p:sp>
        <p:nvSpPr>
          <p:cNvPr id="19" name="TextBox 18">
            <a:extLst>
              <a:ext uri="{FF2B5EF4-FFF2-40B4-BE49-F238E27FC236}">
                <a16:creationId xmlns:a16="http://schemas.microsoft.com/office/drawing/2014/main" id="{6AF48C9A-0F87-961B-200D-144D67FD12AA}"/>
              </a:ext>
            </a:extLst>
          </p:cNvPr>
          <p:cNvSpPr txBox="1"/>
          <p:nvPr/>
        </p:nvSpPr>
        <p:spPr>
          <a:xfrm>
            <a:off x="2953627" y="1957403"/>
            <a:ext cx="1573664" cy="507831"/>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「もっと見る」を押して</a:t>
            </a:r>
            <a:br>
              <a:rPr lang="en-US" altLang="ja-JP" sz="900"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a:t>
            </a:r>
            <a:r>
              <a:rPr lang="ja-JP" altLang="en-US" sz="900" b="1" dirty="0">
                <a:solidFill>
                  <a:srgbClr val="0070C0"/>
                </a:solidFill>
                <a:latin typeface="メイリオ" panose="020B0604030504040204" pitchFamily="50" charset="-128"/>
                <a:ea typeface="メイリオ" panose="020B0604030504040204" pitchFamily="50" charset="-128"/>
              </a:rPr>
              <a:t>ホーム画面に追加</a:t>
            </a:r>
            <a:r>
              <a:rPr lang="ja-JP" altLang="en-US" sz="900" dirty="0">
                <a:latin typeface="メイリオ" panose="020B0604030504040204" pitchFamily="50" charset="-128"/>
                <a:ea typeface="メイリオ" panose="020B0604030504040204" pitchFamily="50" charset="-128"/>
              </a:rPr>
              <a:t>」</a:t>
            </a:r>
            <a:endParaRPr lang="en-US" altLang="ja-JP" sz="900" dirty="0">
              <a:latin typeface="メイリオ" panose="020B0604030504040204" pitchFamily="50" charset="-128"/>
              <a:ea typeface="メイリオ" panose="020B0604030504040204" pitchFamily="50" charset="-128"/>
            </a:endParaRPr>
          </a:p>
          <a:p>
            <a:r>
              <a:rPr lang="ja-JP" altLang="en-US" sz="900" dirty="0">
                <a:latin typeface="メイリオ" panose="020B0604030504040204" pitchFamily="50" charset="-128"/>
                <a:ea typeface="メイリオ" panose="020B0604030504040204" pitchFamily="50" charset="-128"/>
              </a:rPr>
              <a:t>を選択。</a:t>
            </a:r>
          </a:p>
        </p:txBody>
      </p:sp>
      <p:pic>
        <p:nvPicPr>
          <p:cNvPr id="20" name="Picture 19">
            <a:extLst>
              <a:ext uri="{FF2B5EF4-FFF2-40B4-BE49-F238E27FC236}">
                <a16:creationId xmlns:a16="http://schemas.microsoft.com/office/drawing/2014/main" id="{CBEF6EE1-66A7-1B5F-9DAA-6CCDAD2CD775}"/>
              </a:ext>
            </a:extLst>
          </p:cNvPr>
          <p:cNvPicPr>
            <a:picLocks noChangeAspect="1"/>
          </p:cNvPicPr>
          <p:nvPr/>
        </p:nvPicPr>
        <p:blipFill>
          <a:blip r:embed="rId4"/>
          <a:stretch>
            <a:fillRect/>
          </a:stretch>
        </p:blipFill>
        <p:spPr>
          <a:xfrm>
            <a:off x="2685859" y="2805133"/>
            <a:ext cx="1058712" cy="1058712"/>
          </a:xfrm>
          <a:prstGeom prst="rect">
            <a:avLst/>
          </a:prstGeom>
          <a:effectLst>
            <a:outerShdw blurRad="50800" dist="38100" dir="2700000" algn="tl" rotWithShape="0">
              <a:prstClr val="black">
                <a:alpha val="40000"/>
              </a:prstClr>
            </a:outerShdw>
          </a:effectLst>
        </p:spPr>
      </p:pic>
      <p:sp>
        <p:nvSpPr>
          <p:cNvPr id="21" name="TextBox 20">
            <a:extLst>
              <a:ext uri="{FF2B5EF4-FFF2-40B4-BE49-F238E27FC236}">
                <a16:creationId xmlns:a16="http://schemas.microsoft.com/office/drawing/2014/main" id="{97E3B549-D629-678A-DFF7-E46B8B88BF09}"/>
              </a:ext>
            </a:extLst>
          </p:cNvPr>
          <p:cNvSpPr txBox="1"/>
          <p:nvPr/>
        </p:nvSpPr>
        <p:spPr>
          <a:xfrm>
            <a:off x="3744571" y="3120020"/>
            <a:ext cx="1717253" cy="530915"/>
          </a:xfrm>
          <a:prstGeom prst="rect">
            <a:avLst/>
          </a:prstGeom>
          <a:noFill/>
        </p:spPr>
        <p:txBody>
          <a:bodyPr wrap="square" rtlCol="0">
            <a:spAutoFit/>
          </a:bodyPr>
          <a:lstStyle/>
          <a:p>
            <a:r>
              <a:rPr lang="ja-JP" altLang="en-US" sz="1050" b="1" dirty="0">
                <a:solidFill>
                  <a:srgbClr val="C00000"/>
                </a:solidFill>
                <a:latin typeface="メイリオ" panose="020B0604030504040204" pitchFamily="50" charset="-128"/>
                <a:ea typeface="メイリオ" panose="020B0604030504040204" pitchFamily="50" charset="-128"/>
              </a:rPr>
              <a:t>インストール完了。</a:t>
            </a:r>
            <a:br>
              <a:rPr lang="en-US" altLang="ja-JP" sz="1050" b="1"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ホーム画面に追加されたアイコンをタップして開始。</a:t>
            </a:r>
          </a:p>
        </p:txBody>
      </p:sp>
      <p:sp>
        <p:nvSpPr>
          <p:cNvPr id="30" name="TextBox 29">
            <a:extLst>
              <a:ext uri="{FF2B5EF4-FFF2-40B4-BE49-F238E27FC236}">
                <a16:creationId xmlns:a16="http://schemas.microsoft.com/office/drawing/2014/main" id="{73354B5D-03C2-3584-64C6-F7C565A81513}"/>
              </a:ext>
            </a:extLst>
          </p:cNvPr>
          <p:cNvSpPr txBox="1"/>
          <p:nvPr/>
        </p:nvSpPr>
        <p:spPr>
          <a:xfrm>
            <a:off x="374681" y="3834511"/>
            <a:ext cx="2007183" cy="338554"/>
          </a:xfrm>
          <a:prstGeom prst="rect">
            <a:avLst/>
          </a:prstGeom>
          <a:noFill/>
        </p:spPr>
        <p:txBody>
          <a:bodyPr wrap="square" rtlCol="0">
            <a:spAutoFit/>
          </a:bodyPr>
          <a:lstStyle/>
          <a:p>
            <a:r>
              <a:rPr lang="ja-JP" altLang="en-US" sz="1600" b="1" dirty="0">
                <a:latin typeface="メイリオ" panose="020B0604030504040204" pitchFamily="50" charset="-128"/>
                <a:ea typeface="メイリオ" panose="020B0604030504040204" pitchFamily="50" charset="-128"/>
              </a:rPr>
              <a:t>使い方</a:t>
            </a:r>
          </a:p>
        </p:txBody>
      </p:sp>
      <p:cxnSp>
        <p:nvCxnSpPr>
          <p:cNvPr id="31" name="Straight Connector 30">
            <a:extLst>
              <a:ext uri="{FF2B5EF4-FFF2-40B4-BE49-F238E27FC236}">
                <a16:creationId xmlns:a16="http://schemas.microsoft.com/office/drawing/2014/main" id="{1E898D17-4A65-A56C-1E97-2482545AC222}"/>
              </a:ext>
            </a:extLst>
          </p:cNvPr>
          <p:cNvCxnSpPr>
            <a:cxnSpLocks/>
          </p:cNvCxnSpPr>
          <p:nvPr/>
        </p:nvCxnSpPr>
        <p:spPr>
          <a:xfrm>
            <a:off x="404841" y="4148361"/>
            <a:ext cx="6128694" cy="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94574CE4-D832-BEFD-5DA4-BEE0F67FA009}"/>
              </a:ext>
            </a:extLst>
          </p:cNvPr>
          <p:cNvSpPr/>
          <p:nvPr/>
        </p:nvSpPr>
        <p:spPr>
          <a:xfrm>
            <a:off x="265622" y="3828103"/>
            <a:ext cx="73742" cy="351370"/>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3" name="Picture 32">
            <a:extLst>
              <a:ext uri="{FF2B5EF4-FFF2-40B4-BE49-F238E27FC236}">
                <a16:creationId xmlns:a16="http://schemas.microsoft.com/office/drawing/2014/main" id="{0F30935E-2593-E7FA-EC33-DBC6830BA055}"/>
              </a:ext>
            </a:extLst>
          </p:cNvPr>
          <p:cNvPicPr>
            <a:picLocks noChangeAspect="1"/>
          </p:cNvPicPr>
          <p:nvPr/>
        </p:nvPicPr>
        <p:blipFill>
          <a:blip r:embed="rId5"/>
          <a:stretch>
            <a:fillRect/>
          </a:stretch>
        </p:blipFill>
        <p:spPr>
          <a:xfrm>
            <a:off x="770423" y="4407898"/>
            <a:ext cx="1689440" cy="1641820"/>
          </a:xfrm>
          <a:prstGeom prst="roundRect">
            <a:avLst>
              <a:gd name="adj" fmla="val 3183"/>
            </a:avLst>
          </a:prstGeom>
          <a:ln>
            <a:solidFill>
              <a:schemeClr val="bg1">
                <a:lumMod val="95000"/>
              </a:schemeClr>
            </a:solidFill>
          </a:ln>
          <a:effectLst>
            <a:outerShdw blurRad="50800" dist="38100" dir="2700000" algn="tl" rotWithShape="0">
              <a:prstClr val="black">
                <a:alpha val="40000"/>
              </a:prstClr>
            </a:outerShdw>
          </a:effectLst>
        </p:spPr>
      </p:pic>
      <p:sp>
        <p:nvSpPr>
          <p:cNvPr id="34" name="TextBox 33">
            <a:extLst>
              <a:ext uri="{FF2B5EF4-FFF2-40B4-BE49-F238E27FC236}">
                <a16:creationId xmlns:a16="http://schemas.microsoft.com/office/drawing/2014/main" id="{43085420-856C-CD54-2E8F-EC73BA33089D}"/>
              </a:ext>
            </a:extLst>
          </p:cNvPr>
          <p:cNvSpPr txBox="1"/>
          <p:nvPr/>
        </p:nvSpPr>
        <p:spPr>
          <a:xfrm>
            <a:off x="2606041" y="5200551"/>
            <a:ext cx="4063654" cy="230832"/>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名前とバットを登録します。</a:t>
            </a:r>
          </a:p>
        </p:txBody>
      </p:sp>
      <p:grpSp>
        <p:nvGrpSpPr>
          <p:cNvPr id="50" name="Group 49">
            <a:extLst>
              <a:ext uri="{FF2B5EF4-FFF2-40B4-BE49-F238E27FC236}">
                <a16:creationId xmlns:a16="http://schemas.microsoft.com/office/drawing/2014/main" id="{A47C62D8-EBEB-7113-9563-D4CFB23B441F}"/>
              </a:ext>
            </a:extLst>
          </p:cNvPr>
          <p:cNvGrpSpPr/>
          <p:nvPr/>
        </p:nvGrpSpPr>
        <p:grpSpPr>
          <a:xfrm>
            <a:off x="373626" y="4401907"/>
            <a:ext cx="341724" cy="229096"/>
            <a:chOff x="4277526" y="4541813"/>
            <a:chExt cx="429130" cy="287694"/>
          </a:xfrm>
        </p:grpSpPr>
        <p:sp>
          <p:nvSpPr>
            <p:cNvPr id="47" name="Oval 46">
              <a:extLst>
                <a:ext uri="{FF2B5EF4-FFF2-40B4-BE49-F238E27FC236}">
                  <a16:creationId xmlns:a16="http://schemas.microsoft.com/office/drawing/2014/main" id="{15ED4A49-FCD7-A9A1-ED01-B83BC6CEF0E3}"/>
                </a:ext>
              </a:extLst>
            </p:cNvPr>
            <p:cNvSpPr/>
            <p:nvPr/>
          </p:nvSpPr>
          <p:spPr>
            <a:xfrm>
              <a:off x="4354873" y="4555071"/>
              <a:ext cx="274436" cy="27443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b="1" dirty="0">
                <a:latin typeface="メイリオ" panose="020B0604030504040204" pitchFamily="50" charset="-128"/>
                <a:ea typeface="メイリオ" panose="020B0604030504040204" pitchFamily="50" charset="-128"/>
              </a:endParaRPr>
            </a:p>
          </p:txBody>
        </p:sp>
        <p:sp>
          <p:nvSpPr>
            <p:cNvPr id="49" name="TextBox 48">
              <a:extLst>
                <a:ext uri="{FF2B5EF4-FFF2-40B4-BE49-F238E27FC236}">
                  <a16:creationId xmlns:a16="http://schemas.microsoft.com/office/drawing/2014/main" id="{37F9C86F-049E-B918-CF76-40B1B5348E53}"/>
                </a:ext>
              </a:extLst>
            </p:cNvPr>
            <p:cNvSpPr txBox="1"/>
            <p:nvPr/>
          </p:nvSpPr>
          <p:spPr>
            <a:xfrm>
              <a:off x="4277526" y="4541813"/>
              <a:ext cx="429130" cy="276999"/>
            </a:xfrm>
            <a:prstGeom prst="rect">
              <a:avLst/>
            </a:prstGeom>
            <a:noFill/>
          </p:spPr>
          <p:txBody>
            <a:bodyPr wrap="square">
              <a:spAutoFit/>
            </a:bodyP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1</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grpSp>
      <p:sp>
        <p:nvSpPr>
          <p:cNvPr id="35" name="TextBox 34">
            <a:extLst>
              <a:ext uri="{FF2B5EF4-FFF2-40B4-BE49-F238E27FC236}">
                <a16:creationId xmlns:a16="http://schemas.microsoft.com/office/drawing/2014/main" id="{4A11666D-ABFC-8776-049E-A25F51B6F5CC}"/>
              </a:ext>
            </a:extLst>
          </p:cNvPr>
          <p:cNvSpPr txBox="1"/>
          <p:nvPr/>
        </p:nvSpPr>
        <p:spPr>
          <a:xfrm>
            <a:off x="2606041" y="6374308"/>
            <a:ext cx="4063654" cy="784830"/>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メニューから「バッジ」へ進みます。</a:t>
            </a:r>
            <a:br>
              <a:rPr lang="en-US" altLang="ja-JP" sz="900" dirty="0">
                <a:latin typeface="メイリオ" panose="020B0604030504040204" pitchFamily="50" charset="-128"/>
                <a:ea typeface="メイリオ" panose="020B0604030504040204" pitchFamily="50" charset="-128"/>
              </a:rPr>
            </a:br>
            <a:br>
              <a:rPr lang="en-US" altLang="ja-JP" sz="900"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目標とごほうびを決めてあげてください。</a:t>
            </a:r>
            <a:br>
              <a:rPr lang="en-US" altLang="ja-JP" sz="900" dirty="0">
                <a:latin typeface="メイリオ" panose="020B0604030504040204" pitchFamily="50" charset="-128"/>
                <a:ea typeface="メイリオ" panose="020B0604030504040204" pitchFamily="50" charset="-128"/>
              </a:rPr>
            </a:br>
            <a:r>
              <a:rPr lang="en-US" altLang="ja-JP" sz="900" dirty="0">
                <a:latin typeface="メイリオ" panose="020B0604030504040204" pitchFamily="50" charset="-128"/>
                <a:ea typeface="メイリオ" panose="020B0604030504040204" pitchFamily="50" charset="-128"/>
              </a:rPr>
              <a:t>※</a:t>
            </a:r>
            <a:r>
              <a:rPr lang="ja-JP" altLang="en-US" sz="900" dirty="0">
                <a:latin typeface="メイリオ" panose="020B0604030504040204" pitchFamily="50" charset="-128"/>
                <a:ea typeface="メイリオ" panose="020B0604030504040204" pitchFamily="50" charset="-128"/>
              </a:rPr>
              <a:t> 最初は目標</a:t>
            </a:r>
            <a:r>
              <a:rPr lang="en-US" altLang="ja-JP" sz="900" dirty="0">
                <a:latin typeface="メイリオ" panose="020B0604030504040204" pitchFamily="50" charset="-128"/>
                <a:ea typeface="メイリオ" panose="020B0604030504040204" pitchFamily="50" charset="-128"/>
              </a:rPr>
              <a:t>100</a:t>
            </a:r>
            <a:r>
              <a:rPr lang="ja-JP" altLang="en-US" sz="900" dirty="0">
                <a:latin typeface="メイリオ" panose="020B0604030504040204" pitchFamily="50" charset="-128"/>
                <a:ea typeface="メイリオ" panose="020B0604030504040204" pitchFamily="50" charset="-128"/>
              </a:rPr>
              <a:t>ポイントくらいが良いと思います。</a:t>
            </a:r>
            <a:br>
              <a:rPr lang="en-US" altLang="ja-JP" sz="900" dirty="0">
                <a:latin typeface="メイリオ" panose="020B0604030504040204" pitchFamily="50" charset="-128"/>
                <a:ea typeface="メイリオ" panose="020B0604030504040204" pitchFamily="50" charset="-128"/>
              </a:rPr>
            </a:br>
            <a:endParaRPr lang="ja-JP" altLang="en-US" sz="900" dirty="0">
              <a:latin typeface="メイリオ" panose="020B0604030504040204" pitchFamily="50" charset="-128"/>
              <a:ea typeface="メイリオ" panose="020B0604030504040204" pitchFamily="50" charset="-128"/>
            </a:endParaRPr>
          </a:p>
        </p:txBody>
      </p:sp>
      <p:pic>
        <p:nvPicPr>
          <p:cNvPr id="38" name="Picture 37">
            <a:extLst>
              <a:ext uri="{FF2B5EF4-FFF2-40B4-BE49-F238E27FC236}">
                <a16:creationId xmlns:a16="http://schemas.microsoft.com/office/drawing/2014/main" id="{C860EEF5-C98A-E801-52B5-8228847C1108}"/>
              </a:ext>
            </a:extLst>
          </p:cNvPr>
          <p:cNvPicPr>
            <a:picLocks noChangeAspect="1"/>
          </p:cNvPicPr>
          <p:nvPr/>
        </p:nvPicPr>
        <p:blipFill>
          <a:blip r:embed="rId6"/>
          <a:stretch>
            <a:fillRect/>
          </a:stretch>
        </p:blipFill>
        <p:spPr>
          <a:xfrm>
            <a:off x="770213" y="6297019"/>
            <a:ext cx="1689957" cy="1035071"/>
          </a:xfrm>
          <a:prstGeom prst="rect">
            <a:avLst/>
          </a:prstGeom>
          <a:effectLst>
            <a:outerShdw blurRad="50800" dist="38100" dir="2700000" algn="tl" rotWithShape="0">
              <a:prstClr val="black">
                <a:alpha val="40000"/>
              </a:prstClr>
            </a:outerShdw>
          </a:effectLst>
        </p:spPr>
      </p:pic>
      <p:grpSp>
        <p:nvGrpSpPr>
          <p:cNvPr id="51" name="Group 50">
            <a:extLst>
              <a:ext uri="{FF2B5EF4-FFF2-40B4-BE49-F238E27FC236}">
                <a16:creationId xmlns:a16="http://schemas.microsoft.com/office/drawing/2014/main" id="{D9D94997-0408-649E-90A8-D70576E3A547}"/>
              </a:ext>
            </a:extLst>
          </p:cNvPr>
          <p:cNvGrpSpPr/>
          <p:nvPr/>
        </p:nvGrpSpPr>
        <p:grpSpPr>
          <a:xfrm>
            <a:off x="373626" y="6072262"/>
            <a:ext cx="341724" cy="234477"/>
            <a:chOff x="4277526" y="4535055"/>
            <a:chExt cx="429130" cy="294452"/>
          </a:xfrm>
        </p:grpSpPr>
        <p:sp>
          <p:nvSpPr>
            <p:cNvPr id="52" name="Oval 51">
              <a:extLst>
                <a:ext uri="{FF2B5EF4-FFF2-40B4-BE49-F238E27FC236}">
                  <a16:creationId xmlns:a16="http://schemas.microsoft.com/office/drawing/2014/main" id="{94B38ED5-54DA-E508-6E9F-C22BB2A150C7}"/>
                </a:ext>
              </a:extLst>
            </p:cNvPr>
            <p:cNvSpPr/>
            <p:nvPr/>
          </p:nvSpPr>
          <p:spPr>
            <a:xfrm>
              <a:off x="4354873" y="4555071"/>
              <a:ext cx="274436" cy="27443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b="1" dirty="0">
                <a:latin typeface="メイリオ" panose="020B0604030504040204" pitchFamily="50" charset="-128"/>
                <a:ea typeface="メイリオ" panose="020B0604030504040204" pitchFamily="50" charset="-128"/>
              </a:endParaRPr>
            </a:p>
          </p:txBody>
        </p:sp>
        <p:sp>
          <p:nvSpPr>
            <p:cNvPr id="53" name="TextBox 52">
              <a:extLst>
                <a:ext uri="{FF2B5EF4-FFF2-40B4-BE49-F238E27FC236}">
                  <a16:creationId xmlns:a16="http://schemas.microsoft.com/office/drawing/2014/main" id="{87A428D7-7EFD-99D9-A4BA-3E415A9BBD47}"/>
                </a:ext>
              </a:extLst>
            </p:cNvPr>
            <p:cNvSpPr txBox="1"/>
            <p:nvPr/>
          </p:nvSpPr>
          <p:spPr>
            <a:xfrm>
              <a:off x="4277526" y="4535055"/>
              <a:ext cx="429130" cy="276999"/>
            </a:xfrm>
            <a:prstGeom prst="rect">
              <a:avLst/>
            </a:prstGeom>
            <a:noFill/>
          </p:spPr>
          <p:txBody>
            <a:bodyPr wrap="square">
              <a:spAutoFit/>
            </a:bodyP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2</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grpSp>
      <p:pic>
        <p:nvPicPr>
          <p:cNvPr id="36" name="Picture 35">
            <a:extLst>
              <a:ext uri="{FF2B5EF4-FFF2-40B4-BE49-F238E27FC236}">
                <a16:creationId xmlns:a16="http://schemas.microsoft.com/office/drawing/2014/main" id="{96F2C03B-2F46-091F-B68E-44F2073C2B81}"/>
              </a:ext>
            </a:extLst>
          </p:cNvPr>
          <p:cNvPicPr>
            <a:picLocks noChangeAspect="1"/>
          </p:cNvPicPr>
          <p:nvPr/>
        </p:nvPicPr>
        <p:blipFill>
          <a:blip r:embed="rId7"/>
          <a:stretch>
            <a:fillRect/>
          </a:stretch>
        </p:blipFill>
        <p:spPr>
          <a:xfrm>
            <a:off x="730497" y="7545388"/>
            <a:ext cx="1765816" cy="756778"/>
          </a:xfrm>
          <a:prstGeom prst="roundRect">
            <a:avLst>
              <a:gd name="adj" fmla="val 5651"/>
            </a:avLst>
          </a:prstGeom>
          <a:ln>
            <a:solidFill>
              <a:schemeClr val="bg1">
                <a:lumMod val="95000"/>
              </a:schemeClr>
            </a:solidFill>
          </a:ln>
          <a:effectLst>
            <a:outerShdw blurRad="50800" dist="38100" dir="2700000" algn="tl" rotWithShape="0">
              <a:prstClr val="black">
                <a:alpha val="40000"/>
              </a:prstClr>
            </a:outerShdw>
          </a:effectLst>
        </p:spPr>
      </p:pic>
      <p:sp>
        <p:nvSpPr>
          <p:cNvPr id="37" name="TextBox 36">
            <a:extLst>
              <a:ext uri="{FF2B5EF4-FFF2-40B4-BE49-F238E27FC236}">
                <a16:creationId xmlns:a16="http://schemas.microsoft.com/office/drawing/2014/main" id="{DAF50624-1F45-2794-9DE6-3D594817DADD}"/>
              </a:ext>
            </a:extLst>
          </p:cNvPr>
          <p:cNvSpPr txBox="1"/>
          <p:nvPr/>
        </p:nvSpPr>
        <p:spPr>
          <a:xfrm>
            <a:off x="2596897" y="7590160"/>
            <a:ext cx="4063654" cy="646331"/>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練習が終わったら</a:t>
            </a:r>
            <a:endParaRPr lang="en-US" altLang="ja-JP" sz="900" dirty="0">
              <a:latin typeface="メイリオ" panose="020B0604030504040204" pitchFamily="50" charset="-128"/>
              <a:ea typeface="メイリオ" panose="020B0604030504040204" pitchFamily="50" charset="-128"/>
            </a:endParaRPr>
          </a:p>
          <a:p>
            <a:r>
              <a:rPr lang="ja-JP" altLang="en-US" sz="900" dirty="0">
                <a:latin typeface="メイリオ" panose="020B0604030504040204" pitchFamily="50" charset="-128"/>
                <a:ea typeface="メイリオ" panose="020B0604030504040204" pitchFamily="50" charset="-128"/>
              </a:rPr>
              <a:t>・　本体を</a:t>
            </a:r>
            <a:r>
              <a:rPr lang="en-US" altLang="ja-JP" sz="900" dirty="0">
                <a:latin typeface="メイリオ" panose="020B0604030504040204" pitchFamily="50" charset="-128"/>
                <a:ea typeface="メイリオ" panose="020B0604030504040204" pitchFamily="50" charset="-128"/>
              </a:rPr>
              <a:t>1</a:t>
            </a:r>
            <a:r>
              <a:rPr lang="ja-JP" altLang="en-US" sz="900" dirty="0">
                <a:latin typeface="メイリオ" panose="020B0604030504040204" pitchFamily="50" charset="-128"/>
                <a:ea typeface="メイリオ" panose="020B0604030504040204" pitchFamily="50" charset="-128"/>
              </a:rPr>
              <a:t>回タップして表示される数字を「回数」</a:t>
            </a:r>
            <a:endParaRPr lang="en-US" altLang="ja-JP" sz="900" dirty="0">
              <a:latin typeface="メイリオ" panose="020B0604030504040204" pitchFamily="50" charset="-128"/>
              <a:ea typeface="メイリオ" panose="020B0604030504040204" pitchFamily="50" charset="-128"/>
            </a:endParaRPr>
          </a:p>
          <a:p>
            <a:r>
              <a:rPr lang="ja-JP" altLang="en-US" sz="900" dirty="0">
                <a:latin typeface="メイリオ" panose="020B0604030504040204" pitchFamily="50" charset="-128"/>
                <a:ea typeface="メイリオ" panose="020B0604030504040204" pitchFamily="50" charset="-128"/>
              </a:rPr>
              <a:t>・　</a:t>
            </a:r>
            <a:r>
              <a:rPr lang="en-US" altLang="ja-JP" sz="900" dirty="0">
                <a:latin typeface="メイリオ" panose="020B0604030504040204" pitchFamily="50" charset="-128"/>
                <a:ea typeface="メイリオ" panose="020B0604030504040204" pitchFamily="50" charset="-128"/>
              </a:rPr>
              <a:t>2</a:t>
            </a:r>
            <a:r>
              <a:rPr lang="ja-JP" altLang="en-US" sz="900" dirty="0">
                <a:latin typeface="メイリオ" panose="020B0604030504040204" pitchFamily="50" charset="-128"/>
                <a:ea typeface="メイリオ" panose="020B0604030504040204" pitchFamily="50" charset="-128"/>
              </a:rPr>
              <a:t>回タップして表示される</a:t>
            </a:r>
            <a:r>
              <a:rPr lang="en-US" altLang="ja-JP" sz="900" dirty="0">
                <a:latin typeface="メイリオ" panose="020B0604030504040204" pitchFamily="50" charset="-128"/>
                <a:ea typeface="メイリオ" panose="020B0604030504040204" pitchFamily="50" charset="-128"/>
              </a:rPr>
              <a:t>2</a:t>
            </a:r>
            <a:r>
              <a:rPr lang="ja-JP" altLang="en-US" sz="900" dirty="0">
                <a:latin typeface="メイリオ" panose="020B0604030504040204" pitchFamily="50" charset="-128"/>
                <a:ea typeface="メイリオ" panose="020B0604030504040204" pitchFamily="50" charset="-128"/>
              </a:rPr>
              <a:t>つの数字を「平均」「ベスト」</a:t>
            </a:r>
            <a:br>
              <a:rPr lang="en-US" altLang="ja-JP" sz="900"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に入力して</a:t>
            </a:r>
            <a:r>
              <a:rPr lang="en-US" altLang="ja-JP" sz="900" dirty="0">
                <a:latin typeface="メイリオ" panose="020B0604030504040204" pitchFamily="50" charset="-128"/>
                <a:ea typeface="メイリオ" panose="020B0604030504040204" pitchFamily="50" charset="-128"/>
              </a:rPr>
              <a:t>OK</a:t>
            </a:r>
            <a:r>
              <a:rPr lang="ja-JP" altLang="en-US" sz="900" dirty="0">
                <a:latin typeface="メイリオ" panose="020B0604030504040204" pitchFamily="50" charset="-128"/>
                <a:ea typeface="メイリオ" panose="020B0604030504040204" pitchFamily="50" charset="-128"/>
              </a:rPr>
              <a:t>を押すと記録されます。</a:t>
            </a:r>
          </a:p>
        </p:txBody>
      </p:sp>
      <p:grpSp>
        <p:nvGrpSpPr>
          <p:cNvPr id="54" name="Group 53">
            <a:extLst>
              <a:ext uri="{FF2B5EF4-FFF2-40B4-BE49-F238E27FC236}">
                <a16:creationId xmlns:a16="http://schemas.microsoft.com/office/drawing/2014/main" id="{976FEB7D-7451-3AD6-9151-DAF1F871DC67}"/>
              </a:ext>
            </a:extLst>
          </p:cNvPr>
          <p:cNvGrpSpPr/>
          <p:nvPr/>
        </p:nvGrpSpPr>
        <p:grpSpPr>
          <a:xfrm>
            <a:off x="373626" y="7316151"/>
            <a:ext cx="341724" cy="234477"/>
            <a:chOff x="4286670" y="4535055"/>
            <a:chExt cx="429130" cy="294452"/>
          </a:xfrm>
        </p:grpSpPr>
        <p:sp>
          <p:nvSpPr>
            <p:cNvPr id="55" name="Oval 54">
              <a:extLst>
                <a:ext uri="{FF2B5EF4-FFF2-40B4-BE49-F238E27FC236}">
                  <a16:creationId xmlns:a16="http://schemas.microsoft.com/office/drawing/2014/main" id="{94EC7E69-2539-D8F3-81C7-18F494CD41E5}"/>
                </a:ext>
              </a:extLst>
            </p:cNvPr>
            <p:cNvSpPr/>
            <p:nvPr/>
          </p:nvSpPr>
          <p:spPr>
            <a:xfrm>
              <a:off x="4354873" y="4555071"/>
              <a:ext cx="274436" cy="27443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b="1" dirty="0">
                <a:latin typeface="メイリオ" panose="020B0604030504040204" pitchFamily="50" charset="-128"/>
                <a:ea typeface="メイリオ" panose="020B0604030504040204" pitchFamily="50" charset="-128"/>
              </a:endParaRPr>
            </a:p>
          </p:txBody>
        </p:sp>
        <p:sp>
          <p:nvSpPr>
            <p:cNvPr id="56" name="TextBox 55">
              <a:extLst>
                <a:ext uri="{FF2B5EF4-FFF2-40B4-BE49-F238E27FC236}">
                  <a16:creationId xmlns:a16="http://schemas.microsoft.com/office/drawing/2014/main" id="{08E3B50D-74C0-862D-5390-BCAC3C1749F4}"/>
                </a:ext>
              </a:extLst>
            </p:cNvPr>
            <p:cNvSpPr txBox="1"/>
            <p:nvPr/>
          </p:nvSpPr>
          <p:spPr>
            <a:xfrm>
              <a:off x="4286670" y="4535055"/>
              <a:ext cx="429130" cy="276999"/>
            </a:xfrm>
            <a:prstGeom prst="rect">
              <a:avLst/>
            </a:prstGeom>
            <a:noFill/>
          </p:spPr>
          <p:txBody>
            <a:bodyPr wrap="square">
              <a:spAutoFit/>
            </a:bodyP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3</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grpSp>
      <p:pic>
        <p:nvPicPr>
          <p:cNvPr id="39" name="Picture 38">
            <a:extLst>
              <a:ext uri="{FF2B5EF4-FFF2-40B4-BE49-F238E27FC236}">
                <a16:creationId xmlns:a16="http://schemas.microsoft.com/office/drawing/2014/main" id="{1E14A8AE-6AD2-82AA-47BF-9B3E93A59C46}"/>
              </a:ext>
            </a:extLst>
          </p:cNvPr>
          <p:cNvPicPr>
            <a:picLocks noChangeAspect="1"/>
          </p:cNvPicPr>
          <p:nvPr/>
        </p:nvPicPr>
        <p:blipFill>
          <a:blip r:embed="rId8"/>
          <a:stretch>
            <a:fillRect/>
          </a:stretch>
        </p:blipFill>
        <p:spPr>
          <a:xfrm>
            <a:off x="748786" y="8590770"/>
            <a:ext cx="1765814" cy="890027"/>
          </a:xfrm>
          <a:prstGeom prst="roundRect">
            <a:avLst>
              <a:gd name="adj" fmla="val 8633"/>
            </a:avLst>
          </a:prstGeom>
          <a:effectLst>
            <a:outerShdw blurRad="50800" dist="38100" dir="2700000" algn="tl" rotWithShape="0">
              <a:prstClr val="black">
                <a:alpha val="40000"/>
              </a:prstClr>
            </a:outerShdw>
          </a:effectLst>
        </p:spPr>
      </p:pic>
      <p:sp>
        <p:nvSpPr>
          <p:cNvPr id="40" name="TextBox 39">
            <a:extLst>
              <a:ext uri="{FF2B5EF4-FFF2-40B4-BE49-F238E27FC236}">
                <a16:creationId xmlns:a16="http://schemas.microsoft.com/office/drawing/2014/main" id="{D97D1A33-99E4-A462-8F2A-519F3F55C73C}"/>
              </a:ext>
            </a:extLst>
          </p:cNvPr>
          <p:cNvSpPr txBox="1"/>
          <p:nvPr/>
        </p:nvSpPr>
        <p:spPr>
          <a:xfrm>
            <a:off x="2615184" y="8550704"/>
            <a:ext cx="4063653" cy="923330"/>
          </a:xfrm>
          <a:prstGeom prst="rect">
            <a:avLst/>
          </a:prstGeom>
          <a:noFill/>
        </p:spPr>
        <p:txBody>
          <a:bodyPr wrap="square">
            <a:spAutoFit/>
          </a:bodyPr>
          <a:lstStyle/>
          <a:p>
            <a:endParaRPr lang="en-US" altLang="ja-JP" sz="900" dirty="0">
              <a:latin typeface="メイリオ" panose="020B0604030504040204" pitchFamily="50" charset="-128"/>
              <a:ea typeface="メイリオ" panose="020B0604030504040204" pitchFamily="50" charset="-128"/>
            </a:endParaRPr>
          </a:p>
          <a:p>
            <a:r>
              <a:rPr lang="ja-JP" altLang="en-US" sz="900" dirty="0">
                <a:latin typeface="メイリオ" panose="020B0604030504040204" pitchFamily="50" charset="-128"/>
                <a:ea typeface="メイリオ" panose="020B0604030504040204" pitchFamily="50" charset="-128"/>
              </a:rPr>
              <a:t>毎日バットを振ることでポイントが貯まります。</a:t>
            </a:r>
            <a:endParaRPr lang="en-US" altLang="ja-JP" sz="900" dirty="0">
              <a:latin typeface="メイリオ" panose="020B0604030504040204" pitchFamily="50" charset="-128"/>
              <a:ea typeface="メイリオ" panose="020B0604030504040204" pitchFamily="50" charset="-128"/>
            </a:endParaRPr>
          </a:p>
          <a:p>
            <a:br>
              <a:rPr lang="en-US" altLang="ja-JP" sz="900" dirty="0">
                <a:latin typeface="メイリオ" panose="020B0604030504040204" pitchFamily="50" charset="-128"/>
                <a:ea typeface="メイリオ" panose="020B0604030504040204" pitchFamily="50" charset="-128"/>
              </a:rPr>
            </a:br>
            <a:r>
              <a:rPr lang="ja-JP" altLang="en-US" sz="900" b="1" dirty="0">
                <a:solidFill>
                  <a:srgbClr val="C00000"/>
                </a:solidFill>
                <a:latin typeface="メイリオ" panose="020B0604030504040204" pitchFamily="50" charset="-128"/>
                <a:ea typeface="メイリオ" panose="020B0604030504040204" pitchFamily="50" charset="-128"/>
              </a:rPr>
              <a:t>目標をクリアしたら約束のごほうびをプレゼントしてあげてください。</a:t>
            </a:r>
            <a:endParaRPr lang="en-US" altLang="ja-JP" sz="900" b="1" dirty="0">
              <a:solidFill>
                <a:srgbClr val="C00000"/>
              </a:solidFill>
              <a:latin typeface="メイリオ" panose="020B0604030504040204" pitchFamily="50" charset="-128"/>
              <a:ea typeface="メイリオ" panose="020B0604030504040204" pitchFamily="50" charset="-128"/>
            </a:endParaRPr>
          </a:p>
          <a:p>
            <a:br>
              <a:rPr lang="en-US" altLang="ja-JP" sz="900" dirty="0">
                <a:latin typeface="メイリオ" panose="020B0604030504040204" pitchFamily="50" charset="-128"/>
                <a:ea typeface="メイリオ" panose="020B0604030504040204" pitchFamily="50" charset="-128"/>
              </a:rPr>
            </a:br>
            <a:endParaRPr lang="ja-JP" altLang="en-US" sz="900" dirty="0"/>
          </a:p>
        </p:txBody>
      </p:sp>
      <p:grpSp>
        <p:nvGrpSpPr>
          <p:cNvPr id="57" name="Group 56">
            <a:extLst>
              <a:ext uri="{FF2B5EF4-FFF2-40B4-BE49-F238E27FC236}">
                <a16:creationId xmlns:a16="http://schemas.microsoft.com/office/drawing/2014/main" id="{B5B17463-2D2A-45AD-0D27-5E08829DA68E}"/>
              </a:ext>
            </a:extLst>
          </p:cNvPr>
          <p:cNvGrpSpPr/>
          <p:nvPr/>
        </p:nvGrpSpPr>
        <p:grpSpPr>
          <a:xfrm>
            <a:off x="373626" y="8352501"/>
            <a:ext cx="341724" cy="227196"/>
            <a:chOff x="4268382" y="4544199"/>
            <a:chExt cx="429130" cy="285308"/>
          </a:xfrm>
        </p:grpSpPr>
        <p:sp>
          <p:nvSpPr>
            <p:cNvPr id="58" name="Oval 57">
              <a:extLst>
                <a:ext uri="{FF2B5EF4-FFF2-40B4-BE49-F238E27FC236}">
                  <a16:creationId xmlns:a16="http://schemas.microsoft.com/office/drawing/2014/main" id="{0F370D44-5099-06A1-44FB-E81C5E912E79}"/>
                </a:ext>
              </a:extLst>
            </p:cNvPr>
            <p:cNvSpPr/>
            <p:nvPr/>
          </p:nvSpPr>
          <p:spPr>
            <a:xfrm>
              <a:off x="4354873" y="4555071"/>
              <a:ext cx="274436" cy="27443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b="1" dirty="0">
                <a:latin typeface="メイリオ" panose="020B0604030504040204" pitchFamily="50" charset="-128"/>
                <a:ea typeface="メイリオ" panose="020B0604030504040204" pitchFamily="50" charset="-128"/>
              </a:endParaRPr>
            </a:p>
          </p:txBody>
        </p:sp>
        <p:sp>
          <p:nvSpPr>
            <p:cNvPr id="59" name="TextBox 58">
              <a:extLst>
                <a:ext uri="{FF2B5EF4-FFF2-40B4-BE49-F238E27FC236}">
                  <a16:creationId xmlns:a16="http://schemas.microsoft.com/office/drawing/2014/main" id="{BC5D7DB0-5EA7-A2F6-CF86-60B70C910BD4}"/>
                </a:ext>
              </a:extLst>
            </p:cNvPr>
            <p:cNvSpPr txBox="1"/>
            <p:nvPr/>
          </p:nvSpPr>
          <p:spPr>
            <a:xfrm>
              <a:off x="4268382" y="4544199"/>
              <a:ext cx="429130" cy="276999"/>
            </a:xfrm>
            <a:prstGeom prst="rect">
              <a:avLst/>
            </a:prstGeom>
            <a:noFill/>
          </p:spPr>
          <p:txBody>
            <a:bodyPr wrap="square">
              <a:spAutoFit/>
            </a:bodyP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4</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grpSp>
      <p:pic>
        <p:nvPicPr>
          <p:cNvPr id="63" name="Picture 62">
            <a:extLst>
              <a:ext uri="{FF2B5EF4-FFF2-40B4-BE49-F238E27FC236}">
                <a16:creationId xmlns:a16="http://schemas.microsoft.com/office/drawing/2014/main" id="{904F92B6-535D-30F3-C96E-7750470680B3}"/>
              </a:ext>
            </a:extLst>
          </p:cNvPr>
          <p:cNvPicPr>
            <a:picLocks noChangeAspect="1"/>
          </p:cNvPicPr>
          <p:nvPr/>
        </p:nvPicPr>
        <p:blipFill>
          <a:blip r:embed="rId9"/>
          <a:stretch/>
        </p:blipFill>
        <p:spPr>
          <a:xfrm>
            <a:off x="1545767" y="820839"/>
            <a:ext cx="1140092" cy="300806"/>
          </a:xfrm>
          <a:prstGeom prst="rect">
            <a:avLst/>
          </a:prstGeom>
        </p:spPr>
      </p:pic>
      <p:grpSp>
        <p:nvGrpSpPr>
          <p:cNvPr id="69" name="Group 68">
            <a:extLst>
              <a:ext uri="{FF2B5EF4-FFF2-40B4-BE49-F238E27FC236}">
                <a16:creationId xmlns:a16="http://schemas.microsoft.com/office/drawing/2014/main" id="{33EF0459-4712-6C91-9385-E4C8F89F16F5}"/>
              </a:ext>
            </a:extLst>
          </p:cNvPr>
          <p:cNvGrpSpPr/>
          <p:nvPr/>
        </p:nvGrpSpPr>
        <p:grpSpPr>
          <a:xfrm>
            <a:off x="304717" y="1734385"/>
            <a:ext cx="1001210" cy="984986"/>
            <a:chOff x="346739" y="946539"/>
            <a:chExt cx="1233694" cy="1213702"/>
          </a:xfrm>
        </p:grpSpPr>
        <p:pic>
          <p:nvPicPr>
            <p:cNvPr id="70" name="Picture 69">
              <a:extLst>
                <a:ext uri="{FF2B5EF4-FFF2-40B4-BE49-F238E27FC236}">
                  <a16:creationId xmlns:a16="http://schemas.microsoft.com/office/drawing/2014/main" id="{69BA6F68-8E92-478B-6BFE-367971D751A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04841" y="971242"/>
              <a:ext cx="1144540" cy="1144540"/>
            </a:xfrm>
            <a:prstGeom prst="rect">
              <a:avLst/>
            </a:prstGeom>
          </p:spPr>
        </p:pic>
        <p:sp>
          <p:nvSpPr>
            <p:cNvPr id="71" name="Rectangle: Rounded Corners 70">
              <a:extLst>
                <a:ext uri="{FF2B5EF4-FFF2-40B4-BE49-F238E27FC236}">
                  <a16:creationId xmlns:a16="http://schemas.microsoft.com/office/drawing/2014/main" id="{D1826B9E-5308-D958-000E-E58E9A994AFA}"/>
                </a:ext>
              </a:extLst>
            </p:cNvPr>
            <p:cNvSpPr/>
            <p:nvPr/>
          </p:nvSpPr>
          <p:spPr>
            <a:xfrm>
              <a:off x="404841" y="971242"/>
              <a:ext cx="1144540" cy="1144540"/>
            </a:xfrm>
            <a:prstGeom prst="roundRect">
              <a:avLst>
                <a:gd name="adj" fmla="val 8292"/>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72" name="Rectangle 71">
              <a:extLst>
                <a:ext uri="{FF2B5EF4-FFF2-40B4-BE49-F238E27FC236}">
                  <a16:creationId xmlns:a16="http://schemas.microsoft.com/office/drawing/2014/main" id="{45E47C9C-F0D6-997A-672F-16EFBD9E8AB9}"/>
                </a:ext>
              </a:extLst>
            </p:cNvPr>
            <p:cNvSpPr/>
            <p:nvPr/>
          </p:nvSpPr>
          <p:spPr>
            <a:xfrm>
              <a:off x="648929" y="946539"/>
              <a:ext cx="693174" cy="889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73" name="Rectangle 72">
              <a:extLst>
                <a:ext uri="{FF2B5EF4-FFF2-40B4-BE49-F238E27FC236}">
                  <a16:creationId xmlns:a16="http://schemas.microsoft.com/office/drawing/2014/main" id="{332E3B52-4720-1A75-4800-BA43DB27D660}"/>
                </a:ext>
              </a:extLst>
            </p:cNvPr>
            <p:cNvSpPr/>
            <p:nvPr/>
          </p:nvSpPr>
          <p:spPr>
            <a:xfrm>
              <a:off x="648929" y="2071322"/>
              <a:ext cx="693174" cy="889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grpSp>
          <p:nvGrpSpPr>
            <p:cNvPr id="74" name="Group 73">
              <a:extLst>
                <a:ext uri="{FF2B5EF4-FFF2-40B4-BE49-F238E27FC236}">
                  <a16:creationId xmlns:a16="http://schemas.microsoft.com/office/drawing/2014/main" id="{D519C53A-B49D-1526-6E69-FA6ABAB12B67}"/>
                </a:ext>
              </a:extLst>
            </p:cNvPr>
            <p:cNvGrpSpPr/>
            <p:nvPr/>
          </p:nvGrpSpPr>
          <p:grpSpPr>
            <a:xfrm rot="5400000">
              <a:off x="616998" y="936544"/>
              <a:ext cx="693175" cy="1233694"/>
              <a:chOff x="801329" y="1078947"/>
              <a:chExt cx="693175" cy="1233694"/>
            </a:xfrm>
          </p:grpSpPr>
          <p:sp>
            <p:nvSpPr>
              <p:cNvPr id="75" name="Rectangle 74">
                <a:extLst>
                  <a:ext uri="{FF2B5EF4-FFF2-40B4-BE49-F238E27FC236}">
                    <a16:creationId xmlns:a16="http://schemas.microsoft.com/office/drawing/2014/main" id="{90C1DB10-3272-0608-D574-103FD78D2C76}"/>
                  </a:ext>
                </a:extLst>
              </p:cNvPr>
              <p:cNvSpPr/>
              <p:nvPr/>
            </p:nvSpPr>
            <p:spPr>
              <a:xfrm>
                <a:off x="801330" y="1078947"/>
                <a:ext cx="693174" cy="889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76" name="Rectangle 75">
                <a:extLst>
                  <a:ext uri="{FF2B5EF4-FFF2-40B4-BE49-F238E27FC236}">
                    <a16:creationId xmlns:a16="http://schemas.microsoft.com/office/drawing/2014/main" id="{27EFCA2F-CDE4-4206-A661-13D4CD12FF05}"/>
                  </a:ext>
                </a:extLst>
              </p:cNvPr>
              <p:cNvSpPr/>
              <p:nvPr/>
            </p:nvSpPr>
            <p:spPr>
              <a:xfrm>
                <a:off x="801329" y="2223722"/>
                <a:ext cx="693174" cy="889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grpSp>
      </p:grpSp>
      <p:sp>
        <p:nvSpPr>
          <p:cNvPr id="78" name="TextBox 77">
            <a:extLst>
              <a:ext uri="{FF2B5EF4-FFF2-40B4-BE49-F238E27FC236}">
                <a16:creationId xmlns:a16="http://schemas.microsoft.com/office/drawing/2014/main" id="{C7671A65-1FB8-8F32-0A24-B76DE58119AE}"/>
              </a:ext>
            </a:extLst>
          </p:cNvPr>
          <p:cNvSpPr txBox="1"/>
          <p:nvPr/>
        </p:nvSpPr>
        <p:spPr>
          <a:xfrm>
            <a:off x="4405470" y="1314615"/>
            <a:ext cx="2264005" cy="1179810"/>
          </a:xfrm>
          <a:prstGeom prst="rect">
            <a:avLst/>
          </a:prstGeom>
          <a:noFill/>
        </p:spPr>
        <p:txBody>
          <a:bodyPr wrap="square">
            <a:spAutoFit/>
          </a:bodyPr>
          <a:lstStyle/>
          <a:p>
            <a:pPr marL="228600" indent="-228600">
              <a:spcBef>
                <a:spcPts val="506"/>
              </a:spcBef>
              <a:spcAft>
                <a:spcPts val="506"/>
              </a:spcAft>
              <a:buFont typeface="+mj-lt"/>
              <a:buAutoNum type="arabicPeriod"/>
            </a:pPr>
            <a:r>
              <a:rPr lang="ja-JP" altLang="ja-JP" sz="900" dirty="0">
                <a:latin typeface="メイリオ" panose="020B0604030504040204" pitchFamily="50" charset="-128"/>
                <a:ea typeface="メイリオ" panose="020B0604030504040204" pitchFamily="50" charset="-128"/>
              </a:rPr>
              <a:t>画面右上にある </a:t>
            </a:r>
            <a:r>
              <a:rPr lang="ja-JP" altLang="ja-JP" sz="900" b="1" dirty="0">
                <a:latin typeface="メイリオ" panose="020B0604030504040204" pitchFamily="50" charset="-128"/>
                <a:ea typeface="メイリオ" panose="020B0604030504040204" pitchFamily="50" charset="-128"/>
              </a:rPr>
              <a:t>「︙」</a:t>
            </a:r>
            <a:r>
              <a:rPr lang="ja-JP" altLang="ja-JP" sz="900" dirty="0">
                <a:latin typeface="メイリオ" panose="020B0604030504040204" pitchFamily="50" charset="-128"/>
                <a:ea typeface="メイリオ" panose="020B0604030504040204" pitchFamily="50" charset="-128"/>
              </a:rPr>
              <a:t>（メニューアイコン） をタップします。</a:t>
            </a:r>
          </a:p>
          <a:p>
            <a:pPr marL="228600" indent="-228600">
              <a:spcBef>
                <a:spcPts val="506"/>
              </a:spcBef>
              <a:spcAft>
                <a:spcPts val="506"/>
              </a:spcAft>
              <a:buFont typeface="+mj-lt"/>
              <a:buAutoNum type="arabicPeriod"/>
            </a:pPr>
            <a:r>
              <a:rPr lang="ja-JP" altLang="ja-JP" sz="900" dirty="0">
                <a:latin typeface="メイリオ" panose="020B0604030504040204" pitchFamily="50" charset="-128"/>
                <a:ea typeface="メイリオ" panose="020B0604030504040204" pitchFamily="50" charset="-128"/>
              </a:rPr>
              <a:t>メニューの中にある </a:t>
            </a:r>
            <a:r>
              <a:rPr lang="ja-JP" altLang="ja-JP" sz="900" b="1" dirty="0">
                <a:latin typeface="メイリオ" panose="020B0604030504040204" pitchFamily="50" charset="-128"/>
                <a:ea typeface="メイリオ" panose="020B0604030504040204" pitchFamily="50" charset="-128"/>
              </a:rPr>
              <a:t>「</a:t>
            </a:r>
            <a:r>
              <a:rPr lang="ja-JP" altLang="ja-JP" sz="900" b="1" dirty="0">
                <a:solidFill>
                  <a:schemeClr val="accent6"/>
                </a:solidFill>
                <a:latin typeface="メイリオ" panose="020B0604030504040204" pitchFamily="50" charset="-128"/>
                <a:ea typeface="メイリオ" panose="020B0604030504040204" pitchFamily="50" charset="-128"/>
              </a:rPr>
              <a:t>アプリをインストール</a:t>
            </a:r>
            <a:r>
              <a:rPr lang="ja-JP" altLang="ja-JP" sz="900" b="1" dirty="0">
                <a:latin typeface="メイリオ" panose="020B0604030504040204" pitchFamily="50" charset="-128"/>
                <a:ea typeface="メイリオ" panose="020B0604030504040204" pitchFamily="50" charset="-128"/>
              </a:rPr>
              <a:t>」</a:t>
            </a:r>
            <a:r>
              <a:rPr lang="ja-JP" altLang="ja-JP" sz="900" dirty="0">
                <a:latin typeface="メイリオ" panose="020B0604030504040204" pitchFamily="50" charset="-128"/>
                <a:ea typeface="メイリオ" panose="020B0604030504040204" pitchFamily="50" charset="-128"/>
              </a:rPr>
              <a:t> を選択します。</a:t>
            </a:r>
          </a:p>
          <a:p>
            <a:pPr marL="228600" indent="-228600">
              <a:spcBef>
                <a:spcPts val="506"/>
              </a:spcBef>
              <a:spcAft>
                <a:spcPts val="506"/>
              </a:spcAft>
              <a:buFont typeface="+mj-lt"/>
              <a:buAutoNum type="arabicPeriod"/>
            </a:pPr>
            <a:r>
              <a:rPr lang="ja-JP" altLang="ja-JP" sz="900" dirty="0">
                <a:latin typeface="メイリオ" panose="020B0604030504040204" pitchFamily="50" charset="-128"/>
                <a:ea typeface="メイリオ" panose="020B0604030504040204" pitchFamily="50" charset="-128"/>
              </a:rPr>
              <a:t>確認画面で </a:t>
            </a:r>
            <a:r>
              <a:rPr lang="ja-JP" altLang="ja-JP" sz="900" b="1" dirty="0">
                <a:latin typeface="メイリオ" panose="020B0604030504040204" pitchFamily="50" charset="-128"/>
                <a:ea typeface="メイリオ" panose="020B0604030504040204" pitchFamily="50" charset="-128"/>
              </a:rPr>
              <a:t>「インストール」</a:t>
            </a:r>
            <a:r>
              <a:rPr lang="ja-JP" altLang="ja-JP" sz="900" dirty="0">
                <a:latin typeface="メイリオ" panose="020B0604030504040204" pitchFamily="50" charset="-128"/>
                <a:ea typeface="メイリオ" panose="020B0604030504040204" pitchFamily="50" charset="-128"/>
              </a:rPr>
              <a:t> をタップします。</a:t>
            </a:r>
            <a:endParaRPr lang="en-US" altLang="ja-JP" sz="900" dirty="0">
              <a:latin typeface="メイリオ" panose="020B0604030504040204" pitchFamily="50" charset="-128"/>
              <a:ea typeface="メイリオ" panose="020B0604030504040204" pitchFamily="50" charset="-128"/>
            </a:endParaRPr>
          </a:p>
        </p:txBody>
      </p:sp>
      <p:pic>
        <p:nvPicPr>
          <p:cNvPr id="79" name="Picture 78">
            <a:extLst>
              <a:ext uri="{FF2B5EF4-FFF2-40B4-BE49-F238E27FC236}">
                <a16:creationId xmlns:a16="http://schemas.microsoft.com/office/drawing/2014/main" id="{36FD5535-FDD8-B733-6174-C4B3BBB3CAD5}"/>
              </a:ext>
            </a:extLst>
          </p:cNvPr>
          <p:cNvPicPr>
            <a:picLocks noChangeAspect="1"/>
          </p:cNvPicPr>
          <p:nvPr/>
        </p:nvPicPr>
        <p:blipFill>
          <a:blip r:embed="rId11"/>
          <a:stretch/>
        </p:blipFill>
        <p:spPr>
          <a:xfrm>
            <a:off x="4402735" y="834890"/>
            <a:ext cx="1336915" cy="293379"/>
          </a:xfrm>
          <a:prstGeom prst="rect">
            <a:avLst/>
          </a:prstGeom>
        </p:spPr>
      </p:pic>
      <p:grpSp>
        <p:nvGrpSpPr>
          <p:cNvPr id="81" name="Group 80">
            <a:extLst>
              <a:ext uri="{FF2B5EF4-FFF2-40B4-BE49-F238E27FC236}">
                <a16:creationId xmlns:a16="http://schemas.microsoft.com/office/drawing/2014/main" id="{117CDD9D-D1CB-F522-2C87-39775C82333F}"/>
              </a:ext>
            </a:extLst>
          </p:cNvPr>
          <p:cNvGrpSpPr/>
          <p:nvPr/>
        </p:nvGrpSpPr>
        <p:grpSpPr>
          <a:xfrm>
            <a:off x="1544336" y="1294040"/>
            <a:ext cx="323791" cy="247881"/>
            <a:chOff x="4277526" y="4541813"/>
            <a:chExt cx="429130" cy="328524"/>
          </a:xfrm>
        </p:grpSpPr>
        <p:sp>
          <p:nvSpPr>
            <p:cNvPr id="82" name="Oval 81">
              <a:extLst>
                <a:ext uri="{FF2B5EF4-FFF2-40B4-BE49-F238E27FC236}">
                  <a16:creationId xmlns:a16="http://schemas.microsoft.com/office/drawing/2014/main" id="{75A3E02A-970E-AF81-DFE7-965C50CD38CF}"/>
                </a:ext>
              </a:extLst>
            </p:cNvPr>
            <p:cNvSpPr/>
            <p:nvPr/>
          </p:nvSpPr>
          <p:spPr>
            <a:xfrm>
              <a:off x="4354873" y="4555071"/>
              <a:ext cx="274436" cy="27443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83" name="TextBox 82">
              <a:extLst>
                <a:ext uri="{FF2B5EF4-FFF2-40B4-BE49-F238E27FC236}">
                  <a16:creationId xmlns:a16="http://schemas.microsoft.com/office/drawing/2014/main" id="{51993BF2-FB97-A241-6D16-D18FB3F88874}"/>
                </a:ext>
              </a:extLst>
            </p:cNvPr>
            <p:cNvSpPr txBox="1"/>
            <p:nvPr/>
          </p:nvSpPr>
          <p:spPr>
            <a:xfrm>
              <a:off x="4277526" y="4541813"/>
              <a:ext cx="429130" cy="328524"/>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1</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84" name="Group 83">
            <a:extLst>
              <a:ext uri="{FF2B5EF4-FFF2-40B4-BE49-F238E27FC236}">
                <a16:creationId xmlns:a16="http://schemas.microsoft.com/office/drawing/2014/main" id="{D48A6676-6F65-E317-6494-B98E6DD97A4A}"/>
              </a:ext>
            </a:extLst>
          </p:cNvPr>
          <p:cNvGrpSpPr/>
          <p:nvPr/>
        </p:nvGrpSpPr>
        <p:grpSpPr>
          <a:xfrm>
            <a:off x="1544336" y="1872090"/>
            <a:ext cx="323791" cy="247881"/>
            <a:chOff x="4277526" y="4535055"/>
            <a:chExt cx="429130" cy="328525"/>
          </a:xfrm>
        </p:grpSpPr>
        <p:sp>
          <p:nvSpPr>
            <p:cNvPr id="85" name="Oval 84">
              <a:extLst>
                <a:ext uri="{FF2B5EF4-FFF2-40B4-BE49-F238E27FC236}">
                  <a16:creationId xmlns:a16="http://schemas.microsoft.com/office/drawing/2014/main" id="{6F49EF3B-5BBB-489C-F7D4-56C548EAAD70}"/>
                </a:ext>
              </a:extLst>
            </p:cNvPr>
            <p:cNvSpPr/>
            <p:nvPr/>
          </p:nvSpPr>
          <p:spPr>
            <a:xfrm>
              <a:off x="4354873" y="4555071"/>
              <a:ext cx="274436" cy="27443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86" name="TextBox 85">
              <a:extLst>
                <a:ext uri="{FF2B5EF4-FFF2-40B4-BE49-F238E27FC236}">
                  <a16:creationId xmlns:a16="http://schemas.microsoft.com/office/drawing/2014/main" id="{9933D54D-410E-E848-9CCD-1F87A1A27D93}"/>
                </a:ext>
              </a:extLst>
            </p:cNvPr>
            <p:cNvSpPr txBox="1"/>
            <p:nvPr/>
          </p:nvSpPr>
          <p:spPr>
            <a:xfrm>
              <a:off x="4277526" y="4535055"/>
              <a:ext cx="429130" cy="328525"/>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2</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sp>
        <p:nvSpPr>
          <p:cNvPr id="88" name="Oval 87">
            <a:extLst>
              <a:ext uri="{FF2B5EF4-FFF2-40B4-BE49-F238E27FC236}">
                <a16:creationId xmlns:a16="http://schemas.microsoft.com/office/drawing/2014/main" id="{F65BAE92-DABA-29DD-0DF7-5A2E449FC078}"/>
              </a:ext>
            </a:extLst>
          </p:cNvPr>
          <p:cNvSpPr/>
          <p:nvPr/>
        </p:nvSpPr>
        <p:spPr>
          <a:xfrm>
            <a:off x="4438631" y="1304044"/>
            <a:ext cx="207070" cy="20707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89" name="TextBox 88">
            <a:extLst>
              <a:ext uri="{FF2B5EF4-FFF2-40B4-BE49-F238E27FC236}">
                <a16:creationId xmlns:a16="http://schemas.microsoft.com/office/drawing/2014/main" id="{CB1A1A67-25D4-BDE3-7B4F-AA5B2C405CFF}"/>
              </a:ext>
            </a:extLst>
          </p:cNvPr>
          <p:cNvSpPr txBox="1"/>
          <p:nvPr/>
        </p:nvSpPr>
        <p:spPr>
          <a:xfrm>
            <a:off x="4380270" y="1294040"/>
            <a:ext cx="323791" cy="247881"/>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1</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91" name="Oval 90">
            <a:extLst>
              <a:ext uri="{FF2B5EF4-FFF2-40B4-BE49-F238E27FC236}">
                <a16:creationId xmlns:a16="http://schemas.microsoft.com/office/drawing/2014/main" id="{6F6C87D7-42EB-656E-778B-555126B76A14}"/>
              </a:ext>
            </a:extLst>
          </p:cNvPr>
          <p:cNvSpPr/>
          <p:nvPr/>
        </p:nvSpPr>
        <p:spPr>
          <a:xfrm>
            <a:off x="4438631" y="1688993"/>
            <a:ext cx="207070" cy="207069"/>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92" name="TextBox 91">
            <a:extLst>
              <a:ext uri="{FF2B5EF4-FFF2-40B4-BE49-F238E27FC236}">
                <a16:creationId xmlns:a16="http://schemas.microsoft.com/office/drawing/2014/main" id="{97BEA637-D58F-406B-2132-E4506E1CBC44}"/>
              </a:ext>
            </a:extLst>
          </p:cNvPr>
          <p:cNvSpPr txBox="1"/>
          <p:nvPr/>
        </p:nvSpPr>
        <p:spPr>
          <a:xfrm>
            <a:off x="4380270" y="1673890"/>
            <a:ext cx="323791" cy="247881"/>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2</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94" name="Oval 93">
            <a:extLst>
              <a:ext uri="{FF2B5EF4-FFF2-40B4-BE49-F238E27FC236}">
                <a16:creationId xmlns:a16="http://schemas.microsoft.com/office/drawing/2014/main" id="{054A3DB0-959F-B606-8091-B17E28269997}"/>
              </a:ext>
            </a:extLst>
          </p:cNvPr>
          <p:cNvSpPr/>
          <p:nvPr/>
        </p:nvSpPr>
        <p:spPr>
          <a:xfrm>
            <a:off x="4438631" y="2079392"/>
            <a:ext cx="207070" cy="207069"/>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95" name="TextBox 94">
            <a:extLst>
              <a:ext uri="{FF2B5EF4-FFF2-40B4-BE49-F238E27FC236}">
                <a16:creationId xmlns:a16="http://schemas.microsoft.com/office/drawing/2014/main" id="{1DF83434-BEB0-AB85-E9F3-1514713F6AEB}"/>
              </a:ext>
            </a:extLst>
          </p:cNvPr>
          <p:cNvSpPr txBox="1"/>
          <p:nvPr/>
        </p:nvSpPr>
        <p:spPr>
          <a:xfrm>
            <a:off x="4380270" y="2064289"/>
            <a:ext cx="323791" cy="261610"/>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3</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96" name="Speech Bubble: Rectangle with Corners Rounded 95">
            <a:extLst>
              <a:ext uri="{FF2B5EF4-FFF2-40B4-BE49-F238E27FC236}">
                <a16:creationId xmlns:a16="http://schemas.microsoft.com/office/drawing/2014/main" id="{83641D77-0B81-B38E-572D-E955769CEB76}"/>
              </a:ext>
            </a:extLst>
          </p:cNvPr>
          <p:cNvSpPr/>
          <p:nvPr/>
        </p:nvSpPr>
        <p:spPr>
          <a:xfrm>
            <a:off x="248678" y="981579"/>
            <a:ext cx="1209860" cy="527803"/>
          </a:xfrm>
          <a:prstGeom prst="wedgeRoundRectCallout">
            <a:avLst>
              <a:gd name="adj1" fmla="val -20833"/>
              <a:gd name="adj2" fmla="val 89617"/>
              <a:gd name="adj3" fmla="val 16667"/>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ja-JP" sz="800" dirty="0">
                <a:latin typeface="メイリオ" panose="020B0604030504040204" pitchFamily="50" charset="-128"/>
                <a:ea typeface="メイリオ" panose="020B0604030504040204" pitchFamily="50" charset="-128"/>
              </a:rPr>
              <a:t>QR</a:t>
            </a:r>
            <a:r>
              <a:rPr lang="ja-JP" altLang="en-US" sz="800" dirty="0">
                <a:latin typeface="メイリオ" panose="020B0604030504040204" pitchFamily="50" charset="-128"/>
                <a:ea typeface="メイリオ" panose="020B0604030504040204" pitchFamily="50" charset="-128"/>
              </a:rPr>
              <a:t>コードを読んでください。</a:t>
            </a:r>
            <a:br>
              <a:rPr lang="en-US" altLang="ja-JP" sz="800" dirty="0">
                <a:latin typeface="メイリオ" panose="020B0604030504040204" pitchFamily="50" charset="-128"/>
                <a:ea typeface="メイリオ" panose="020B0604030504040204" pitchFamily="50" charset="-128"/>
              </a:rPr>
            </a:br>
            <a:r>
              <a:rPr lang="ja-JP" altLang="en-US" sz="800" dirty="0">
                <a:latin typeface="メイリオ" panose="020B0604030504040204" pitchFamily="50" charset="-128"/>
                <a:ea typeface="メイリオ" panose="020B0604030504040204" pitchFamily="50" charset="-128"/>
              </a:rPr>
              <a:t>ブラウザが開きます。</a:t>
            </a:r>
          </a:p>
        </p:txBody>
      </p:sp>
      <p:cxnSp>
        <p:nvCxnSpPr>
          <p:cNvPr id="99" name="Straight Connector 98">
            <a:extLst>
              <a:ext uri="{FF2B5EF4-FFF2-40B4-BE49-F238E27FC236}">
                <a16:creationId xmlns:a16="http://schemas.microsoft.com/office/drawing/2014/main" id="{D4189A31-A94E-BEE5-A6CB-3AB9D8897A46}"/>
              </a:ext>
            </a:extLst>
          </p:cNvPr>
          <p:cNvCxnSpPr>
            <a:cxnSpLocks/>
          </p:cNvCxnSpPr>
          <p:nvPr/>
        </p:nvCxnSpPr>
        <p:spPr>
          <a:xfrm>
            <a:off x="1706232" y="1565774"/>
            <a:ext cx="0" cy="27432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6710F753-51EE-9D0E-8C60-9FB2DBAF327D}"/>
              </a:ext>
            </a:extLst>
          </p:cNvPr>
          <p:cNvCxnSpPr>
            <a:cxnSpLocks/>
          </p:cNvCxnSpPr>
          <p:nvPr/>
        </p:nvCxnSpPr>
        <p:spPr>
          <a:xfrm>
            <a:off x="4539766" y="1535163"/>
            <a:ext cx="0" cy="131969"/>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B545C3D5-A8DC-6216-2381-CB8335904700}"/>
              </a:ext>
            </a:extLst>
          </p:cNvPr>
          <p:cNvCxnSpPr>
            <a:cxnSpLocks/>
          </p:cNvCxnSpPr>
          <p:nvPr/>
        </p:nvCxnSpPr>
        <p:spPr>
          <a:xfrm>
            <a:off x="4539766" y="1915013"/>
            <a:ext cx="0" cy="142518"/>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BF62CF0B-89AD-1AC8-BC0C-EC556A11DD4D}"/>
              </a:ext>
            </a:extLst>
          </p:cNvPr>
          <p:cNvCxnSpPr>
            <a:cxnSpLocks/>
          </p:cNvCxnSpPr>
          <p:nvPr/>
        </p:nvCxnSpPr>
        <p:spPr>
          <a:xfrm>
            <a:off x="544488" y="4678143"/>
            <a:ext cx="0" cy="137160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788D259A-8BF8-0F56-D4F5-EABDBED77526}"/>
              </a:ext>
            </a:extLst>
          </p:cNvPr>
          <p:cNvCxnSpPr>
            <a:cxnSpLocks/>
          </p:cNvCxnSpPr>
          <p:nvPr/>
        </p:nvCxnSpPr>
        <p:spPr>
          <a:xfrm>
            <a:off x="544488" y="6348498"/>
            <a:ext cx="0" cy="91440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127" name="Straight Connector 126">
            <a:extLst>
              <a:ext uri="{FF2B5EF4-FFF2-40B4-BE49-F238E27FC236}">
                <a16:creationId xmlns:a16="http://schemas.microsoft.com/office/drawing/2014/main" id="{0071F805-1096-62B3-5CFF-A4B30582E7FD}"/>
              </a:ext>
            </a:extLst>
          </p:cNvPr>
          <p:cNvCxnSpPr>
            <a:cxnSpLocks/>
          </p:cNvCxnSpPr>
          <p:nvPr/>
        </p:nvCxnSpPr>
        <p:spPr>
          <a:xfrm>
            <a:off x="544488" y="7584436"/>
            <a:ext cx="0" cy="73152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132" name="Straight Connector 131">
            <a:extLst>
              <a:ext uri="{FF2B5EF4-FFF2-40B4-BE49-F238E27FC236}">
                <a16:creationId xmlns:a16="http://schemas.microsoft.com/office/drawing/2014/main" id="{A1624E78-9329-5751-4BE2-FDA2B5B462FA}"/>
              </a:ext>
            </a:extLst>
          </p:cNvPr>
          <p:cNvCxnSpPr/>
          <p:nvPr/>
        </p:nvCxnSpPr>
        <p:spPr>
          <a:xfrm>
            <a:off x="715350" y="6188147"/>
            <a:ext cx="5510521" cy="9323"/>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33" name="Straight Connector 132">
            <a:extLst>
              <a:ext uri="{FF2B5EF4-FFF2-40B4-BE49-F238E27FC236}">
                <a16:creationId xmlns:a16="http://schemas.microsoft.com/office/drawing/2014/main" id="{9843FC7E-1C62-7BB2-5682-B6F9A4C575EA}"/>
              </a:ext>
            </a:extLst>
          </p:cNvPr>
          <p:cNvCxnSpPr/>
          <p:nvPr/>
        </p:nvCxnSpPr>
        <p:spPr>
          <a:xfrm>
            <a:off x="715350" y="7420908"/>
            <a:ext cx="5510521" cy="9323"/>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34" name="Straight Connector 133">
            <a:extLst>
              <a:ext uri="{FF2B5EF4-FFF2-40B4-BE49-F238E27FC236}">
                <a16:creationId xmlns:a16="http://schemas.microsoft.com/office/drawing/2014/main" id="{00C49506-16E2-FD54-38FB-8D3CA03AA500}"/>
              </a:ext>
            </a:extLst>
          </p:cNvPr>
          <p:cNvCxnSpPr/>
          <p:nvPr/>
        </p:nvCxnSpPr>
        <p:spPr>
          <a:xfrm>
            <a:off x="715350" y="8461105"/>
            <a:ext cx="5510521" cy="9323"/>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381EB839-3187-09B8-E4E5-849BC6574724}"/>
              </a:ext>
            </a:extLst>
          </p:cNvPr>
          <p:cNvCxnSpPr>
            <a:cxnSpLocks/>
            <a:stCxn id="86" idx="2"/>
          </p:cNvCxnSpPr>
          <p:nvPr/>
        </p:nvCxnSpPr>
        <p:spPr>
          <a:xfrm>
            <a:off x="1706232" y="2119971"/>
            <a:ext cx="0" cy="683994"/>
          </a:xfrm>
          <a:prstGeom prst="line">
            <a:avLst/>
          </a:prstGeom>
          <a:ln>
            <a:solidFill>
              <a:srgbClr val="0070C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0294E52B-DC70-47A4-016F-DAD90774ED49}"/>
              </a:ext>
            </a:extLst>
          </p:cNvPr>
          <p:cNvCxnSpPr>
            <a:cxnSpLocks/>
            <a:stCxn id="95" idx="2"/>
          </p:cNvCxnSpPr>
          <p:nvPr/>
        </p:nvCxnSpPr>
        <p:spPr>
          <a:xfrm flipH="1">
            <a:off x="4539766" y="2325899"/>
            <a:ext cx="2400" cy="478066"/>
          </a:xfrm>
          <a:prstGeom prst="line">
            <a:avLst/>
          </a:prstGeom>
          <a:ln>
            <a:solidFill>
              <a:schemeClr val="accent6"/>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3189305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4917</TotalTime>
  <Words>1624</Words>
  <Application>Microsoft Office PowerPoint</Application>
  <PresentationFormat>A4 Paper (210x297 mm)</PresentationFormat>
  <Paragraphs>169</Paragraphs>
  <Slides>11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メイリオ</vt:lpstr>
      <vt:lpstr>游ゴシック</vt:lpstr>
      <vt:lpstr>游明朝</vt: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Takamichi Asai</dc:creator>
  <cp:lastModifiedBy>Takamichi Asai</cp:lastModifiedBy>
  <cp:revision>1</cp:revision>
  <cp:lastPrinted>2026-06-08T06:52:55Z</cp:lastPrinted>
  <dcterms:created xsi:type="dcterms:W3CDTF">2026-06-01T01:11:22Z</dcterms:created>
  <dcterms:modified xsi:type="dcterms:W3CDTF">2026-06-08T13:50:39Z</dcterms:modified>
</cp:coreProperties>
</file>