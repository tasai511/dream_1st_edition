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66" r:id="rId3"/>
    <p:sldId id="267" r:id="rId4"/>
    <p:sldId id="273" r:id="rId5"/>
    <p:sldId id="271" r:id="rId6"/>
    <p:sldId id="272" r:id="rId7"/>
    <p:sldId id="274" r:id="rId8"/>
    <p:sldId id="269" r:id="rId9"/>
    <p:sldId id="268"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63DB"/>
    <a:srgbClr val="BA5121"/>
    <a:srgbClr val="F0DAD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E56304-DE67-4B01-A2CC-342B980A114D}" v="224" dt="2026-06-04T04:59:21.2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50" d="100"/>
          <a:sy n="150" d="100"/>
        </p:scale>
        <p:origin x="55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kamichi Asai" userId="3b5f7fad-e636-4c8e-833d-1467cd4f12a3" providerId="ADAL" clId="{2A663872-BA5B-4A08-84BE-EED75D43575C}"/>
    <pc:docChg chg="undo custSel addSld delSld modSld sldOrd">
      <pc:chgData name="Takamichi Asai" userId="3b5f7fad-e636-4c8e-833d-1467cd4f12a3" providerId="ADAL" clId="{2A663872-BA5B-4A08-84BE-EED75D43575C}" dt="2026-06-04T05:00:59.767" v="12509" actId="1076"/>
      <pc:docMkLst>
        <pc:docMk/>
      </pc:docMkLst>
      <pc:sldChg chg="addSp delSp modSp mod">
        <pc:chgData name="Takamichi Asai" userId="3b5f7fad-e636-4c8e-833d-1467cd4f12a3" providerId="ADAL" clId="{2A663872-BA5B-4A08-84BE-EED75D43575C}" dt="2026-06-01T06:38:16.954" v="39"/>
        <pc:sldMkLst>
          <pc:docMk/>
          <pc:sldMk cId="1550345001" sldId="257"/>
        </pc:sldMkLst>
        <pc:picChg chg="mod">
          <ac:chgData name="Takamichi Asai" userId="3b5f7fad-e636-4c8e-833d-1467cd4f12a3" providerId="ADAL" clId="{2A663872-BA5B-4A08-84BE-EED75D43575C}" dt="2026-06-01T06:31:23.987" v="37"/>
          <ac:picMkLst>
            <pc:docMk/>
            <pc:sldMk cId="1550345001" sldId="257"/>
            <ac:picMk id="4" creationId="{1CE08612-12A9-FD81-5C8E-A2607145E13C}"/>
          </ac:picMkLst>
        </pc:picChg>
        <pc:picChg chg="mod">
          <ac:chgData name="Takamichi Asai" userId="3b5f7fad-e636-4c8e-833d-1467cd4f12a3" providerId="ADAL" clId="{2A663872-BA5B-4A08-84BE-EED75D43575C}" dt="2026-06-01T06:38:16.954" v="39"/>
          <ac:picMkLst>
            <pc:docMk/>
            <pc:sldMk cId="1550345001" sldId="257"/>
            <ac:picMk id="6" creationId="{D0854AB7-8CFB-F2B0-D232-10C57A13BFF4}"/>
          </ac:picMkLst>
        </pc:picChg>
      </pc:sldChg>
      <pc:sldChg chg="addSp delSp modSp new mod">
        <pc:chgData name="Takamichi Asai" userId="3b5f7fad-e636-4c8e-833d-1467cd4f12a3" providerId="ADAL" clId="{2A663872-BA5B-4A08-84BE-EED75D43575C}" dt="2026-06-01T10:02:42.063" v="4186" actId="478"/>
        <pc:sldMkLst>
          <pc:docMk/>
          <pc:sldMk cId="4073356895" sldId="266"/>
        </pc:sldMkLst>
        <pc:spChg chg="add mod">
          <ac:chgData name="Takamichi Asai" userId="3b5f7fad-e636-4c8e-833d-1467cd4f12a3" providerId="ADAL" clId="{2A663872-BA5B-4A08-84BE-EED75D43575C}" dt="2026-06-01T07:33:32.050" v="522" actId="1076"/>
          <ac:spMkLst>
            <pc:docMk/>
            <pc:sldMk cId="4073356895" sldId="266"/>
            <ac:spMk id="2" creationId="{7638567D-BB87-35D0-FFE6-4D1454CBBEAB}"/>
          </ac:spMkLst>
        </pc:spChg>
        <pc:spChg chg="add mod">
          <ac:chgData name="Takamichi Asai" userId="3b5f7fad-e636-4c8e-833d-1467cd4f12a3" providerId="ADAL" clId="{2A663872-BA5B-4A08-84BE-EED75D43575C}" dt="2026-06-01T07:36:20.238" v="591" actId="113"/>
          <ac:spMkLst>
            <pc:docMk/>
            <pc:sldMk cId="4073356895" sldId="266"/>
            <ac:spMk id="12" creationId="{4ED4066F-E2DE-1985-DF17-04E5B2DE1E3B}"/>
          </ac:spMkLst>
        </pc:spChg>
        <pc:spChg chg="add mod">
          <ac:chgData name="Takamichi Asai" userId="3b5f7fad-e636-4c8e-833d-1467cd4f12a3" providerId="ADAL" clId="{2A663872-BA5B-4A08-84BE-EED75D43575C}" dt="2026-06-01T07:35:48.666" v="569" actId="1076"/>
          <ac:spMkLst>
            <pc:docMk/>
            <pc:sldMk cId="4073356895" sldId="266"/>
            <ac:spMk id="13" creationId="{0EC4AC9C-473E-15E3-3AF3-B9635208F938}"/>
          </ac:spMkLst>
        </pc:spChg>
        <pc:spChg chg="add mod">
          <ac:chgData name="Takamichi Asai" userId="3b5f7fad-e636-4c8e-833d-1467cd4f12a3" providerId="ADAL" clId="{2A663872-BA5B-4A08-84BE-EED75D43575C}" dt="2026-06-01T08:36:06.395" v="2226" actId="1076"/>
          <ac:spMkLst>
            <pc:docMk/>
            <pc:sldMk cId="4073356895" sldId="266"/>
            <ac:spMk id="14" creationId="{FF606793-F22B-7100-9E12-7230CA49EA53}"/>
          </ac:spMkLst>
        </pc:spChg>
        <pc:spChg chg="add mod">
          <ac:chgData name="Takamichi Asai" userId="3b5f7fad-e636-4c8e-833d-1467cd4f12a3" providerId="ADAL" clId="{2A663872-BA5B-4A08-84BE-EED75D43575C}" dt="2026-06-01T07:36:42.294" v="593" actId="1076"/>
          <ac:spMkLst>
            <pc:docMk/>
            <pc:sldMk cId="4073356895" sldId="266"/>
            <ac:spMk id="15" creationId="{D0399FED-7A95-22C6-59A4-523C5D22ABE5}"/>
          </ac:spMkLst>
        </pc:spChg>
        <pc:spChg chg="add mod">
          <ac:chgData name="Takamichi Asai" userId="3b5f7fad-e636-4c8e-833d-1467cd4f12a3" providerId="ADAL" clId="{2A663872-BA5B-4A08-84BE-EED75D43575C}" dt="2026-06-01T08:57:07.219" v="2822" actId="1076"/>
          <ac:spMkLst>
            <pc:docMk/>
            <pc:sldMk cId="4073356895" sldId="266"/>
            <ac:spMk id="16" creationId="{4CC601D7-68BE-EA42-EF6A-80CE2A233CEF}"/>
          </ac:spMkLst>
        </pc:spChg>
        <pc:spChg chg="add mod">
          <ac:chgData name="Takamichi Asai" userId="3b5f7fad-e636-4c8e-833d-1467cd4f12a3" providerId="ADAL" clId="{2A663872-BA5B-4A08-84BE-EED75D43575C}" dt="2026-06-01T08:27:52.976" v="2060" actId="164"/>
          <ac:spMkLst>
            <pc:docMk/>
            <pc:sldMk cId="4073356895" sldId="266"/>
            <ac:spMk id="18" creationId="{E48E8071-63E9-FCEB-5916-467BD9511B2B}"/>
          </ac:spMkLst>
        </pc:spChg>
        <pc:spChg chg="add mod">
          <ac:chgData name="Takamichi Asai" userId="3b5f7fad-e636-4c8e-833d-1467cd4f12a3" providerId="ADAL" clId="{2A663872-BA5B-4A08-84BE-EED75D43575C}" dt="2026-06-01T08:57:07.219" v="2822" actId="1076"/>
          <ac:spMkLst>
            <pc:docMk/>
            <pc:sldMk cId="4073356895" sldId="266"/>
            <ac:spMk id="19" creationId="{B3C915FD-6D41-EDCC-4D1C-7705D6E137A4}"/>
          </ac:spMkLst>
        </pc:spChg>
        <pc:spChg chg="add mod">
          <ac:chgData name="Takamichi Asai" userId="3b5f7fad-e636-4c8e-833d-1467cd4f12a3" providerId="ADAL" clId="{2A663872-BA5B-4A08-84BE-EED75D43575C}" dt="2026-06-01T08:57:07.219" v="2822" actId="1076"/>
          <ac:spMkLst>
            <pc:docMk/>
            <pc:sldMk cId="4073356895" sldId="266"/>
            <ac:spMk id="22" creationId="{3849823A-AEE7-0D8E-0122-C54BF63114F2}"/>
          </ac:spMkLst>
        </pc:spChg>
        <pc:spChg chg="add mod">
          <ac:chgData name="Takamichi Asai" userId="3b5f7fad-e636-4c8e-833d-1467cd4f12a3" providerId="ADAL" clId="{2A663872-BA5B-4A08-84BE-EED75D43575C}" dt="2026-06-01T08:57:07.219" v="2822" actId="1076"/>
          <ac:spMkLst>
            <pc:docMk/>
            <pc:sldMk cId="4073356895" sldId="266"/>
            <ac:spMk id="24" creationId="{E1249B91-D804-F442-82CB-2A7AA9164E1C}"/>
          </ac:spMkLst>
        </pc:spChg>
        <pc:spChg chg="add mod">
          <ac:chgData name="Takamichi Asai" userId="3b5f7fad-e636-4c8e-833d-1467cd4f12a3" providerId="ADAL" clId="{2A663872-BA5B-4A08-84BE-EED75D43575C}" dt="2026-06-01T08:27:52.976" v="2060" actId="164"/>
          <ac:spMkLst>
            <pc:docMk/>
            <pc:sldMk cId="4073356895" sldId="266"/>
            <ac:spMk id="30" creationId="{72A4EEAC-6C4E-8D4E-B7C9-520AA9B1782C}"/>
          </ac:spMkLst>
        </pc:spChg>
        <pc:spChg chg="add mod">
          <ac:chgData name="Takamichi Asai" userId="3b5f7fad-e636-4c8e-833d-1467cd4f12a3" providerId="ADAL" clId="{2A663872-BA5B-4A08-84BE-EED75D43575C}" dt="2026-06-01T08:27:52.976" v="2060" actId="164"/>
          <ac:spMkLst>
            <pc:docMk/>
            <pc:sldMk cId="4073356895" sldId="266"/>
            <ac:spMk id="31" creationId="{200FB411-E3D8-9704-5DAE-8D340B70A6D6}"/>
          </ac:spMkLst>
        </pc:spChg>
        <pc:spChg chg="add mod">
          <ac:chgData name="Takamichi Asai" userId="3b5f7fad-e636-4c8e-833d-1467cd4f12a3" providerId="ADAL" clId="{2A663872-BA5B-4A08-84BE-EED75D43575C}" dt="2026-06-01T08:57:07.219" v="2822" actId="1076"/>
          <ac:spMkLst>
            <pc:docMk/>
            <pc:sldMk cId="4073356895" sldId="266"/>
            <ac:spMk id="40" creationId="{0A6533FB-8265-4324-DFCA-2A5C0B283424}"/>
          </ac:spMkLst>
        </pc:spChg>
        <pc:spChg chg="add mod">
          <ac:chgData name="Takamichi Asai" userId="3b5f7fad-e636-4c8e-833d-1467cd4f12a3" providerId="ADAL" clId="{2A663872-BA5B-4A08-84BE-EED75D43575C}" dt="2026-06-01T08:57:07.219" v="2822" actId="1076"/>
          <ac:spMkLst>
            <pc:docMk/>
            <pc:sldMk cId="4073356895" sldId="266"/>
            <ac:spMk id="44" creationId="{0952983C-55C3-8ACE-A68A-1BFD7CF0DB65}"/>
          </ac:spMkLst>
        </pc:spChg>
        <pc:spChg chg="add mod">
          <ac:chgData name="Takamichi Asai" userId="3b5f7fad-e636-4c8e-833d-1467cd4f12a3" providerId="ADAL" clId="{2A663872-BA5B-4A08-84BE-EED75D43575C}" dt="2026-06-01T08:29:46.462" v="2166"/>
          <ac:spMkLst>
            <pc:docMk/>
            <pc:sldMk cId="4073356895" sldId="266"/>
            <ac:spMk id="48" creationId="{F97959B6-B19D-0C4C-046C-837424A41A18}"/>
          </ac:spMkLst>
        </pc:spChg>
        <pc:spChg chg="add mod">
          <ac:chgData name="Takamichi Asai" userId="3b5f7fad-e636-4c8e-833d-1467cd4f12a3" providerId="ADAL" clId="{2A663872-BA5B-4A08-84BE-EED75D43575C}" dt="2026-06-01T08:56:58.826" v="2821" actId="1076"/>
          <ac:spMkLst>
            <pc:docMk/>
            <pc:sldMk cId="4073356895" sldId="266"/>
            <ac:spMk id="49" creationId="{A1A65A68-3EDD-80F2-FE8A-1E48BCA8E12A}"/>
          </ac:spMkLst>
        </pc:spChg>
        <pc:spChg chg="add mod">
          <ac:chgData name="Takamichi Asai" userId="3b5f7fad-e636-4c8e-833d-1467cd4f12a3" providerId="ADAL" clId="{2A663872-BA5B-4A08-84BE-EED75D43575C}" dt="2026-06-01T08:56:58.826" v="2821" actId="1076"/>
          <ac:spMkLst>
            <pc:docMk/>
            <pc:sldMk cId="4073356895" sldId="266"/>
            <ac:spMk id="51" creationId="{4EE56C35-4940-C81A-898A-F473CE99D77F}"/>
          </ac:spMkLst>
        </pc:spChg>
        <pc:spChg chg="add mod">
          <ac:chgData name="Takamichi Asai" userId="3b5f7fad-e636-4c8e-833d-1467cd4f12a3" providerId="ADAL" clId="{2A663872-BA5B-4A08-84BE-EED75D43575C}" dt="2026-06-01T08:56:58.826" v="2821" actId="1076"/>
          <ac:spMkLst>
            <pc:docMk/>
            <pc:sldMk cId="4073356895" sldId="266"/>
            <ac:spMk id="52" creationId="{2F584901-9E4F-26CF-2B2E-D4728D36E107}"/>
          </ac:spMkLst>
        </pc:spChg>
        <pc:spChg chg="add mod">
          <ac:chgData name="Takamichi Asai" userId="3b5f7fad-e636-4c8e-833d-1467cd4f12a3" providerId="ADAL" clId="{2A663872-BA5B-4A08-84BE-EED75D43575C}" dt="2026-06-01T08:56:58.826" v="2821" actId="1076"/>
          <ac:spMkLst>
            <pc:docMk/>
            <pc:sldMk cId="4073356895" sldId="266"/>
            <ac:spMk id="53" creationId="{1CD2D33D-A62B-B28F-274C-F93B44FE0A99}"/>
          </ac:spMkLst>
        </pc:spChg>
        <pc:spChg chg="add mod">
          <ac:chgData name="Takamichi Asai" userId="3b5f7fad-e636-4c8e-833d-1467cd4f12a3" providerId="ADAL" clId="{2A663872-BA5B-4A08-84BE-EED75D43575C}" dt="2026-06-01T08:56:58.826" v="2821" actId="1076"/>
          <ac:spMkLst>
            <pc:docMk/>
            <pc:sldMk cId="4073356895" sldId="266"/>
            <ac:spMk id="54" creationId="{491E1FFA-AE8A-4343-74ED-A6F3F5E3B8D8}"/>
          </ac:spMkLst>
        </pc:spChg>
        <pc:spChg chg="add mod">
          <ac:chgData name="Takamichi Asai" userId="3b5f7fad-e636-4c8e-833d-1467cd4f12a3" providerId="ADAL" clId="{2A663872-BA5B-4A08-84BE-EED75D43575C}" dt="2026-06-01T08:56:58.826" v="2821" actId="1076"/>
          <ac:spMkLst>
            <pc:docMk/>
            <pc:sldMk cId="4073356895" sldId="266"/>
            <ac:spMk id="55" creationId="{3EB08440-4FB0-01BD-8ED9-8F041863EF06}"/>
          </ac:spMkLst>
        </pc:spChg>
        <pc:spChg chg="add mod">
          <ac:chgData name="Takamichi Asai" userId="3b5f7fad-e636-4c8e-833d-1467cd4f12a3" providerId="ADAL" clId="{2A663872-BA5B-4A08-84BE-EED75D43575C}" dt="2026-06-01T08:56:58.826" v="2821" actId="1076"/>
          <ac:spMkLst>
            <pc:docMk/>
            <pc:sldMk cId="4073356895" sldId="266"/>
            <ac:spMk id="60" creationId="{F698BDAB-8E61-5B66-9AF5-CD6E0CC86F8E}"/>
          </ac:spMkLst>
        </pc:spChg>
        <pc:spChg chg="add mod">
          <ac:chgData name="Takamichi Asai" userId="3b5f7fad-e636-4c8e-833d-1467cd4f12a3" providerId="ADAL" clId="{2A663872-BA5B-4A08-84BE-EED75D43575C}" dt="2026-06-01T08:56:58.826" v="2821" actId="1076"/>
          <ac:spMkLst>
            <pc:docMk/>
            <pc:sldMk cId="4073356895" sldId="266"/>
            <ac:spMk id="61" creationId="{5780FE41-0F65-FEF2-9088-02B3C0947838}"/>
          </ac:spMkLst>
        </pc:spChg>
        <pc:spChg chg="add mod">
          <ac:chgData name="Takamichi Asai" userId="3b5f7fad-e636-4c8e-833d-1467cd4f12a3" providerId="ADAL" clId="{2A663872-BA5B-4A08-84BE-EED75D43575C}" dt="2026-06-01T08:56:58.826" v="2821" actId="1076"/>
          <ac:spMkLst>
            <pc:docMk/>
            <pc:sldMk cId="4073356895" sldId="266"/>
            <ac:spMk id="62" creationId="{1C440D6D-3E19-DDB1-0414-790B0CCFBD2E}"/>
          </ac:spMkLst>
        </pc:spChg>
        <pc:spChg chg="add mod">
          <ac:chgData name="Takamichi Asai" userId="3b5f7fad-e636-4c8e-833d-1467cd4f12a3" providerId="ADAL" clId="{2A663872-BA5B-4A08-84BE-EED75D43575C}" dt="2026-06-01T08:56:58.826" v="2821" actId="1076"/>
          <ac:spMkLst>
            <pc:docMk/>
            <pc:sldMk cId="4073356895" sldId="266"/>
            <ac:spMk id="63" creationId="{B2D9FD8F-0BF0-1396-E82C-27B07601B93E}"/>
          </ac:spMkLst>
        </pc:spChg>
        <pc:spChg chg="add mod">
          <ac:chgData name="Takamichi Asai" userId="3b5f7fad-e636-4c8e-833d-1467cd4f12a3" providerId="ADAL" clId="{2A663872-BA5B-4A08-84BE-EED75D43575C}" dt="2026-06-01T08:53:36.693" v="2745" actId="1076"/>
          <ac:spMkLst>
            <pc:docMk/>
            <pc:sldMk cId="4073356895" sldId="266"/>
            <ac:spMk id="67" creationId="{C31D2046-ED8B-A8F3-B7BC-6809AF2352F9}"/>
          </ac:spMkLst>
        </pc:spChg>
        <pc:spChg chg="add mod">
          <ac:chgData name="Takamichi Asai" userId="3b5f7fad-e636-4c8e-833d-1467cd4f12a3" providerId="ADAL" clId="{2A663872-BA5B-4A08-84BE-EED75D43575C}" dt="2026-06-01T08:56:36.531" v="2820"/>
          <ac:spMkLst>
            <pc:docMk/>
            <pc:sldMk cId="4073356895" sldId="266"/>
            <ac:spMk id="68" creationId="{8E0AF0CB-B72D-1C09-8780-1F9B02D18C67}"/>
          </ac:spMkLst>
        </pc:spChg>
        <pc:grpChg chg="add mod">
          <ac:chgData name="Takamichi Asai" userId="3b5f7fad-e636-4c8e-833d-1467cd4f12a3" providerId="ADAL" clId="{2A663872-BA5B-4A08-84BE-EED75D43575C}" dt="2026-06-01T07:35:57.980" v="571" actId="1076"/>
          <ac:grpSpMkLst>
            <pc:docMk/>
            <pc:sldMk cId="4073356895" sldId="266"/>
            <ac:grpSpMk id="11" creationId="{7684901E-BBED-B49C-8D73-9B48DCFA1489}"/>
          </ac:grpSpMkLst>
        </pc:grpChg>
        <pc:grpChg chg="add mod">
          <ac:chgData name="Takamichi Asai" userId="3b5f7fad-e636-4c8e-833d-1467cd4f12a3" providerId="ADAL" clId="{2A663872-BA5B-4A08-84BE-EED75D43575C}" dt="2026-06-01T08:27:59.224" v="2061" actId="164"/>
          <ac:grpSpMkLst>
            <pc:docMk/>
            <pc:sldMk cId="4073356895" sldId="266"/>
            <ac:grpSpMk id="29" creationId="{6085B4A6-5234-A5A3-87CA-DBD6A246525C}"/>
          </ac:grpSpMkLst>
        </pc:grpChg>
        <pc:grpChg chg="add mod">
          <ac:chgData name="Takamichi Asai" userId="3b5f7fad-e636-4c8e-833d-1467cd4f12a3" providerId="ADAL" clId="{2A663872-BA5B-4A08-84BE-EED75D43575C}" dt="2026-06-01T08:28:11.186" v="2063" actId="12788"/>
          <ac:grpSpMkLst>
            <pc:docMk/>
            <pc:sldMk cId="4073356895" sldId="266"/>
            <ac:grpSpMk id="45" creationId="{28502532-A555-4BEE-EA94-8AF55789A6AE}"/>
          </ac:grpSpMkLst>
        </pc:grpChg>
        <pc:grpChg chg="add mod">
          <ac:chgData name="Takamichi Asai" userId="3b5f7fad-e636-4c8e-833d-1467cd4f12a3" providerId="ADAL" clId="{2A663872-BA5B-4A08-84BE-EED75D43575C}" dt="2026-06-01T08:57:07.219" v="2822" actId="1076"/>
          <ac:grpSpMkLst>
            <pc:docMk/>
            <pc:sldMk cId="4073356895" sldId="266"/>
            <ac:grpSpMk id="46" creationId="{39F89014-8DD5-B4A8-5E5B-E10A0F3387B5}"/>
          </ac:grpSpMkLst>
        </pc:grpChg>
        <pc:grpChg chg="add mod">
          <ac:chgData name="Takamichi Asai" userId="3b5f7fad-e636-4c8e-833d-1467cd4f12a3" providerId="ADAL" clId="{2A663872-BA5B-4A08-84BE-EED75D43575C}" dt="2026-06-01T08:28:11.186" v="2063" actId="12788"/>
          <ac:grpSpMkLst>
            <pc:docMk/>
            <pc:sldMk cId="4073356895" sldId="266"/>
            <ac:grpSpMk id="47" creationId="{0D167685-DF99-AB98-5862-E961161ABFCD}"/>
          </ac:grpSpMkLst>
        </pc:grpChg>
        <pc:graphicFrameChg chg="add mod modGraphic">
          <ac:chgData name="Takamichi Asai" userId="3b5f7fad-e636-4c8e-833d-1467cd4f12a3" providerId="ADAL" clId="{2A663872-BA5B-4A08-84BE-EED75D43575C}" dt="2026-06-01T08:57:07.219" v="2822" actId="1076"/>
          <ac:graphicFrameMkLst>
            <pc:docMk/>
            <pc:sldMk cId="4073356895" sldId="266"/>
            <ac:graphicFrameMk id="25" creationId="{1B92EAAF-CAB5-2C6E-AB2E-E74045FE8D84}"/>
          </ac:graphicFrameMkLst>
        </pc:graphicFrameChg>
        <pc:graphicFrameChg chg="add del mod modGraphic">
          <ac:chgData name="Takamichi Asai" userId="3b5f7fad-e636-4c8e-833d-1467cd4f12a3" providerId="ADAL" clId="{2A663872-BA5B-4A08-84BE-EED75D43575C}" dt="2026-06-01T08:57:07.219" v="2822" actId="1076"/>
          <ac:graphicFrameMkLst>
            <pc:docMk/>
            <pc:sldMk cId="4073356895" sldId="266"/>
            <ac:graphicFrameMk id="43" creationId="{98B7F138-A2EA-9EC3-F609-8BBEEB9CA12C}"/>
          </ac:graphicFrameMkLst>
        </pc:graphicFrameChg>
        <pc:picChg chg="add mod">
          <ac:chgData name="Takamichi Asai" userId="3b5f7fad-e636-4c8e-833d-1467cd4f12a3" providerId="ADAL" clId="{2A663872-BA5B-4A08-84BE-EED75D43575C}" dt="2026-06-01T08:27:45.601" v="2059" actId="12788"/>
          <ac:picMkLst>
            <pc:docMk/>
            <pc:sldMk cId="4073356895" sldId="266"/>
            <ac:picMk id="3" creationId="{0B86ED0F-F97E-BB33-A71C-01F96C02FFC9}"/>
          </ac:picMkLst>
        </pc:picChg>
        <pc:picChg chg="add mod modCrop">
          <ac:chgData name="Takamichi Asai" userId="3b5f7fad-e636-4c8e-833d-1467cd4f12a3" providerId="ADAL" clId="{2A663872-BA5B-4A08-84BE-EED75D43575C}" dt="2026-06-01T08:27:45.601" v="2059" actId="12788"/>
          <ac:picMkLst>
            <pc:docMk/>
            <pc:sldMk cId="4073356895" sldId="266"/>
            <ac:picMk id="4" creationId="{144B9CCD-AA6B-2287-38A2-574C89F94421}"/>
          </ac:picMkLst>
        </pc:picChg>
        <pc:picChg chg="add mod modCrop">
          <ac:chgData name="Takamichi Asai" userId="3b5f7fad-e636-4c8e-833d-1467cd4f12a3" providerId="ADAL" clId="{2A663872-BA5B-4A08-84BE-EED75D43575C}" dt="2026-06-01T08:27:45.601" v="2059" actId="12788"/>
          <ac:picMkLst>
            <pc:docMk/>
            <pc:sldMk cId="4073356895" sldId="266"/>
            <ac:picMk id="5" creationId="{F0EEE49B-F339-B49C-788F-648E5FDE0402}"/>
          </ac:picMkLst>
        </pc:picChg>
        <pc:picChg chg="add mod modCrop">
          <ac:chgData name="Takamichi Asai" userId="3b5f7fad-e636-4c8e-833d-1467cd4f12a3" providerId="ADAL" clId="{2A663872-BA5B-4A08-84BE-EED75D43575C}" dt="2026-06-01T08:27:52.976" v="2060" actId="164"/>
          <ac:picMkLst>
            <pc:docMk/>
            <pc:sldMk cId="4073356895" sldId="266"/>
            <ac:picMk id="17" creationId="{521822B2-FE26-E3B4-0E6B-C30142F33E2E}"/>
          </ac:picMkLst>
        </pc:picChg>
        <pc:picChg chg="add mod">
          <ac:chgData name="Takamichi Asai" userId="3b5f7fad-e636-4c8e-833d-1467cd4f12a3" providerId="ADAL" clId="{2A663872-BA5B-4A08-84BE-EED75D43575C}" dt="2026-06-01T08:57:07.219" v="2822" actId="1076"/>
          <ac:picMkLst>
            <pc:docMk/>
            <pc:sldMk cId="4073356895" sldId="266"/>
            <ac:picMk id="21" creationId="{85F241E3-CB60-2169-BE86-66775FA2A465}"/>
          </ac:picMkLst>
        </pc:picChg>
        <pc:picChg chg="add mod modCrop">
          <ac:chgData name="Takamichi Asai" userId="3b5f7fad-e636-4c8e-833d-1467cd4f12a3" providerId="ADAL" clId="{2A663872-BA5B-4A08-84BE-EED75D43575C}" dt="2026-06-01T08:27:59.224" v="2061" actId="164"/>
          <ac:picMkLst>
            <pc:docMk/>
            <pc:sldMk cId="4073356895" sldId="266"/>
            <ac:picMk id="23" creationId="{A4984A5F-13A9-888E-1F73-3BFD50E71B7B}"/>
          </ac:picMkLst>
        </pc:picChg>
        <pc:picChg chg="add mod">
          <ac:chgData name="Takamichi Asai" userId="3b5f7fad-e636-4c8e-833d-1467cd4f12a3" providerId="ADAL" clId="{2A663872-BA5B-4A08-84BE-EED75D43575C}" dt="2026-06-01T07:57:29.498" v="1181" actId="207"/>
          <ac:picMkLst>
            <pc:docMk/>
            <pc:sldMk cId="4073356895" sldId="266"/>
            <ac:picMk id="27" creationId="{CCDC2A41-7622-6595-B5C8-AEAAA3DA72D4}"/>
          </ac:picMkLst>
        </pc:picChg>
        <pc:picChg chg="add mod">
          <ac:chgData name="Takamichi Asai" userId="3b5f7fad-e636-4c8e-833d-1467cd4f12a3" providerId="ADAL" clId="{2A663872-BA5B-4A08-84BE-EED75D43575C}" dt="2026-06-01T07:57:29.498" v="1181" actId="207"/>
          <ac:picMkLst>
            <pc:docMk/>
            <pc:sldMk cId="4073356895" sldId="266"/>
            <ac:picMk id="28" creationId="{36755DDE-C446-5047-3097-75335AF6AE05}"/>
          </ac:picMkLst>
        </pc:picChg>
        <pc:picChg chg="add mod modCrop">
          <ac:chgData name="Takamichi Asai" userId="3b5f7fad-e636-4c8e-833d-1467cd4f12a3" providerId="ADAL" clId="{2A663872-BA5B-4A08-84BE-EED75D43575C}" dt="2026-06-01T08:28:04.705" v="2062" actId="164"/>
          <ac:picMkLst>
            <pc:docMk/>
            <pc:sldMk cId="4073356895" sldId="266"/>
            <ac:picMk id="32" creationId="{3AF685C8-6933-A3C8-F9A3-095B15F8CF0D}"/>
          </ac:picMkLst>
        </pc:picChg>
        <pc:picChg chg="add mod">
          <ac:chgData name="Takamichi Asai" userId="3b5f7fad-e636-4c8e-833d-1467cd4f12a3" providerId="ADAL" clId="{2A663872-BA5B-4A08-84BE-EED75D43575C}" dt="2026-06-01T08:28:04.705" v="2062" actId="164"/>
          <ac:picMkLst>
            <pc:docMk/>
            <pc:sldMk cId="4073356895" sldId="266"/>
            <ac:picMk id="38" creationId="{79BAD30A-0963-3A34-35A2-7F246C64B245}"/>
          </ac:picMkLst>
        </pc:picChg>
        <pc:picChg chg="add mod">
          <ac:chgData name="Takamichi Asai" userId="3b5f7fad-e636-4c8e-833d-1467cd4f12a3" providerId="ADAL" clId="{2A663872-BA5B-4A08-84BE-EED75D43575C}" dt="2026-06-01T08:28:04.705" v="2062" actId="164"/>
          <ac:picMkLst>
            <pc:docMk/>
            <pc:sldMk cId="4073356895" sldId="266"/>
            <ac:picMk id="42" creationId="{7C465AF1-404E-E996-4B69-52C42D23E127}"/>
          </ac:picMkLst>
        </pc:picChg>
        <pc:picChg chg="add mod">
          <ac:chgData name="Takamichi Asai" userId="3b5f7fad-e636-4c8e-833d-1467cd4f12a3" providerId="ADAL" clId="{2A663872-BA5B-4A08-84BE-EED75D43575C}" dt="2026-06-01T08:40:06.257" v="2381" actId="12788"/>
          <ac:picMkLst>
            <pc:docMk/>
            <pc:sldMk cId="4073356895" sldId="266"/>
            <ac:picMk id="50" creationId="{6742549C-DCA3-D472-6613-6DFDE4316F5E}"/>
          </ac:picMkLst>
        </pc:picChg>
        <pc:picChg chg="add mod modCrop">
          <ac:chgData name="Takamichi Asai" userId="3b5f7fad-e636-4c8e-833d-1467cd4f12a3" providerId="ADAL" clId="{2A663872-BA5B-4A08-84BE-EED75D43575C}" dt="2026-06-01T08:40:26.471" v="2384" actId="1076"/>
          <ac:picMkLst>
            <pc:docMk/>
            <pc:sldMk cId="4073356895" sldId="266"/>
            <ac:picMk id="56" creationId="{50B7A4FA-58BB-1EC6-7CD6-DB1C1B70561E}"/>
          </ac:picMkLst>
        </pc:picChg>
        <pc:picChg chg="add mod">
          <ac:chgData name="Takamichi Asai" userId="3b5f7fad-e636-4c8e-833d-1467cd4f12a3" providerId="ADAL" clId="{2A663872-BA5B-4A08-84BE-EED75D43575C}" dt="2026-06-01T08:40:37.143" v="2386" actId="1076"/>
          <ac:picMkLst>
            <pc:docMk/>
            <pc:sldMk cId="4073356895" sldId="266"/>
            <ac:picMk id="57" creationId="{663CC0C1-6F42-898C-547C-E5EA5D0A7171}"/>
          </ac:picMkLst>
        </pc:picChg>
        <pc:cxnChg chg="add mod">
          <ac:chgData name="Takamichi Asai" userId="3b5f7fad-e636-4c8e-833d-1467cd4f12a3" providerId="ADAL" clId="{2A663872-BA5B-4A08-84BE-EED75D43575C}" dt="2026-06-01T07:12:38.827" v="108" actId="164"/>
          <ac:cxnSpMkLst>
            <pc:docMk/>
            <pc:sldMk cId="4073356895" sldId="266"/>
            <ac:cxnSpMk id="7" creationId="{81FB4F1F-344E-2898-8511-EE0A8795D881}"/>
          </ac:cxnSpMkLst>
        </pc:cxnChg>
        <pc:cxnChg chg="add mod">
          <ac:chgData name="Takamichi Asai" userId="3b5f7fad-e636-4c8e-833d-1467cd4f12a3" providerId="ADAL" clId="{2A663872-BA5B-4A08-84BE-EED75D43575C}" dt="2026-06-01T07:12:38.827" v="108" actId="164"/>
          <ac:cxnSpMkLst>
            <pc:docMk/>
            <pc:sldMk cId="4073356895" sldId="266"/>
            <ac:cxnSpMk id="8" creationId="{21CC9796-BD09-C773-FFF2-8BDA665D3DCB}"/>
          </ac:cxnSpMkLst>
        </pc:cxnChg>
        <pc:cxnChg chg="add mod">
          <ac:chgData name="Takamichi Asai" userId="3b5f7fad-e636-4c8e-833d-1467cd4f12a3" providerId="ADAL" clId="{2A663872-BA5B-4A08-84BE-EED75D43575C}" dt="2026-06-01T07:12:38.827" v="108" actId="164"/>
          <ac:cxnSpMkLst>
            <pc:docMk/>
            <pc:sldMk cId="4073356895" sldId="266"/>
            <ac:cxnSpMk id="10" creationId="{39604313-D626-A6C6-95E7-DB496752A264}"/>
          </ac:cxnSpMkLst>
        </pc:cxnChg>
      </pc:sldChg>
      <pc:sldChg chg="addSp delSp modSp new mod">
        <pc:chgData name="Takamichi Asai" userId="3b5f7fad-e636-4c8e-833d-1467cd4f12a3" providerId="ADAL" clId="{2A663872-BA5B-4A08-84BE-EED75D43575C}" dt="2026-06-01T09:50:48.201" v="4127" actId="207"/>
        <pc:sldMkLst>
          <pc:docMk/>
          <pc:sldMk cId="2011458019" sldId="267"/>
        </pc:sldMkLst>
        <pc:spChg chg="add mod">
          <ac:chgData name="Takamichi Asai" userId="3b5f7fad-e636-4c8e-833d-1467cd4f12a3" providerId="ADAL" clId="{2A663872-BA5B-4A08-84BE-EED75D43575C}" dt="2026-06-01T09:03:34.198" v="2849"/>
          <ac:spMkLst>
            <pc:docMk/>
            <pc:sldMk cId="2011458019" sldId="267"/>
            <ac:spMk id="4" creationId="{0FC49063-8CC8-7873-8DB0-236A2DEC3146}"/>
          </ac:spMkLst>
        </pc:spChg>
        <pc:spChg chg="add mod">
          <ac:chgData name="Takamichi Asai" userId="3b5f7fad-e636-4c8e-833d-1467cd4f12a3" providerId="ADAL" clId="{2A663872-BA5B-4A08-84BE-EED75D43575C}" dt="2026-06-01T09:24:08.571" v="3356" actId="1076"/>
          <ac:spMkLst>
            <pc:docMk/>
            <pc:sldMk cId="2011458019" sldId="267"/>
            <ac:spMk id="11" creationId="{4ABF9D3C-DF57-5BA7-3608-7A4FF062D3F8}"/>
          </ac:spMkLst>
        </pc:spChg>
        <pc:spChg chg="add mod">
          <ac:chgData name="Takamichi Asai" userId="3b5f7fad-e636-4c8e-833d-1467cd4f12a3" providerId="ADAL" clId="{2A663872-BA5B-4A08-84BE-EED75D43575C}" dt="2026-06-01T09:24:14.421" v="3357" actId="1076"/>
          <ac:spMkLst>
            <pc:docMk/>
            <pc:sldMk cId="2011458019" sldId="267"/>
            <ac:spMk id="12" creationId="{1E21B763-2756-6A07-52CF-DA2EC27B9C12}"/>
          </ac:spMkLst>
        </pc:spChg>
        <pc:spChg chg="add mod">
          <ac:chgData name="Takamichi Asai" userId="3b5f7fad-e636-4c8e-833d-1467cd4f12a3" providerId="ADAL" clId="{2A663872-BA5B-4A08-84BE-EED75D43575C}" dt="2026-06-01T09:24:14.421" v="3357" actId="1076"/>
          <ac:spMkLst>
            <pc:docMk/>
            <pc:sldMk cId="2011458019" sldId="267"/>
            <ac:spMk id="13" creationId="{566FBD40-8123-2FE1-A1E5-7593C3EBE4D9}"/>
          </ac:spMkLst>
        </pc:spChg>
        <pc:spChg chg="add mod">
          <ac:chgData name="Takamichi Asai" userId="3b5f7fad-e636-4c8e-833d-1467cd4f12a3" providerId="ADAL" clId="{2A663872-BA5B-4A08-84BE-EED75D43575C}" dt="2026-06-01T09:23:28.736" v="3291" actId="1076"/>
          <ac:spMkLst>
            <pc:docMk/>
            <pc:sldMk cId="2011458019" sldId="267"/>
            <ac:spMk id="14" creationId="{CE878953-9BAA-2530-C943-2D491622423A}"/>
          </ac:spMkLst>
        </pc:spChg>
        <pc:spChg chg="add mod">
          <ac:chgData name="Takamichi Asai" userId="3b5f7fad-e636-4c8e-833d-1467cd4f12a3" providerId="ADAL" clId="{2A663872-BA5B-4A08-84BE-EED75D43575C}" dt="2026-06-01T09:23:28.736" v="3291" actId="1076"/>
          <ac:spMkLst>
            <pc:docMk/>
            <pc:sldMk cId="2011458019" sldId="267"/>
            <ac:spMk id="15" creationId="{EBE74208-12CD-98B6-4E4A-C92850871DD1}"/>
          </ac:spMkLst>
        </pc:spChg>
        <pc:spChg chg="add mod">
          <ac:chgData name="Takamichi Asai" userId="3b5f7fad-e636-4c8e-833d-1467cd4f12a3" providerId="ADAL" clId="{2A663872-BA5B-4A08-84BE-EED75D43575C}" dt="2026-06-01T09:24:17.483" v="3358" actId="1076"/>
          <ac:spMkLst>
            <pc:docMk/>
            <pc:sldMk cId="2011458019" sldId="267"/>
            <ac:spMk id="18" creationId="{14A57E12-2EDE-6330-4932-EDC0B1F7779D}"/>
          </ac:spMkLst>
        </pc:spChg>
        <pc:spChg chg="add mod">
          <ac:chgData name="Takamichi Asai" userId="3b5f7fad-e636-4c8e-833d-1467cd4f12a3" providerId="ADAL" clId="{2A663872-BA5B-4A08-84BE-EED75D43575C}" dt="2026-06-01T09:24:28.973" v="3359" actId="1076"/>
          <ac:spMkLst>
            <pc:docMk/>
            <pc:sldMk cId="2011458019" sldId="267"/>
            <ac:spMk id="19" creationId="{43A3BB4A-5EAD-14F4-519D-4871041A6781}"/>
          </ac:spMkLst>
        </pc:spChg>
        <pc:spChg chg="add mod">
          <ac:chgData name="Takamichi Asai" userId="3b5f7fad-e636-4c8e-833d-1467cd4f12a3" providerId="ADAL" clId="{2A663872-BA5B-4A08-84BE-EED75D43575C}" dt="2026-06-01T09:24:34.801" v="3360" actId="14100"/>
          <ac:spMkLst>
            <pc:docMk/>
            <pc:sldMk cId="2011458019" sldId="267"/>
            <ac:spMk id="21" creationId="{8060E79E-2676-30D2-4A06-FB2E3D6332A2}"/>
          </ac:spMkLst>
        </pc:spChg>
        <pc:spChg chg="add mod">
          <ac:chgData name="Takamichi Asai" userId="3b5f7fad-e636-4c8e-833d-1467cd4f12a3" providerId="ADAL" clId="{2A663872-BA5B-4A08-84BE-EED75D43575C}" dt="2026-06-01T09:23:56.526" v="3354" actId="1076"/>
          <ac:spMkLst>
            <pc:docMk/>
            <pc:sldMk cId="2011458019" sldId="267"/>
            <ac:spMk id="22" creationId="{083B5F1D-000A-C7CB-41BD-FA0E8FF7D0BE}"/>
          </ac:spMkLst>
        </pc:spChg>
        <pc:spChg chg="add mod">
          <ac:chgData name="Takamichi Asai" userId="3b5f7fad-e636-4c8e-833d-1467cd4f12a3" providerId="ADAL" clId="{2A663872-BA5B-4A08-84BE-EED75D43575C}" dt="2026-06-01T09:25:36.090" v="3377"/>
          <ac:spMkLst>
            <pc:docMk/>
            <pc:sldMk cId="2011458019" sldId="267"/>
            <ac:spMk id="23" creationId="{749915FF-FAC0-17D9-2E02-48BDFE7800BF}"/>
          </ac:spMkLst>
        </pc:spChg>
        <pc:spChg chg="add mod">
          <ac:chgData name="Takamichi Asai" userId="3b5f7fad-e636-4c8e-833d-1467cd4f12a3" providerId="ADAL" clId="{2A663872-BA5B-4A08-84BE-EED75D43575C}" dt="2026-06-01T09:32:56.428" v="3438" actId="1076"/>
          <ac:spMkLst>
            <pc:docMk/>
            <pc:sldMk cId="2011458019" sldId="267"/>
            <ac:spMk id="28" creationId="{221EB849-DD82-B65C-EF60-90F2F59C0624}"/>
          </ac:spMkLst>
        </pc:spChg>
        <pc:spChg chg="add mod">
          <ac:chgData name="Takamichi Asai" userId="3b5f7fad-e636-4c8e-833d-1467cd4f12a3" providerId="ADAL" clId="{2A663872-BA5B-4A08-84BE-EED75D43575C}" dt="2026-06-01T09:50:20.089" v="4120"/>
          <ac:spMkLst>
            <pc:docMk/>
            <pc:sldMk cId="2011458019" sldId="267"/>
            <ac:spMk id="31" creationId="{F3F67FAB-BB76-58B6-A5D5-95A8F25C8089}"/>
          </ac:spMkLst>
        </pc:spChg>
        <pc:spChg chg="add mod">
          <ac:chgData name="Takamichi Asai" userId="3b5f7fad-e636-4c8e-833d-1467cd4f12a3" providerId="ADAL" clId="{2A663872-BA5B-4A08-84BE-EED75D43575C}" dt="2026-06-01T09:41:26.882" v="4087" actId="1076"/>
          <ac:spMkLst>
            <pc:docMk/>
            <pc:sldMk cId="2011458019" sldId="267"/>
            <ac:spMk id="39" creationId="{A299B995-1163-6B9B-B204-21D4A09B44D7}"/>
          </ac:spMkLst>
        </pc:spChg>
        <pc:spChg chg="add mod">
          <ac:chgData name="Takamichi Asai" userId="3b5f7fad-e636-4c8e-833d-1467cd4f12a3" providerId="ADAL" clId="{2A663872-BA5B-4A08-84BE-EED75D43575C}" dt="2026-06-01T09:50:48.201" v="4127" actId="207"/>
          <ac:spMkLst>
            <pc:docMk/>
            <pc:sldMk cId="2011458019" sldId="267"/>
            <ac:spMk id="45" creationId="{2FD3541E-BF2F-4875-F1B2-9683F78EDFB9}"/>
          </ac:spMkLst>
        </pc:spChg>
        <pc:picChg chg="add mod">
          <ac:chgData name="Takamichi Asai" userId="3b5f7fad-e636-4c8e-833d-1467cd4f12a3" providerId="ADAL" clId="{2A663872-BA5B-4A08-84BE-EED75D43575C}" dt="2026-06-01T09:23:17.936" v="3290" actId="1076"/>
          <ac:picMkLst>
            <pc:docMk/>
            <pc:sldMk cId="2011458019" sldId="267"/>
            <ac:picMk id="3" creationId="{7BE1AF7A-E941-D3C5-3354-82594A1FFDC3}"/>
          </ac:picMkLst>
        </pc:picChg>
        <pc:picChg chg="add mod modCrop">
          <ac:chgData name="Takamichi Asai" userId="3b5f7fad-e636-4c8e-833d-1467cd4f12a3" providerId="ADAL" clId="{2A663872-BA5B-4A08-84BE-EED75D43575C}" dt="2026-06-01T09:30:53.677" v="3394" actId="14861"/>
          <ac:picMkLst>
            <pc:docMk/>
            <pc:sldMk cId="2011458019" sldId="267"/>
            <ac:picMk id="7" creationId="{8B7B6530-AF12-DFCF-FD8B-E3C61302B6AF}"/>
          </ac:picMkLst>
        </pc:picChg>
        <pc:picChg chg="add mod modCrop">
          <ac:chgData name="Takamichi Asai" userId="3b5f7fad-e636-4c8e-833d-1467cd4f12a3" providerId="ADAL" clId="{2A663872-BA5B-4A08-84BE-EED75D43575C}" dt="2026-06-01T09:30:53.677" v="3394" actId="14861"/>
          <ac:picMkLst>
            <pc:docMk/>
            <pc:sldMk cId="2011458019" sldId="267"/>
            <ac:picMk id="9" creationId="{E135CFD6-A90E-3B5A-83EB-36C596F08A42}"/>
          </ac:picMkLst>
        </pc:picChg>
        <pc:picChg chg="add mod">
          <ac:chgData name="Takamichi Asai" userId="3b5f7fad-e636-4c8e-833d-1467cd4f12a3" providerId="ADAL" clId="{2A663872-BA5B-4A08-84BE-EED75D43575C}" dt="2026-06-01T09:24:17.483" v="3358" actId="1076"/>
          <ac:picMkLst>
            <pc:docMk/>
            <pc:sldMk cId="2011458019" sldId="267"/>
            <ac:picMk id="17" creationId="{AB717E5C-0185-05D4-161A-762F6A72BA5C}"/>
          </ac:picMkLst>
        </pc:picChg>
        <pc:picChg chg="add mod">
          <ac:chgData name="Takamichi Asai" userId="3b5f7fad-e636-4c8e-833d-1467cd4f12a3" providerId="ADAL" clId="{2A663872-BA5B-4A08-84BE-EED75D43575C}" dt="2026-06-01T09:30:50.625" v="3393" actId="14861"/>
          <ac:picMkLst>
            <pc:docMk/>
            <pc:sldMk cId="2011458019" sldId="267"/>
            <ac:picMk id="27" creationId="{C33740A2-746C-BAFA-590D-893A50B06EEF}"/>
          </ac:picMkLst>
        </pc:picChg>
        <pc:picChg chg="add del mod">
          <ac:chgData name="Takamichi Asai" userId="3b5f7fad-e636-4c8e-833d-1467cd4f12a3" providerId="ADAL" clId="{2A663872-BA5B-4A08-84BE-EED75D43575C}" dt="2026-06-01T09:46:17.379" v="4101" actId="478"/>
          <ac:picMkLst>
            <pc:docMk/>
            <pc:sldMk cId="2011458019" sldId="267"/>
            <ac:picMk id="38" creationId="{3AEEB6BB-EF4C-68E0-4123-498C07177778}"/>
          </ac:picMkLst>
        </pc:picChg>
        <pc:picChg chg="add mod">
          <ac:chgData name="Takamichi Asai" userId="3b5f7fad-e636-4c8e-833d-1467cd4f12a3" providerId="ADAL" clId="{2A663872-BA5B-4A08-84BE-EED75D43575C}" dt="2026-06-01T09:46:04.656" v="4099" actId="14100"/>
          <ac:picMkLst>
            <pc:docMk/>
            <pc:sldMk cId="2011458019" sldId="267"/>
            <ac:picMk id="41" creationId="{FA0BB3A4-2FEF-3B72-94B0-7466C59EF90D}"/>
          </ac:picMkLst>
        </pc:picChg>
        <pc:picChg chg="add mod">
          <ac:chgData name="Takamichi Asai" userId="3b5f7fad-e636-4c8e-833d-1467cd4f12a3" providerId="ADAL" clId="{2A663872-BA5B-4A08-84BE-EED75D43575C}" dt="2026-06-01T09:50:01.408" v="4109" actId="1076"/>
          <ac:picMkLst>
            <pc:docMk/>
            <pc:sldMk cId="2011458019" sldId="267"/>
            <ac:picMk id="43" creationId="{363D9640-608F-CD46-B73E-9A06A92CAF12}"/>
          </ac:picMkLst>
        </pc:picChg>
      </pc:sldChg>
      <pc:sldChg chg="addSp delSp modSp new mod">
        <pc:chgData name="Takamichi Asai" userId="3b5f7fad-e636-4c8e-833d-1467cd4f12a3" providerId="ADAL" clId="{2A663872-BA5B-4A08-84BE-EED75D43575C}" dt="2026-06-01T11:02:24.760" v="4237" actId="208"/>
        <pc:sldMkLst>
          <pc:docMk/>
          <pc:sldMk cId="2414805417" sldId="268"/>
        </pc:sldMkLst>
        <pc:spChg chg="add mod">
          <ac:chgData name="Takamichi Asai" userId="3b5f7fad-e636-4c8e-833d-1467cd4f12a3" providerId="ADAL" clId="{2A663872-BA5B-4A08-84BE-EED75D43575C}" dt="2026-06-01T10:06:12.303" v="4214" actId="14100"/>
          <ac:spMkLst>
            <pc:docMk/>
            <pc:sldMk cId="2414805417" sldId="268"/>
            <ac:spMk id="8" creationId="{874DB423-87A1-B07E-DE93-367F605B3BD0}"/>
          </ac:spMkLst>
        </pc:spChg>
        <pc:spChg chg="add mod">
          <ac:chgData name="Takamichi Asai" userId="3b5f7fad-e636-4c8e-833d-1467cd4f12a3" providerId="ADAL" clId="{2A663872-BA5B-4A08-84BE-EED75D43575C}" dt="2026-06-01T10:06:21.710" v="4215" actId="14100"/>
          <ac:spMkLst>
            <pc:docMk/>
            <pc:sldMk cId="2414805417" sldId="268"/>
            <ac:spMk id="9" creationId="{2EEAE46E-5232-36A1-7F3D-BD3D353996C5}"/>
          </ac:spMkLst>
        </pc:spChg>
        <pc:spChg chg="add mod">
          <ac:chgData name="Takamichi Asai" userId="3b5f7fad-e636-4c8e-833d-1467cd4f12a3" providerId="ADAL" clId="{2A663872-BA5B-4A08-84BE-EED75D43575C}" dt="2026-06-01T10:06:32.757" v="4217" actId="14100"/>
          <ac:spMkLst>
            <pc:docMk/>
            <pc:sldMk cId="2414805417" sldId="268"/>
            <ac:spMk id="10" creationId="{729C87C9-4F93-6997-4C22-F301E3A9BEE2}"/>
          </ac:spMkLst>
        </pc:spChg>
        <pc:spChg chg="add mod">
          <ac:chgData name="Takamichi Asai" userId="3b5f7fad-e636-4c8e-833d-1467cd4f12a3" providerId="ADAL" clId="{2A663872-BA5B-4A08-84BE-EED75D43575C}" dt="2026-06-01T10:06:40.024" v="4220" actId="14100"/>
          <ac:spMkLst>
            <pc:docMk/>
            <pc:sldMk cId="2414805417" sldId="268"/>
            <ac:spMk id="11" creationId="{DB616B07-B5CE-4D59-5DC5-22B93B23F7BB}"/>
          </ac:spMkLst>
        </pc:spChg>
        <pc:grpChg chg="add mod">
          <ac:chgData name="Takamichi Asai" userId="3b5f7fad-e636-4c8e-833d-1467cd4f12a3" providerId="ADAL" clId="{2A663872-BA5B-4A08-84BE-EED75D43575C}" dt="2026-06-01T10:52:14.640" v="4236" actId="164"/>
          <ac:grpSpMkLst>
            <pc:docMk/>
            <pc:sldMk cId="2414805417" sldId="268"/>
            <ac:grpSpMk id="2" creationId="{F14397CF-AEA7-9028-F38A-A6A67C3FA304}"/>
          </ac:grpSpMkLst>
        </pc:grpChg>
        <pc:grpChg chg="add mod ord">
          <ac:chgData name="Takamichi Asai" userId="3b5f7fad-e636-4c8e-833d-1467cd4f12a3" providerId="ADAL" clId="{2A663872-BA5B-4A08-84BE-EED75D43575C}" dt="2026-06-01T10:52:14.640" v="4236" actId="164"/>
          <ac:grpSpMkLst>
            <pc:docMk/>
            <pc:sldMk cId="2414805417" sldId="268"/>
            <ac:grpSpMk id="12" creationId="{5AE2E430-94C2-6CAB-913C-32F687E83327}"/>
          </ac:grpSpMkLst>
        </pc:grpChg>
        <pc:picChg chg="add mod">
          <ac:chgData name="Takamichi Asai" userId="3b5f7fad-e636-4c8e-833d-1467cd4f12a3" providerId="ADAL" clId="{2A663872-BA5B-4A08-84BE-EED75D43575C}" dt="2026-06-01T09:58:45.625" v="4158" actId="164"/>
          <ac:picMkLst>
            <pc:docMk/>
            <pc:sldMk cId="2414805417" sldId="268"/>
            <ac:picMk id="3" creationId="{4459CC01-435C-E3F2-5B66-ACF69057A1E2}"/>
          </ac:picMkLst>
        </pc:picChg>
        <pc:picChg chg="add mod">
          <ac:chgData name="Takamichi Asai" userId="3b5f7fad-e636-4c8e-833d-1467cd4f12a3" providerId="ADAL" clId="{2A663872-BA5B-4A08-84BE-EED75D43575C}" dt="2026-06-01T11:02:24.760" v="4237" actId="208"/>
          <ac:picMkLst>
            <pc:docMk/>
            <pc:sldMk cId="2414805417" sldId="268"/>
            <ac:picMk id="4" creationId="{FBA09D22-E5C2-8CF1-B3EB-7278C1B4B6A3}"/>
          </ac:picMkLst>
        </pc:picChg>
        <pc:picChg chg="add mod">
          <ac:chgData name="Takamichi Asai" userId="3b5f7fad-e636-4c8e-833d-1467cd4f12a3" providerId="ADAL" clId="{2A663872-BA5B-4A08-84BE-EED75D43575C}" dt="2026-06-01T11:02:24.760" v="4237" actId="208"/>
          <ac:picMkLst>
            <pc:docMk/>
            <pc:sldMk cId="2414805417" sldId="268"/>
            <ac:picMk id="6" creationId="{87104565-295E-E465-98D8-AE583E4A2AF5}"/>
          </ac:picMkLst>
        </pc:picChg>
        <pc:picChg chg="add mod">
          <ac:chgData name="Takamichi Asai" userId="3b5f7fad-e636-4c8e-833d-1467cd4f12a3" providerId="ADAL" clId="{2A663872-BA5B-4A08-84BE-EED75D43575C}" dt="2026-06-01T10:52:14.640" v="4236" actId="164"/>
          <ac:picMkLst>
            <pc:docMk/>
            <pc:sldMk cId="2414805417" sldId="268"/>
            <ac:picMk id="13" creationId="{EAAA84F5-7F57-3476-B368-71BB1C46DC4B}"/>
          </ac:picMkLst>
        </pc:picChg>
        <pc:picChg chg="add mod">
          <ac:chgData name="Takamichi Asai" userId="3b5f7fad-e636-4c8e-833d-1467cd4f12a3" providerId="ADAL" clId="{2A663872-BA5B-4A08-84BE-EED75D43575C}" dt="2026-06-01T11:02:24.760" v="4237" actId="208"/>
          <ac:picMkLst>
            <pc:docMk/>
            <pc:sldMk cId="2414805417" sldId="268"/>
            <ac:picMk id="14" creationId="{BDC887A9-EBC2-D9A2-3A58-676BD369B9EF}"/>
          </ac:picMkLst>
        </pc:picChg>
        <pc:picChg chg="add mod">
          <ac:chgData name="Takamichi Asai" userId="3b5f7fad-e636-4c8e-833d-1467cd4f12a3" providerId="ADAL" clId="{2A663872-BA5B-4A08-84BE-EED75D43575C}" dt="2026-06-01T11:02:24.760" v="4237" actId="208"/>
          <ac:picMkLst>
            <pc:docMk/>
            <pc:sldMk cId="2414805417" sldId="268"/>
            <ac:picMk id="15" creationId="{AB557D90-1DEB-9DC1-4934-6A6D036AC624}"/>
          </ac:picMkLst>
        </pc:picChg>
      </pc:sldChg>
      <pc:sldChg chg="addSp modSp new mod">
        <pc:chgData name="Takamichi Asai" userId="3b5f7fad-e636-4c8e-833d-1467cd4f12a3" providerId="ADAL" clId="{2A663872-BA5B-4A08-84BE-EED75D43575C}" dt="2026-06-01T11:41:01.557" v="4247" actId="1076"/>
        <pc:sldMkLst>
          <pc:docMk/>
          <pc:sldMk cId="501644453" sldId="269"/>
        </pc:sldMkLst>
        <pc:spChg chg="add mod">
          <ac:chgData name="Takamichi Asai" userId="3b5f7fad-e636-4c8e-833d-1467cd4f12a3" providerId="ADAL" clId="{2A663872-BA5B-4A08-84BE-EED75D43575C}" dt="2026-06-01T10:52:05.560" v="4235" actId="164"/>
          <ac:spMkLst>
            <pc:docMk/>
            <pc:sldMk cId="501644453" sldId="269"/>
            <ac:spMk id="4" creationId="{B24833D6-549B-37CA-31EC-D71FC1743277}"/>
          </ac:spMkLst>
        </pc:spChg>
        <pc:spChg chg="add mod">
          <ac:chgData name="Takamichi Asai" userId="3b5f7fad-e636-4c8e-833d-1467cd4f12a3" providerId="ADAL" clId="{2A663872-BA5B-4A08-84BE-EED75D43575C}" dt="2026-06-01T10:52:05.560" v="4235" actId="164"/>
          <ac:spMkLst>
            <pc:docMk/>
            <pc:sldMk cId="501644453" sldId="269"/>
            <ac:spMk id="5" creationId="{DC7ABE22-DC7D-9CF7-AB96-F17EB83CAD1E}"/>
          </ac:spMkLst>
        </pc:spChg>
        <pc:spChg chg="mod">
          <ac:chgData name="Takamichi Asai" userId="3b5f7fad-e636-4c8e-833d-1467cd4f12a3" providerId="ADAL" clId="{2A663872-BA5B-4A08-84BE-EED75D43575C}" dt="2026-06-01T10:04:05.757" v="4198"/>
          <ac:spMkLst>
            <pc:docMk/>
            <pc:sldMk cId="501644453" sldId="269"/>
            <ac:spMk id="12" creationId="{E89CE281-E703-B712-B89B-BA31050792AF}"/>
          </ac:spMkLst>
        </pc:spChg>
        <pc:spChg chg="mod">
          <ac:chgData name="Takamichi Asai" userId="3b5f7fad-e636-4c8e-833d-1467cd4f12a3" providerId="ADAL" clId="{2A663872-BA5B-4A08-84BE-EED75D43575C}" dt="2026-06-01T10:04:05.757" v="4198"/>
          <ac:spMkLst>
            <pc:docMk/>
            <pc:sldMk cId="501644453" sldId="269"/>
            <ac:spMk id="13" creationId="{E7F563CE-C45F-335F-1903-CF1B1E62874E}"/>
          </ac:spMkLst>
        </pc:spChg>
        <pc:spChg chg="mod">
          <ac:chgData name="Takamichi Asai" userId="3b5f7fad-e636-4c8e-833d-1467cd4f12a3" providerId="ADAL" clId="{2A663872-BA5B-4A08-84BE-EED75D43575C}" dt="2026-06-01T10:04:05.757" v="4198"/>
          <ac:spMkLst>
            <pc:docMk/>
            <pc:sldMk cId="501644453" sldId="269"/>
            <ac:spMk id="14" creationId="{99429C8A-D168-9E7C-B3B2-98141D16300A}"/>
          </ac:spMkLst>
        </pc:spChg>
        <pc:spChg chg="add mod">
          <ac:chgData name="Takamichi Asai" userId="3b5f7fad-e636-4c8e-833d-1467cd4f12a3" providerId="ADAL" clId="{2A663872-BA5B-4A08-84BE-EED75D43575C}" dt="2026-06-01T11:39:37.517" v="4241" actId="164"/>
          <ac:spMkLst>
            <pc:docMk/>
            <pc:sldMk cId="501644453" sldId="269"/>
            <ac:spMk id="20" creationId="{68C75975-FEC3-786D-58EE-FA54953CF94B}"/>
          </ac:spMkLst>
        </pc:spChg>
        <pc:spChg chg="add mod">
          <ac:chgData name="Takamichi Asai" userId="3b5f7fad-e636-4c8e-833d-1467cd4f12a3" providerId="ADAL" clId="{2A663872-BA5B-4A08-84BE-EED75D43575C}" dt="2026-06-01T11:40:38.849" v="4244" actId="164"/>
          <ac:spMkLst>
            <pc:docMk/>
            <pc:sldMk cId="501644453" sldId="269"/>
            <ac:spMk id="23" creationId="{7267816C-AB55-155A-0C01-40E661A9DD76}"/>
          </ac:spMkLst>
        </pc:spChg>
        <pc:spChg chg="add mod">
          <ac:chgData name="Takamichi Asai" userId="3b5f7fad-e636-4c8e-833d-1467cd4f12a3" providerId="ADAL" clId="{2A663872-BA5B-4A08-84BE-EED75D43575C}" dt="2026-06-01T10:52:05.560" v="4235" actId="164"/>
          <ac:spMkLst>
            <pc:docMk/>
            <pc:sldMk cId="501644453" sldId="269"/>
            <ac:spMk id="24" creationId="{BDAFFAE8-FAE3-9634-E09A-AB3AD7DA7165}"/>
          </ac:spMkLst>
        </pc:spChg>
        <pc:spChg chg="add mod">
          <ac:chgData name="Takamichi Asai" userId="3b5f7fad-e636-4c8e-833d-1467cd4f12a3" providerId="ADAL" clId="{2A663872-BA5B-4A08-84BE-EED75D43575C}" dt="2026-06-01T11:40:38.849" v="4244" actId="164"/>
          <ac:spMkLst>
            <pc:docMk/>
            <pc:sldMk cId="501644453" sldId="269"/>
            <ac:spMk id="25" creationId="{7295DF66-5F82-0FA6-94D2-425807B9BCAB}"/>
          </ac:spMkLst>
        </pc:spChg>
        <pc:spChg chg="add mod">
          <ac:chgData name="Takamichi Asai" userId="3b5f7fad-e636-4c8e-833d-1467cd4f12a3" providerId="ADAL" clId="{2A663872-BA5B-4A08-84BE-EED75D43575C}" dt="2026-06-01T11:40:38.849" v="4244" actId="164"/>
          <ac:spMkLst>
            <pc:docMk/>
            <pc:sldMk cId="501644453" sldId="269"/>
            <ac:spMk id="26" creationId="{DECD9BD9-E0DC-07F3-1F31-CC7D5ADBCA3F}"/>
          </ac:spMkLst>
        </pc:spChg>
        <pc:spChg chg="add mod">
          <ac:chgData name="Takamichi Asai" userId="3b5f7fad-e636-4c8e-833d-1467cd4f12a3" providerId="ADAL" clId="{2A663872-BA5B-4A08-84BE-EED75D43575C}" dt="2026-06-01T11:40:38.849" v="4244" actId="164"/>
          <ac:spMkLst>
            <pc:docMk/>
            <pc:sldMk cId="501644453" sldId="269"/>
            <ac:spMk id="27" creationId="{915E728B-50BA-B45C-D4D1-B5B78474D080}"/>
          </ac:spMkLst>
        </pc:spChg>
        <pc:spChg chg="add mod">
          <ac:chgData name="Takamichi Asai" userId="3b5f7fad-e636-4c8e-833d-1467cd4f12a3" providerId="ADAL" clId="{2A663872-BA5B-4A08-84BE-EED75D43575C}" dt="2026-06-01T11:40:11.575" v="4243" actId="1076"/>
          <ac:spMkLst>
            <pc:docMk/>
            <pc:sldMk cId="501644453" sldId="269"/>
            <ac:spMk id="30" creationId="{E23A3EFF-5685-78E6-566C-D432110D02E5}"/>
          </ac:spMkLst>
        </pc:spChg>
        <pc:spChg chg="add mod">
          <ac:chgData name="Takamichi Asai" userId="3b5f7fad-e636-4c8e-833d-1467cd4f12a3" providerId="ADAL" clId="{2A663872-BA5B-4A08-84BE-EED75D43575C}" dt="2026-06-01T11:40:11.575" v="4243" actId="1076"/>
          <ac:spMkLst>
            <pc:docMk/>
            <pc:sldMk cId="501644453" sldId="269"/>
            <ac:spMk id="31" creationId="{B3CCC9A3-8442-76E9-DA9C-D47F48E7EFC8}"/>
          </ac:spMkLst>
        </pc:spChg>
        <pc:grpChg chg="add mod">
          <ac:chgData name="Takamichi Asai" userId="3b5f7fad-e636-4c8e-833d-1467cd4f12a3" providerId="ADAL" clId="{2A663872-BA5B-4A08-84BE-EED75D43575C}" dt="2026-06-01T11:39:37.517" v="4241" actId="164"/>
          <ac:grpSpMkLst>
            <pc:docMk/>
            <pc:sldMk cId="501644453" sldId="269"/>
            <ac:grpSpMk id="2" creationId="{717E0518-1619-6A2D-6D52-249502CDCB58}"/>
          </ac:grpSpMkLst>
        </pc:grpChg>
        <pc:grpChg chg="add mod">
          <ac:chgData name="Takamichi Asai" userId="3b5f7fad-e636-4c8e-833d-1467cd4f12a3" providerId="ADAL" clId="{2A663872-BA5B-4A08-84BE-EED75D43575C}" dt="2026-06-01T10:52:05.560" v="4235" actId="164"/>
          <ac:grpSpMkLst>
            <pc:docMk/>
            <pc:sldMk cId="501644453" sldId="269"/>
            <ac:grpSpMk id="6" creationId="{074AD783-0B56-A329-9F1A-B29DC36EBA8D}"/>
          </ac:grpSpMkLst>
        </pc:grpChg>
        <pc:grpChg chg="add mod">
          <ac:chgData name="Takamichi Asai" userId="3b5f7fad-e636-4c8e-833d-1467cd4f12a3" providerId="ADAL" clId="{2A663872-BA5B-4A08-84BE-EED75D43575C}" dt="2026-06-01T10:52:05.560" v="4235" actId="164"/>
          <ac:grpSpMkLst>
            <pc:docMk/>
            <pc:sldMk cId="501644453" sldId="269"/>
            <ac:grpSpMk id="10" creationId="{818BACC8-9E4B-4B17-065B-C66EDA0AF7E7}"/>
          </ac:grpSpMkLst>
        </pc:grpChg>
        <pc:grpChg chg="add mod ord">
          <ac:chgData name="Takamichi Asai" userId="3b5f7fad-e636-4c8e-833d-1467cd4f12a3" providerId="ADAL" clId="{2A663872-BA5B-4A08-84BE-EED75D43575C}" dt="2026-06-01T10:52:05.560" v="4235" actId="164"/>
          <ac:grpSpMkLst>
            <pc:docMk/>
            <pc:sldMk cId="501644453" sldId="269"/>
            <ac:grpSpMk id="15" creationId="{5E36D2AF-1388-4280-B2D0-0C1DFDB4D68A}"/>
          </ac:grpSpMkLst>
        </pc:grpChg>
        <pc:grpChg chg="mod">
          <ac:chgData name="Takamichi Asai" userId="3b5f7fad-e636-4c8e-833d-1467cd4f12a3" providerId="ADAL" clId="{2A663872-BA5B-4A08-84BE-EED75D43575C}" dt="2026-06-01T10:05:05.803" v="4200"/>
          <ac:grpSpMkLst>
            <pc:docMk/>
            <pc:sldMk cId="501644453" sldId="269"/>
            <ac:grpSpMk id="17" creationId="{0AE7DD66-EC2C-0BF1-53FB-9C074D5A57E4}"/>
          </ac:grpSpMkLst>
        </pc:grpChg>
        <pc:grpChg chg="add mod">
          <ac:chgData name="Takamichi Asai" userId="3b5f7fad-e636-4c8e-833d-1467cd4f12a3" providerId="ADAL" clId="{2A663872-BA5B-4A08-84BE-EED75D43575C}" dt="2026-06-01T11:39:37.517" v="4241" actId="164"/>
          <ac:grpSpMkLst>
            <pc:docMk/>
            <pc:sldMk cId="501644453" sldId="269"/>
            <ac:grpSpMk id="21" creationId="{E0A5A876-6295-B396-A396-354602A74F2B}"/>
          </ac:grpSpMkLst>
        </pc:grpChg>
        <pc:grpChg chg="add mod">
          <ac:chgData name="Takamichi Asai" userId="3b5f7fad-e636-4c8e-833d-1467cd4f12a3" providerId="ADAL" clId="{2A663872-BA5B-4A08-84BE-EED75D43575C}" dt="2026-06-01T11:40:45.814" v="4245" actId="1076"/>
          <ac:grpSpMkLst>
            <pc:docMk/>
            <pc:sldMk cId="501644453" sldId="269"/>
            <ac:grpSpMk id="32" creationId="{8088AD26-F92E-9A5B-2024-8D2EFF1248D0}"/>
          </ac:grpSpMkLst>
        </pc:grpChg>
        <pc:picChg chg="add mod">
          <ac:chgData name="Takamichi Asai" userId="3b5f7fad-e636-4c8e-833d-1467cd4f12a3" providerId="ADAL" clId="{2A663872-BA5B-4A08-84BE-EED75D43575C}" dt="2026-06-01T10:52:05.560" v="4235" actId="164"/>
          <ac:picMkLst>
            <pc:docMk/>
            <pc:sldMk cId="501644453" sldId="269"/>
            <ac:picMk id="3" creationId="{4A3A08E8-65B9-038B-CAEB-FD56DE7FA0B0}"/>
          </ac:picMkLst>
        </pc:picChg>
        <pc:picChg chg="mod">
          <ac:chgData name="Takamichi Asai" userId="3b5f7fad-e636-4c8e-833d-1467cd4f12a3" providerId="ADAL" clId="{2A663872-BA5B-4A08-84BE-EED75D43575C}" dt="2026-06-01T10:03:27.496" v="4194"/>
          <ac:picMkLst>
            <pc:docMk/>
            <pc:sldMk cId="501644453" sldId="269"/>
            <ac:picMk id="7" creationId="{FE89297B-6B08-593D-F430-76522A93F0AE}"/>
          </ac:picMkLst>
        </pc:picChg>
        <pc:picChg chg="mod">
          <ac:chgData name="Takamichi Asai" userId="3b5f7fad-e636-4c8e-833d-1467cd4f12a3" providerId="ADAL" clId="{2A663872-BA5B-4A08-84BE-EED75D43575C}" dt="2026-06-01T10:03:27.496" v="4194"/>
          <ac:picMkLst>
            <pc:docMk/>
            <pc:sldMk cId="501644453" sldId="269"/>
            <ac:picMk id="8" creationId="{51D5819B-796D-4D94-1750-E6ED670EA60D}"/>
          </ac:picMkLst>
        </pc:picChg>
        <pc:picChg chg="mod">
          <ac:chgData name="Takamichi Asai" userId="3b5f7fad-e636-4c8e-833d-1467cd4f12a3" providerId="ADAL" clId="{2A663872-BA5B-4A08-84BE-EED75D43575C}" dt="2026-06-01T10:03:27.496" v="4194"/>
          <ac:picMkLst>
            <pc:docMk/>
            <pc:sldMk cId="501644453" sldId="269"/>
            <ac:picMk id="9" creationId="{365BA237-0BD8-CD15-1277-9604AC75E6A4}"/>
          </ac:picMkLst>
        </pc:picChg>
        <pc:picChg chg="mod">
          <ac:chgData name="Takamichi Asai" userId="3b5f7fad-e636-4c8e-833d-1467cd4f12a3" providerId="ADAL" clId="{2A663872-BA5B-4A08-84BE-EED75D43575C}" dt="2026-06-01T10:04:05.757" v="4198"/>
          <ac:picMkLst>
            <pc:docMk/>
            <pc:sldMk cId="501644453" sldId="269"/>
            <ac:picMk id="11" creationId="{A863D090-4E67-49C2-93BF-E1F2BB40C00F}"/>
          </ac:picMkLst>
        </pc:picChg>
        <pc:picChg chg="mod">
          <ac:chgData name="Takamichi Asai" userId="3b5f7fad-e636-4c8e-833d-1467cd4f12a3" providerId="ADAL" clId="{2A663872-BA5B-4A08-84BE-EED75D43575C}" dt="2026-06-01T10:05:05.803" v="4200"/>
          <ac:picMkLst>
            <pc:docMk/>
            <pc:sldMk cId="501644453" sldId="269"/>
            <ac:picMk id="16" creationId="{A04E2448-506F-E136-40C2-87760045F8E2}"/>
          </ac:picMkLst>
        </pc:picChg>
        <pc:picChg chg="mod">
          <ac:chgData name="Takamichi Asai" userId="3b5f7fad-e636-4c8e-833d-1467cd4f12a3" providerId="ADAL" clId="{2A663872-BA5B-4A08-84BE-EED75D43575C}" dt="2026-06-01T10:05:05.803" v="4200"/>
          <ac:picMkLst>
            <pc:docMk/>
            <pc:sldMk cId="501644453" sldId="269"/>
            <ac:picMk id="18" creationId="{AE5AD5CB-F198-E2D8-4E47-33466B7EB418}"/>
          </ac:picMkLst>
        </pc:picChg>
        <pc:picChg chg="mod">
          <ac:chgData name="Takamichi Asai" userId="3b5f7fad-e636-4c8e-833d-1467cd4f12a3" providerId="ADAL" clId="{2A663872-BA5B-4A08-84BE-EED75D43575C}" dt="2026-06-01T10:05:05.803" v="4200"/>
          <ac:picMkLst>
            <pc:docMk/>
            <pc:sldMk cId="501644453" sldId="269"/>
            <ac:picMk id="19" creationId="{CD9CF620-93D1-D0B8-A068-FF1AFCDF01C3}"/>
          </ac:picMkLst>
        </pc:picChg>
        <pc:picChg chg="add mod">
          <ac:chgData name="Takamichi Asai" userId="3b5f7fad-e636-4c8e-833d-1467cd4f12a3" providerId="ADAL" clId="{2A663872-BA5B-4A08-84BE-EED75D43575C}" dt="2026-06-01T11:40:38.849" v="4244" actId="164"/>
          <ac:picMkLst>
            <pc:docMk/>
            <pc:sldMk cId="501644453" sldId="269"/>
            <ac:picMk id="22" creationId="{2257534A-DB19-5281-CC56-18290C734E0D}"/>
          </ac:picMkLst>
        </pc:picChg>
        <pc:picChg chg="add mod">
          <ac:chgData name="Takamichi Asai" userId="3b5f7fad-e636-4c8e-833d-1467cd4f12a3" providerId="ADAL" clId="{2A663872-BA5B-4A08-84BE-EED75D43575C}" dt="2026-06-01T11:40:50.040" v="4246" actId="1076"/>
          <ac:picMkLst>
            <pc:docMk/>
            <pc:sldMk cId="501644453" sldId="269"/>
            <ac:picMk id="28" creationId="{E58F2EED-3DDC-FC3B-44E5-C50470B8C78F}"/>
          </ac:picMkLst>
        </pc:picChg>
        <pc:picChg chg="add mod">
          <ac:chgData name="Takamichi Asai" userId="3b5f7fad-e636-4c8e-833d-1467cd4f12a3" providerId="ADAL" clId="{2A663872-BA5B-4A08-84BE-EED75D43575C}" dt="2026-06-01T11:41:01.557" v="4247" actId="1076"/>
          <ac:picMkLst>
            <pc:docMk/>
            <pc:sldMk cId="501644453" sldId="269"/>
            <ac:picMk id="29" creationId="{51AA582C-CD0B-D080-B3F1-7AD78EA46CFC}"/>
          </ac:picMkLst>
        </pc:picChg>
      </pc:sldChg>
      <pc:sldChg chg="addSp delSp modSp new del mod">
        <pc:chgData name="Takamichi Asai" userId="3b5f7fad-e636-4c8e-833d-1467cd4f12a3" providerId="ADAL" clId="{2A663872-BA5B-4A08-84BE-EED75D43575C}" dt="2026-06-04T03:40:36.117" v="11865" actId="47"/>
        <pc:sldMkLst>
          <pc:docMk/>
          <pc:sldMk cId="3749156580" sldId="270"/>
        </pc:sldMkLst>
        <pc:picChg chg="add mod">
          <ac:chgData name="Takamichi Asai" userId="3b5f7fad-e636-4c8e-833d-1467cd4f12a3" providerId="ADAL" clId="{2A663872-BA5B-4A08-84BE-EED75D43575C}" dt="2026-06-04T02:22:46.407" v="10629" actId="1076"/>
          <ac:picMkLst>
            <pc:docMk/>
            <pc:sldMk cId="3749156580" sldId="270"/>
            <ac:picMk id="4" creationId="{EAD41C8C-CBE4-98D9-C433-CC368CB02A70}"/>
          </ac:picMkLst>
        </pc:picChg>
      </pc:sldChg>
      <pc:sldChg chg="addSp modSp new mod">
        <pc:chgData name="Takamichi Asai" userId="3b5f7fad-e636-4c8e-833d-1467cd4f12a3" providerId="ADAL" clId="{2A663872-BA5B-4A08-84BE-EED75D43575C}" dt="2026-06-02T08:03:18.423" v="10094"/>
        <pc:sldMkLst>
          <pc:docMk/>
          <pc:sldMk cId="3393164928" sldId="271"/>
        </pc:sldMkLst>
        <pc:spChg chg="add mod">
          <ac:chgData name="Takamichi Asai" userId="3b5f7fad-e636-4c8e-833d-1467cd4f12a3" providerId="ADAL" clId="{2A663872-BA5B-4A08-84BE-EED75D43575C}" dt="2026-06-02T08:01:54.108" v="10029" actId="403"/>
          <ac:spMkLst>
            <pc:docMk/>
            <pc:sldMk cId="3393164928" sldId="271"/>
            <ac:spMk id="10" creationId="{3BE3DECC-B78F-F2AC-D261-D0B40646DDE8}"/>
          </ac:spMkLst>
        </pc:spChg>
        <pc:spChg chg="add mod">
          <ac:chgData name="Takamichi Asai" userId="3b5f7fad-e636-4c8e-833d-1467cd4f12a3" providerId="ADAL" clId="{2A663872-BA5B-4A08-84BE-EED75D43575C}" dt="2026-06-02T08:02:03.592" v="10037" actId="403"/>
          <ac:spMkLst>
            <pc:docMk/>
            <pc:sldMk cId="3393164928" sldId="271"/>
            <ac:spMk id="11" creationId="{64975E21-7CB1-73EE-5618-3B6D5A035936}"/>
          </ac:spMkLst>
        </pc:spChg>
        <pc:spChg chg="add mod">
          <ac:chgData name="Takamichi Asai" userId="3b5f7fad-e636-4c8e-833d-1467cd4f12a3" providerId="ADAL" clId="{2A663872-BA5B-4A08-84BE-EED75D43575C}" dt="2026-06-02T08:03:18.423" v="10094"/>
          <ac:spMkLst>
            <pc:docMk/>
            <pc:sldMk cId="3393164928" sldId="271"/>
            <ac:spMk id="12" creationId="{59FF35A6-599F-B04C-B25A-789FADBCE3C8}"/>
          </ac:spMkLst>
        </pc:spChg>
        <pc:spChg chg="add mod">
          <ac:chgData name="Takamichi Asai" userId="3b5f7fad-e636-4c8e-833d-1467cd4f12a3" providerId="ADAL" clId="{2A663872-BA5B-4A08-84BE-EED75D43575C}" dt="2026-06-02T08:02:11.310" v="10041" actId="403"/>
          <ac:spMkLst>
            <pc:docMk/>
            <pc:sldMk cId="3393164928" sldId="271"/>
            <ac:spMk id="13" creationId="{4588C9D7-3CEC-E115-F186-5CA426BB5451}"/>
          </ac:spMkLst>
        </pc:spChg>
        <pc:picChg chg="add mod modCrop">
          <ac:chgData name="Takamichi Asai" userId="3b5f7fad-e636-4c8e-833d-1467cd4f12a3" providerId="ADAL" clId="{2A663872-BA5B-4A08-84BE-EED75D43575C}" dt="2026-06-02T07:27:51.913" v="7590" actId="732"/>
          <ac:picMkLst>
            <pc:docMk/>
            <pc:sldMk cId="3393164928" sldId="271"/>
            <ac:picMk id="3" creationId="{78C9BEFF-ABDE-AE99-F42C-DE52672C3E01}"/>
          </ac:picMkLst>
        </pc:picChg>
        <pc:picChg chg="add mod modCrop">
          <ac:chgData name="Takamichi Asai" userId="3b5f7fad-e636-4c8e-833d-1467cd4f12a3" providerId="ADAL" clId="{2A663872-BA5B-4A08-84BE-EED75D43575C}" dt="2026-06-02T07:28:33.350" v="7594" actId="1076"/>
          <ac:picMkLst>
            <pc:docMk/>
            <pc:sldMk cId="3393164928" sldId="271"/>
            <ac:picMk id="5" creationId="{FEBF7FBA-D33A-0069-82F7-F6203026F32E}"/>
          </ac:picMkLst>
        </pc:picChg>
        <pc:picChg chg="add mod modCrop">
          <ac:chgData name="Takamichi Asai" userId="3b5f7fad-e636-4c8e-833d-1467cd4f12a3" providerId="ADAL" clId="{2A663872-BA5B-4A08-84BE-EED75D43575C}" dt="2026-06-02T07:28:42.574" v="7596" actId="1076"/>
          <ac:picMkLst>
            <pc:docMk/>
            <pc:sldMk cId="3393164928" sldId="271"/>
            <ac:picMk id="7" creationId="{A7AE78DB-C7D2-7E03-020F-C8A7710A5F47}"/>
          </ac:picMkLst>
        </pc:picChg>
        <pc:picChg chg="add mod modCrop">
          <ac:chgData name="Takamichi Asai" userId="3b5f7fad-e636-4c8e-833d-1467cd4f12a3" providerId="ADAL" clId="{2A663872-BA5B-4A08-84BE-EED75D43575C}" dt="2026-06-02T07:28:42.574" v="7596" actId="1076"/>
          <ac:picMkLst>
            <pc:docMk/>
            <pc:sldMk cId="3393164928" sldId="271"/>
            <ac:picMk id="9" creationId="{1BC8A6E9-1BCA-ADBB-D9EB-C792FF300D47}"/>
          </ac:picMkLst>
        </pc:picChg>
      </pc:sldChg>
      <pc:sldChg chg="addSp delSp modSp new mod">
        <pc:chgData name="Takamichi Asai" userId="3b5f7fad-e636-4c8e-833d-1467cd4f12a3" providerId="ADAL" clId="{2A663872-BA5B-4A08-84BE-EED75D43575C}" dt="2026-06-04T04:59:09.383" v="12495" actId="14100"/>
        <pc:sldMkLst>
          <pc:docMk/>
          <pc:sldMk cId="3231599376" sldId="272"/>
        </pc:sldMkLst>
        <pc:spChg chg="add mod">
          <ac:chgData name="Takamichi Asai" userId="3b5f7fad-e636-4c8e-833d-1467cd4f12a3" providerId="ADAL" clId="{2A663872-BA5B-4A08-84BE-EED75D43575C}" dt="2026-06-04T03:55:43.956" v="11975" actId="14861"/>
          <ac:spMkLst>
            <pc:docMk/>
            <pc:sldMk cId="3231599376" sldId="272"/>
            <ac:spMk id="4" creationId="{905E4284-87A7-A6CE-E6B2-46E8D1D3BA92}"/>
          </ac:spMkLst>
        </pc:spChg>
        <pc:spChg chg="add mod">
          <ac:chgData name="Takamichi Asai" userId="3b5f7fad-e636-4c8e-833d-1467cd4f12a3" providerId="ADAL" clId="{2A663872-BA5B-4A08-84BE-EED75D43575C}" dt="2026-06-04T04:59:09.383" v="12495" actId="14100"/>
          <ac:spMkLst>
            <pc:docMk/>
            <pc:sldMk cId="3231599376" sldId="272"/>
            <ac:spMk id="5" creationId="{5EF0B6BC-963C-167B-0796-8204DAAAD7A8}"/>
          </ac:spMkLst>
        </pc:spChg>
        <pc:spChg chg="add mod">
          <ac:chgData name="Takamichi Asai" userId="3b5f7fad-e636-4c8e-833d-1467cd4f12a3" providerId="ADAL" clId="{2A663872-BA5B-4A08-84BE-EED75D43575C}" dt="2026-06-04T04:31:17.763" v="12100" actId="20577"/>
          <ac:spMkLst>
            <pc:docMk/>
            <pc:sldMk cId="3231599376" sldId="272"/>
            <ac:spMk id="6" creationId="{004DFEA2-CE62-CCE5-98C1-EF84650D8B10}"/>
          </ac:spMkLst>
        </pc:spChg>
        <pc:spChg chg="add del mod">
          <ac:chgData name="Takamichi Asai" userId="3b5f7fad-e636-4c8e-833d-1467cd4f12a3" providerId="ADAL" clId="{2A663872-BA5B-4A08-84BE-EED75D43575C}" dt="2026-06-04T01:57:27.086" v="10370" actId="478"/>
          <ac:spMkLst>
            <pc:docMk/>
            <pc:sldMk cId="3231599376" sldId="272"/>
            <ac:spMk id="7" creationId="{838167A2-54D0-8B2A-5905-2658E9FF3316}"/>
          </ac:spMkLst>
        </pc:spChg>
        <pc:spChg chg="add mod">
          <ac:chgData name="Takamichi Asai" userId="3b5f7fad-e636-4c8e-833d-1467cd4f12a3" providerId="ADAL" clId="{2A663872-BA5B-4A08-84BE-EED75D43575C}" dt="2026-06-04T04:30:24.554" v="12090" actId="1076"/>
          <ac:spMkLst>
            <pc:docMk/>
            <pc:sldMk cId="3231599376" sldId="272"/>
            <ac:spMk id="8" creationId="{3AAECEF1-58C1-3BFF-F2D9-7C4E2D6640E8}"/>
          </ac:spMkLst>
        </pc:spChg>
        <pc:spChg chg="add mod">
          <ac:chgData name="Takamichi Asai" userId="3b5f7fad-e636-4c8e-833d-1467cd4f12a3" providerId="ADAL" clId="{2A663872-BA5B-4A08-84BE-EED75D43575C}" dt="2026-06-04T04:30:47.219" v="12094" actId="14100"/>
          <ac:spMkLst>
            <pc:docMk/>
            <pc:sldMk cId="3231599376" sldId="272"/>
            <ac:spMk id="9" creationId="{AEA68423-21B6-0409-DD6C-C150C157EA73}"/>
          </ac:spMkLst>
        </pc:spChg>
        <pc:spChg chg="add del mod">
          <ac:chgData name="Takamichi Asai" userId="3b5f7fad-e636-4c8e-833d-1467cd4f12a3" providerId="ADAL" clId="{2A663872-BA5B-4A08-84BE-EED75D43575C}" dt="2026-06-04T03:39:42.357" v="11840" actId="478"/>
          <ac:spMkLst>
            <pc:docMk/>
            <pc:sldMk cId="3231599376" sldId="272"/>
            <ac:spMk id="10" creationId="{E613BF3B-CA23-C340-E1F6-EA33CB092FC9}"/>
          </ac:spMkLst>
        </pc:spChg>
        <pc:spChg chg="add mod">
          <ac:chgData name="Takamichi Asai" userId="3b5f7fad-e636-4c8e-833d-1467cd4f12a3" providerId="ADAL" clId="{2A663872-BA5B-4A08-84BE-EED75D43575C}" dt="2026-06-04T04:47:55.065" v="12439" actId="14100"/>
          <ac:spMkLst>
            <pc:docMk/>
            <pc:sldMk cId="3231599376" sldId="272"/>
            <ac:spMk id="34" creationId="{7C296E35-6E68-D4E4-24CF-7B0CC7BE092B}"/>
          </ac:spMkLst>
        </pc:spChg>
        <pc:spChg chg="add mod">
          <ac:chgData name="Takamichi Asai" userId="3b5f7fad-e636-4c8e-833d-1467cd4f12a3" providerId="ADAL" clId="{2A663872-BA5B-4A08-84BE-EED75D43575C}" dt="2026-06-04T04:47:35.846" v="12434"/>
          <ac:spMkLst>
            <pc:docMk/>
            <pc:sldMk cId="3231599376" sldId="272"/>
            <ac:spMk id="35" creationId="{F738E0DD-2374-8EE7-9403-360A4ADF9E0C}"/>
          </ac:spMkLst>
        </pc:spChg>
        <pc:picChg chg="add mod">
          <ac:chgData name="Takamichi Asai" userId="3b5f7fad-e636-4c8e-833d-1467cd4f12a3" providerId="ADAL" clId="{2A663872-BA5B-4A08-84BE-EED75D43575C}" dt="2026-06-04T03:55:15.519" v="11974" actId="14100"/>
          <ac:picMkLst>
            <pc:docMk/>
            <pc:sldMk cId="3231599376" sldId="272"/>
            <ac:picMk id="2" creationId="{42DE7409-1584-A268-5110-14E8BDB151D2}"/>
          </ac:picMkLst>
        </pc:picChg>
        <pc:picChg chg="add del mod modCrop">
          <ac:chgData name="Takamichi Asai" userId="3b5f7fad-e636-4c8e-833d-1467cd4f12a3" providerId="ADAL" clId="{2A663872-BA5B-4A08-84BE-EED75D43575C}" dt="2026-06-04T02:18:40.551" v="10623" actId="478"/>
          <ac:picMkLst>
            <pc:docMk/>
            <pc:sldMk cId="3231599376" sldId="272"/>
            <ac:picMk id="3" creationId="{CA8D10D1-507C-7176-AC14-BB69596D06B7}"/>
          </ac:picMkLst>
        </pc:picChg>
        <pc:picChg chg="add del mod modCrop">
          <ac:chgData name="Takamichi Asai" userId="3b5f7fad-e636-4c8e-833d-1467cd4f12a3" providerId="ADAL" clId="{2A663872-BA5B-4A08-84BE-EED75D43575C}" dt="2026-06-04T02:18:38.994" v="10622" actId="21"/>
          <ac:picMkLst>
            <pc:docMk/>
            <pc:sldMk cId="3231599376" sldId="272"/>
            <ac:picMk id="12" creationId="{EFF0DFFD-C695-7F8B-3071-DE41AA2322E5}"/>
          </ac:picMkLst>
        </pc:picChg>
        <pc:picChg chg="add mod ord modCrop">
          <ac:chgData name="Takamichi Asai" userId="3b5f7fad-e636-4c8e-833d-1467cd4f12a3" providerId="ADAL" clId="{2A663872-BA5B-4A08-84BE-EED75D43575C}" dt="2026-06-04T04:18:55.060" v="12046" actId="732"/>
          <ac:picMkLst>
            <pc:docMk/>
            <pc:sldMk cId="3231599376" sldId="272"/>
            <ac:picMk id="13" creationId="{EFF0DFFD-C695-7F8B-3071-DE41AA2322E5}"/>
          </ac:picMkLst>
        </pc:picChg>
        <pc:picChg chg="add mod">
          <ac:chgData name="Takamichi Asai" userId="3b5f7fad-e636-4c8e-833d-1467cd4f12a3" providerId="ADAL" clId="{2A663872-BA5B-4A08-84BE-EED75D43575C}" dt="2026-06-04T04:47:35.846" v="12434"/>
          <ac:picMkLst>
            <pc:docMk/>
            <pc:sldMk cId="3231599376" sldId="272"/>
            <ac:picMk id="41" creationId="{E87E0DA9-8F7A-F8FD-30B6-C0FD46C734F1}"/>
          </ac:picMkLst>
        </pc:picChg>
      </pc:sldChg>
      <pc:sldChg chg="addSp delSp modSp new mod ord">
        <pc:chgData name="Takamichi Asai" userId="3b5f7fad-e636-4c8e-833d-1467cd4f12a3" providerId="ADAL" clId="{2A663872-BA5B-4A08-84BE-EED75D43575C}" dt="2026-06-04T04:37:40.755" v="12139" actId="478"/>
        <pc:sldMkLst>
          <pc:docMk/>
          <pc:sldMk cId="1202616996" sldId="273"/>
        </pc:sldMkLst>
        <pc:spChg chg="add mod">
          <ac:chgData name="Takamichi Asai" userId="3b5f7fad-e636-4c8e-833d-1467cd4f12a3" providerId="ADAL" clId="{2A663872-BA5B-4A08-84BE-EED75D43575C}" dt="2026-06-04T03:43:31.408" v="11913" actId="12788"/>
          <ac:spMkLst>
            <pc:docMk/>
            <pc:sldMk cId="1202616996" sldId="273"/>
            <ac:spMk id="3" creationId="{764ECC84-3695-AAA4-C9B6-83376AE701AC}"/>
          </ac:spMkLst>
        </pc:spChg>
        <pc:spChg chg="add del">
          <ac:chgData name="Takamichi Asai" userId="3b5f7fad-e636-4c8e-833d-1467cd4f12a3" providerId="ADAL" clId="{2A663872-BA5B-4A08-84BE-EED75D43575C}" dt="2026-06-04T02:24:20.051" v="10698" actId="22"/>
          <ac:spMkLst>
            <pc:docMk/>
            <pc:sldMk cId="1202616996" sldId="273"/>
            <ac:spMk id="5" creationId="{2DF34966-34DD-A9CE-4F09-7DC90520D29A}"/>
          </ac:spMkLst>
        </pc:spChg>
        <pc:spChg chg="add mod">
          <ac:chgData name="Takamichi Asai" userId="3b5f7fad-e636-4c8e-833d-1467cd4f12a3" providerId="ADAL" clId="{2A663872-BA5B-4A08-84BE-EED75D43575C}" dt="2026-06-04T03:43:31.408" v="11913" actId="12788"/>
          <ac:spMkLst>
            <pc:docMk/>
            <pc:sldMk cId="1202616996" sldId="273"/>
            <ac:spMk id="7" creationId="{D9D41400-474B-0641-D344-A6A6641BAFA8}"/>
          </ac:spMkLst>
        </pc:spChg>
        <pc:spChg chg="add mod">
          <ac:chgData name="Takamichi Asai" userId="3b5f7fad-e636-4c8e-833d-1467cd4f12a3" providerId="ADAL" clId="{2A663872-BA5B-4A08-84BE-EED75D43575C}" dt="2026-06-04T02:29:33.572" v="10981" actId="404"/>
          <ac:spMkLst>
            <pc:docMk/>
            <pc:sldMk cId="1202616996" sldId="273"/>
            <ac:spMk id="9" creationId="{F9CE695B-BFD7-1437-D419-5268C90DCA24}"/>
          </ac:spMkLst>
        </pc:spChg>
        <pc:spChg chg="add mod">
          <ac:chgData name="Takamichi Asai" userId="3b5f7fad-e636-4c8e-833d-1467cd4f12a3" providerId="ADAL" clId="{2A663872-BA5B-4A08-84BE-EED75D43575C}" dt="2026-06-04T02:29:33.572" v="10981" actId="404"/>
          <ac:spMkLst>
            <pc:docMk/>
            <pc:sldMk cId="1202616996" sldId="273"/>
            <ac:spMk id="10" creationId="{5C11E660-EF69-8057-5B53-2AEB6D864692}"/>
          </ac:spMkLst>
        </pc:spChg>
        <pc:spChg chg="add mod">
          <ac:chgData name="Takamichi Asai" userId="3b5f7fad-e636-4c8e-833d-1467cd4f12a3" providerId="ADAL" clId="{2A663872-BA5B-4A08-84BE-EED75D43575C}" dt="2026-06-04T03:46:07.696" v="11947" actId="14838"/>
          <ac:spMkLst>
            <pc:docMk/>
            <pc:sldMk cId="1202616996" sldId="273"/>
            <ac:spMk id="10" creationId="{B1776A78-1E81-CE7D-281E-A64255E62828}"/>
          </ac:spMkLst>
        </pc:spChg>
        <pc:spChg chg="add mod">
          <ac:chgData name="Takamichi Asai" userId="3b5f7fad-e636-4c8e-833d-1467cd4f12a3" providerId="ADAL" clId="{2A663872-BA5B-4A08-84BE-EED75D43575C}" dt="2026-06-04T02:29:33.572" v="10981" actId="404"/>
          <ac:spMkLst>
            <pc:docMk/>
            <pc:sldMk cId="1202616996" sldId="273"/>
            <ac:spMk id="11" creationId="{ACAA6C80-B0AF-5DC2-8B66-3050A4059076}"/>
          </ac:spMkLst>
        </pc:spChg>
        <pc:spChg chg="add mod">
          <ac:chgData name="Takamichi Asai" userId="3b5f7fad-e636-4c8e-833d-1467cd4f12a3" providerId="ADAL" clId="{2A663872-BA5B-4A08-84BE-EED75D43575C}" dt="2026-06-04T02:29:33.572" v="10981" actId="404"/>
          <ac:spMkLst>
            <pc:docMk/>
            <pc:sldMk cId="1202616996" sldId="273"/>
            <ac:spMk id="12" creationId="{8F0BCF82-D6B0-E214-38BC-B97C08314ECF}"/>
          </ac:spMkLst>
        </pc:spChg>
        <pc:spChg chg="add mod">
          <ac:chgData name="Takamichi Asai" userId="3b5f7fad-e636-4c8e-833d-1467cd4f12a3" providerId="ADAL" clId="{2A663872-BA5B-4A08-84BE-EED75D43575C}" dt="2026-06-04T02:29:33.572" v="10981" actId="404"/>
          <ac:spMkLst>
            <pc:docMk/>
            <pc:sldMk cId="1202616996" sldId="273"/>
            <ac:spMk id="13" creationId="{AC5A5739-D1F9-FFB5-B210-D2FF6517A4B5}"/>
          </ac:spMkLst>
        </pc:spChg>
        <pc:spChg chg="add mod">
          <ac:chgData name="Takamichi Asai" userId="3b5f7fad-e636-4c8e-833d-1467cd4f12a3" providerId="ADAL" clId="{2A663872-BA5B-4A08-84BE-EED75D43575C}" dt="2026-06-04T02:29:33.572" v="10981" actId="404"/>
          <ac:spMkLst>
            <pc:docMk/>
            <pc:sldMk cId="1202616996" sldId="273"/>
            <ac:spMk id="14" creationId="{4A8AAA3E-B3F6-59C1-8CA1-369DE60591F4}"/>
          </ac:spMkLst>
        </pc:spChg>
        <pc:spChg chg="add mod">
          <ac:chgData name="Takamichi Asai" userId="3b5f7fad-e636-4c8e-833d-1467cd4f12a3" providerId="ADAL" clId="{2A663872-BA5B-4A08-84BE-EED75D43575C}" dt="2026-06-04T02:58:07.738" v="11758" actId="1076"/>
          <ac:spMkLst>
            <pc:docMk/>
            <pc:sldMk cId="1202616996" sldId="273"/>
            <ac:spMk id="18" creationId="{6402B12D-BB96-9A46-BDD2-AE1E4EBFE5C0}"/>
          </ac:spMkLst>
        </pc:spChg>
        <pc:spChg chg="add mod">
          <ac:chgData name="Takamichi Asai" userId="3b5f7fad-e636-4c8e-833d-1467cd4f12a3" providerId="ADAL" clId="{2A663872-BA5B-4A08-84BE-EED75D43575C}" dt="2026-06-04T03:48:34.422" v="11963" actId="207"/>
          <ac:spMkLst>
            <pc:docMk/>
            <pc:sldMk cId="1202616996" sldId="273"/>
            <ac:spMk id="19" creationId="{E8CDA70B-4B05-99BF-31D8-590B8DBB8931}"/>
          </ac:spMkLst>
        </pc:spChg>
        <pc:spChg chg="add mod ord">
          <ac:chgData name="Takamichi Asai" userId="3b5f7fad-e636-4c8e-833d-1467cd4f12a3" providerId="ADAL" clId="{2A663872-BA5B-4A08-84BE-EED75D43575C}" dt="2026-06-04T03:46:26.939" v="11950" actId="1076"/>
          <ac:spMkLst>
            <pc:docMk/>
            <pc:sldMk cId="1202616996" sldId="273"/>
            <ac:spMk id="20" creationId="{E6165A23-AE5F-0508-3F9E-0BAFDF83FC77}"/>
          </ac:spMkLst>
        </pc:spChg>
        <pc:grpChg chg="add del mod">
          <ac:chgData name="Takamichi Asai" userId="3b5f7fad-e636-4c8e-833d-1467cd4f12a3" providerId="ADAL" clId="{2A663872-BA5B-4A08-84BE-EED75D43575C}" dt="2026-06-04T02:29:40.823" v="10983" actId="478"/>
          <ac:grpSpMkLst>
            <pc:docMk/>
            <pc:sldMk cId="1202616996" sldId="273"/>
            <ac:grpSpMk id="15" creationId="{92FC83E2-7D76-DA4E-4396-5C4EBE133250}"/>
          </ac:grpSpMkLst>
        </pc:grpChg>
        <pc:picChg chg="add mod">
          <ac:chgData name="Takamichi Asai" userId="3b5f7fad-e636-4c8e-833d-1467cd4f12a3" providerId="ADAL" clId="{2A663872-BA5B-4A08-84BE-EED75D43575C}" dt="2026-06-04T03:43:31.408" v="11913" actId="12788"/>
          <ac:picMkLst>
            <pc:docMk/>
            <pc:sldMk cId="1202616996" sldId="273"/>
            <ac:picMk id="2" creationId="{2246F830-6DFD-6BC4-A3B0-8349B2A094E9}"/>
          </ac:picMkLst>
        </pc:picChg>
        <pc:picChg chg="add del mod">
          <ac:chgData name="Takamichi Asai" userId="3b5f7fad-e636-4c8e-833d-1467cd4f12a3" providerId="ADAL" clId="{2A663872-BA5B-4A08-84BE-EED75D43575C}" dt="2026-06-04T03:39:14.819" v="11835" actId="21"/>
          <ac:picMkLst>
            <pc:docMk/>
            <pc:sldMk cId="1202616996" sldId="273"/>
            <ac:picMk id="5" creationId="{B367CAFC-C32E-8292-EDA2-CE01A89E0C24}"/>
          </ac:picMkLst>
        </pc:picChg>
        <pc:picChg chg="add mod ord">
          <ac:chgData name="Takamichi Asai" userId="3b5f7fad-e636-4c8e-833d-1467cd4f12a3" providerId="ADAL" clId="{2A663872-BA5B-4A08-84BE-EED75D43575C}" dt="2026-06-04T03:40:59.498" v="11873" actId="166"/>
          <ac:picMkLst>
            <pc:docMk/>
            <pc:sldMk cId="1202616996" sldId="273"/>
            <ac:picMk id="6" creationId="{B367CAFC-C32E-8292-EDA2-CE01A89E0C24}"/>
          </ac:picMkLst>
        </pc:picChg>
        <pc:picChg chg="add del mod">
          <ac:chgData name="Takamichi Asai" userId="3b5f7fad-e636-4c8e-833d-1467cd4f12a3" providerId="ADAL" clId="{2A663872-BA5B-4A08-84BE-EED75D43575C}" dt="2026-06-04T02:29:37.739" v="10982" actId="478"/>
          <ac:picMkLst>
            <pc:docMk/>
            <pc:sldMk cId="1202616996" sldId="273"/>
            <ac:picMk id="8" creationId="{B11AD61E-A79B-C125-04A2-FE5B15C9727E}"/>
          </ac:picMkLst>
        </pc:picChg>
        <pc:picChg chg="add mod">
          <ac:chgData name="Takamichi Asai" userId="3b5f7fad-e636-4c8e-833d-1467cd4f12a3" providerId="ADAL" clId="{2A663872-BA5B-4A08-84BE-EED75D43575C}" dt="2026-06-04T03:40:53.715" v="11871" actId="1076"/>
          <ac:picMkLst>
            <pc:docMk/>
            <pc:sldMk cId="1202616996" sldId="273"/>
            <ac:picMk id="9" creationId="{5AF9A045-195B-A340-919A-DEE0F7C9024E}"/>
          </ac:picMkLst>
        </pc:picChg>
        <pc:picChg chg="add del mod">
          <ac:chgData name="Takamichi Asai" userId="3b5f7fad-e636-4c8e-833d-1467cd4f12a3" providerId="ADAL" clId="{2A663872-BA5B-4A08-84BE-EED75D43575C}" dt="2026-06-04T04:37:40.755" v="12139" actId="478"/>
          <ac:picMkLst>
            <pc:docMk/>
            <pc:sldMk cId="1202616996" sldId="273"/>
            <ac:picMk id="11" creationId="{1EB19AF6-EA89-6209-E1C3-4A59F4B4D612}"/>
          </ac:picMkLst>
        </pc:picChg>
        <pc:picChg chg="add del mod">
          <ac:chgData name="Takamichi Asai" userId="3b5f7fad-e636-4c8e-833d-1467cd4f12a3" providerId="ADAL" clId="{2A663872-BA5B-4A08-84BE-EED75D43575C}" dt="2026-06-04T03:39:30.112" v="11839" actId="478"/>
          <ac:picMkLst>
            <pc:docMk/>
            <pc:sldMk cId="1202616996" sldId="273"/>
            <ac:picMk id="17" creationId="{C056AD2B-47DE-02BC-3E8F-1E0B54904C51}"/>
          </ac:picMkLst>
        </pc:picChg>
      </pc:sldChg>
      <pc:sldChg chg="addSp delSp modSp new mod">
        <pc:chgData name="Takamichi Asai" userId="3b5f7fad-e636-4c8e-833d-1467cd4f12a3" providerId="ADAL" clId="{2A663872-BA5B-4A08-84BE-EED75D43575C}" dt="2026-06-04T05:00:59.767" v="12509" actId="1076"/>
        <pc:sldMkLst>
          <pc:docMk/>
          <pc:sldMk cId="3362710696" sldId="274"/>
        </pc:sldMkLst>
        <pc:spChg chg="add">
          <ac:chgData name="Takamichi Asai" userId="3b5f7fad-e636-4c8e-833d-1467cd4f12a3" providerId="ADAL" clId="{2A663872-BA5B-4A08-84BE-EED75D43575C}" dt="2026-06-04T04:10:15.096" v="11977"/>
          <ac:spMkLst>
            <pc:docMk/>
            <pc:sldMk cId="3362710696" sldId="274"/>
            <ac:spMk id="2" creationId="{93E15028-8994-B39B-4646-A7468FFF6D46}"/>
          </ac:spMkLst>
        </pc:spChg>
        <pc:spChg chg="add del mod">
          <ac:chgData name="Takamichi Asai" userId="3b5f7fad-e636-4c8e-833d-1467cd4f12a3" providerId="ADAL" clId="{2A663872-BA5B-4A08-84BE-EED75D43575C}" dt="2026-06-04T04:15:55.665" v="12023" actId="478"/>
          <ac:spMkLst>
            <pc:docMk/>
            <pc:sldMk cId="3362710696" sldId="274"/>
            <ac:spMk id="9" creationId="{C129D461-6A7A-96E1-2141-FE2B3C89A9EE}"/>
          </ac:spMkLst>
        </pc:spChg>
        <pc:spChg chg="add del mod">
          <ac:chgData name="Takamichi Asai" userId="3b5f7fad-e636-4c8e-833d-1467cd4f12a3" providerId="ADAL" clId="{2A663872-BA5B-4A08-84BE-EED75D43575C}" dt="2026-06-04T04:15:55.665" v="12023" actId="478"/>
          <ac:spMkLst>
            <pc:docMk/>
            <pc:sldMk cId="3362710696" sldId="274"/>
            <ac:spMk id="10" creationId="{F2EDE1DE-41E9-2178-2DDD-D50994DC527B}"/>
          </ac:spMkLst>
        </pc:spChg>
        <pc:spChg chg="add del mod ord topLvl">
          <ac:chgData name="Takamichi Asai" userId="3b5f7fad-e636-4c8e-833d-1467cd4f12a3" providerId="ADAL" clId="{2A663872-BA5B-4A08-84BE-EED75D43575C}" dt="2026-06-04T04:36:47.562" v="12133" actId="167"/>
          <ac:spMkLst>
            <pc:docMk/>
            <pc:sldMk cId="3362710696" sldId="274"/>
            <ac:spMk id="13" creationId="{8D0DBBD1-9B73-2EE3-6774-DC609A3BD4D6}"/>
          </ac:spMkLst>
        </pc:spChg>
        <pc:spChg chg="add mod ord">
          <ac:chgData name="Takamichi Asai" userId="3b5f7fad-e636-4c8e-833d-1467cd4f12a3" providerId="ADAL" clId="{2A663872-BA5B-4A08-84BE-EED75D43575C}" dt="2026-06-04T05:00:08.413" v="12507" actId="1035"/>
          <ac:spMkLst>
            <pc:docMk/>
            <pc:sldMk cId="3362710696" sldId="274"/>
            <ac:spMk id="21" creationId="{D6F60707-5C74-6624-DCBE-9C680BDFFA6E}"/>
          </ac:spMkLst>
        </pc:spChg>
        <pc:spChg chg="add del mod ord">
          <ac:chgData name="Takamichi Asai" userId="3b5f7fad-e636-4c8e-833d-1467cd4f12a3" providerId="ADAL" clId="{2A663872-BA5B-4A08-84BE-EED75D43575C}" dt="2026-06-04T04:56:09.099" v="12463" actId="478"/>
          <ac:spMkLst>
            <pc:docMk/>
            <pc:sldMk cId="3362710696" sldId="274"/>
            <ac:spMk id="22" creationId="{76C3C7D4-A8FF-AC3F-5EBA-C46241416E41}"/>
          </ac:spMkLst>
        </pc:spChg>
        <pc:spChg chg="add mod ord">
          <ac:chgData name="Takamichi Asai" userId="3b5f7fad-e636-4c8e-833d-1467cd4f12a3" providerId="ADAL" clId="{2A663872-BA5B-4A08-84BE-EED75D43575C}" dt="2026-06-04T05:00:59.767" v="12509" actId="1076"/>
          <ac:spMkLst>
            <pc:docMk/>
            <pc:sldMk cId="3362710696" sldId="274"/>
            <ac:spMk id="33" creationId="{84ECD810-C288-76B2-B5B1-FCC29AE1D238}"/>
          </ac:spMkLst>
        </pc:spChg>
        <pc:spChg chg="add del mod">
          <ac:chgData name="Takamichi Asai" userId="3b5f7fad-e636-4c8e-833d-1467cd4f12a3" providerId="ADAL" clId="{2A663872-BA5B-4A08-84BE-EED75D43575C}" dt="2026-06-04T04:47:32.712" v="12433" actId="21"/>
          <ac:spMkLst>
            <pc:docMk/>
            <pc:sldMk cId="3362710696" sldId="274"/>
            <ac:spMk id="34" creationId="{7C296E35-6E68-D4E4-24CF-7B0CC7BE092B}"/>
          </ac:spMkLst>
        </pc:spChg>
        <pc:spChg chg="add del mod">
          <ac:chgData name="Takamichi Asai" userId="3b5f7fad-e636-4c8e-833d-1467cd4f12a3" providerId="ADAL" clId="{2A663872-BA5B-4A08-84BE-EED75D43575C}" dt="2026-06-04T04:47:32.712" v="12433" actId="21"/>
          <ac:spMkLst>
            <pc:docMk/>
            <pc:sldMk cId="3362710696" sldId="274"/>
            <ac:spMk id="35" creationId="{F738E0DD-2374-8EE7-9403-360A4ADF9E0C}"/>
          </ac:spMkLst>
        </pc:spChg>
        <pc:spChg chg="add del mod">
          <ac:chgData name="Takamichi Asai" userId="3b5f7fad-e636-4c8e-833d-1467cd4f12a3" providerId="ADAL" clId="{2A663872-BA5B-4A08-84BE-EED75D43575C}" dt="2026-06-04T04:48:40.333" v="12445" actId="478"/>
          <ac:spMkLst>
            <pc:docMk/>
            <pc:sldMk cId="3362710696" sldId="274"/>
            <ac:spMk id="36" creationId="{28B9BB96-AB44-516D-E605-D28CC3D9FFA3}"/>
          </ac:spMkLst>
        </pc:spChg>
        <pc:spChg chg="add del mod">
          <ac:chgData name="Takamichi Asai" userId="3b5f7fad-e636-4c8e-833d-1467cd4f12a3" providerId="ADAL" clId="{2A663872-BA5B-4A08-84BE-EED75D43575C}" dt="2026-06-04T04:48:43.670" v="12446" actId="478"/>
          <ac:spMkLst>
            <pc:docMk/>
            <pc:sldMk cId="3362710696" sldId="274"/>
            <ac:spMk id="37" creationId="{40B9F22E-2EDF-DF92-2473-10B52A7BE972}"/>
          </ac:spMkLst>
        </pc:spChg>
        <pc:spChg chg="add mod">
          <ac:chgData name="Takamichi Asai" userId="3b5f7fad-e636-4c8e-833d-1467cd4f12a3" providerId="ADAL" clId="{2A663872-BA5B-4A08-84BE-EED75D43575C}" dt="2026-06-04T04:46:17.232" v="12366"/>
          <ac:spMkLst>
            <pc:docMk/>
            <pc:sldMk cId="3362710696" sldId="274"/>
            <ac:spMk id="38" creationId="{0636C05B-0DEE-CA3C-A58C-66D03AAD7AD9}"/>
          </ac:spMkLst>
        </pc:spChg>
        <pc:spChg chg="add mod">
          <ac:chgData name="Takamichi Asai" userId="3b5f7fad-e636-4c8e-833d-1467cd4f12a3" providerId="ADAL" clId="{2A663872-BA5B-4A08-84BE-EED75D43575C}" dt="2026-06-04T04:46:17.232" v="12366"/>
          <ac:spMkLst>
            <pc:docMk/>
            <pc:sldMk cId="3362710696" sldId="274"/>
            <ac:spMk id="39" creationId="{C0AAE734-3AFB-D063-2826-EFA6D290239F}"/>
          </ac:spMkLst>
        </pc:spChg>
        <pc:spChg chg="add mod ord">
          <ac:chgData name="Takamichi Asai" userId="3b5f7fad-e636-4c8e-833d-1467cd4f12a3" providerId="ADAL" clId="{2A663872-BA5B-4A08-84BE-EED75D43575C}" dt="2026-06-04T05:00:23.333" v="12508" actId="166"/>
          <ac:spMkLst>
            <pc:docMk/>
            <pc:sldMk cId="3362710696" sldId="274"/>
            <ac:spMk id="48" creationId="{E039A9B9-9F03-35B3-78AF-78A4FE13A949}"/>
          </ac:spMkLst>
        </pc:spChg>
        <pc:spChg chg="add mod">
          <ac:chgData name="Takamichi Asai" userId="3b5f7fad-e636-4c8e-833d-1467cd4f12a3" providerId="ADAL" clId="{2A663872-BA5B-4A08-84BE-EED75D43575C}" dt="2026-06-04T04:59:19.029" v="12497"/>
          <ac:spMkLst>
            <pc:docMk/>
            <pc:sldMk cId="3362710696" sldId="274"/>
            <ac:spMk id="50" creationId="{D0E6AE51-09FD-0664-6CFB-8DD91E0A80A1}"/>
          </ac:spMkLst>
        </pc:spChg>
        <pc:spChg chg="add mod">
          <ac:chgData name="Takamichi Asai" userId="3b5f7fad-e636-4c8e-833d-1467cd4f12a3" providerId="ADAL" clId="{2A663872-BA5B-4A08-84BE-EED75D43575C}" dt="2026-06-04T04:59:19.029" v="12497"/>
          <ac:spMkLst>
            <pc:docMk/>
            <pc:sldMk cId="3362710696" sldId="274"/>
            <ac:spMk id="51" creationId="{48FA337C-FA2F-6FFC-EBA3-6D959658460E}"/>
          </ac:spMkLst>
        </pc:spChg>
        <pc:spChg chg="add mod">
          <ac:chgData name="Takamichi Asai" userId="3b5f7fad-e636-4c8e-833d-1467cd4f12a3" providerId="ADAL" clId="{2A663872-BA5B-4A08-84BE-EED75D43575C}" dt="2026-06-04T04:59:19.029" v="12497"/>
          <ac:spMkLst>
            <pc:docMk/>
            <pc:sldMk cId="3362710696" sldId="274"/>
            <ac:spMk id="52" creationId="{7BA571D6-6110-3BAE-7F2B-3D59E3D52E10}"/>
          </ac:spMkLst>
        </pc:spChg>
        <pc:spChg chg="add mod">
          <ac:chgData name="Takamichi Asai" userId="3b5f7fad-e636-4c8e-833d-1467cd4f12a3" providerId="ADAL" clId="{2A663872-BA5B-4A08-84BE-EED75D43575C}" dt="2026-06-04T04:59:19.029" v="12497"/>
          <ac:spMkLst>
            <pc:docMk/>
            <pc:sldMk cId="3362710696" sldId="274"/>
            <ac:spMk id="53" creationId="{D58EF344-DBDC-0992-B19E-9D15CAAB254B}"/>
          </ac:spMkLst>
        </pc:spChg>
        <pc:spChg chg="add mod">
          <ac:chgData name="Takamichi Asai" userId="3b5f7fad-e636-4c8e-833d-1467cd4f12a3" providerId="ADAL" clId="{2A663872-BA5B-4A08-84BE-EED75D43575C}" dt="2026-06-04T04:59:19.029" v="12497"/>
          <ac:spMkLst>
            <pc:docMk/>
            <pc:sldMk cId="3362710696" sldId="274"/>
            <ac:spMk id="54" creationId="{55C4A71D-10DA-66C3-C293-DB191948B341}"/>
          </ac:spMkLst>
        </pc:spChg>
        <pc:grpChg chg="add del mod">
          <ac:chgData name="Takamichi Asai" userId="3b5f7fad-e636-4c8e-833d-1467cd4f12a3" providerId="ADAL" clId="{2A663872-BA5B-4A08-84BE-EED75D43575C}" dt="2026-06-04T04:31:48.604" v="12106" actId="21"/>
          <ac:grpSpMkLst>
            <pc:docMk/>
            <pc:sldMk cId="3362710696" sldId="274"/>
            <ac:grpSpMk id="14" creationId="{FA52F8F6-EB52-8E2C-2FBA-722CA6984644}"/>
          </ac:grpSpMkLst>
        </pc:grpChg>
        <pc:picChg chg="add del mod topLvl">
          <ac:chgData name="Takamichi Asai" userId="3b5f7fad-e636-4c8e-833d-1467cd4f12a3" providerId="ADAL" clId="{2A663872-BA5B-4A08-84BE-EED75D43575C}" dt="2026-06-04T04:31:47.349" v="12105" actId="21"/>
          <ac:picMkLst>
            <pc:docMk/>
            <pc:sldMk cId="3362710696" sldId="274"/>
            <ac:picMk id="4" creationId="{A819E6B1-4BE1-26CC-06FC-18FC07167D50}"/>
          </ac:picMkLst>
        </pc:picChg>
        <pc:picChg chg="add del mod">
          <ac:chgData name="Takamichi Asai" userId="3b5f7fad-e636-4c8e-833d-1467cd4f12a3" providerId="ADAL" clId="{2A663872-BA5B-4A08-84BE-EED75D43575C}" dt="2026-06-04T04:15:55.665" v="12023" actId="478"/>
          <ac:picMkLst>
            <pc:docMk/>
            <pc:sldMk cId="3362710696" sldId="274"/>
            <ac:picMk id="6" creationId="{8E1B9AA0-0418-26BD-97C8-2E47186F5EE9}"/>
          </ac:picMkLst>
        </pc:picChg>
        <pc:picChg chg="add mod">
          <ac:chgData name="Takamichi Asai" userId="3b5f7fad-e636-4c8e-833d-1467cd4f12a3" providerId="ADAL" clId="{2A663872-BA5B-4A08-84BE-EED75D43575C}" dt="2026-06-04T04:11:14.018" v="11985" actId="1076"/>
          <ac:picMkLst>
            <pc:docMk/>
            <pc:sldMk cId="3362710696" sldId="274"/>
            <ac:picMk id="7" creationId="{A688A577-4AF9-B1ED-3EBD-3A4FB80BD14E}"/>
          </ac:picMkLst>
        </pc:picChg>
        <pc:picChg chg="add del mod">
          <ac:chgData name="Takamichi Asai" userId="3b5f7fad-e636-4c8e-833d-1467cd4f12a3" providerId="ADAL" clId="{2A663872-BA5B-4A08-84BE-EED75D43575C}" dt="2026-06-04T04:15:55.665" v="12023" actId="478"/>
          <ac:picMkLst>
            <pc:docMk/>
            <pc:sldMk cId="3362710696" sldId="274"/>
            <ac:picMk id="8" creationId="{782DEF07-54B2-EB16-31C7-936AA416E14A}"/>
          </ac:picMkLst>
        </pc:picChg>
        <pc:picChg chg="add del mod">
          <ac:chgData name="Takamichi Asai" userId="3b5f7fad-e636-4c8e-833d-1467cd4f12a3" providerId="ADAL" clId="{2A663872-BA5B-4A08-84BE-EED75D43575C}" dt="2026-06-04T04:15:50.718" v="12022" actId="21"/>
          <ac:picMkLst>
            <pc:docMk/>
            <pc:sldMk cId="3362710696" sldId="274"/>
            <ac:picMk id="12" creationId="{3758C88D-FA53-B9F8-DA8F-C03B556E39A0}"/>
          </ac:picMkLst>
        </pc:picChg>
        <pc:picChg chg="add del mod modCrop">
          <ac:chgData name="Takamichi Asai" userId="3b5f7fad-e636-4c8e-833d-1467cd4f12a3" providerId="ADAL" clId="{2A663872-BA5B-4A08-84BE-EED75D43575C}" dt="2026-06-04T04:26:01.453" v="12076" actId="478"/>
          <ac:picMkLst>
            <pc:docMk/>
            <pc:sldMk cId="3362710696" sldId="274"/>
            <ac:picMk id="15" creationId="{3758C88D-FA53-B9F8-DA8F-C03B556E39A0}"/>
          </ac:picMkLst>
        </pc:picChg>
        <pc:picChg chg="add del mod modCrop">
          <ac:chgData name="Takamichi Asai" userId="3b5f7fad-e636-4c8e-833d-1467cd4f12a3" providerId="ADAL" clId="{2A663872-BA5B-4A08-84BE-EED75D43575C}" dt="2026-06-04T04:18:46.015" v="12045" actId="478"/>
          <ac:picMkLst>
            <pc:docMk/>
            <pc:sldMk cId="3362710696" sldId="274"/>
            <ac:picMk id="17" creationId="{BFCDD257-B3B8-A2EE-26C4-2D4E94FBD3E7}"/>
          </ac:picMkLst>
        </pc:picChg>
        <pc:picChg chg="add mod ord">
          <ac:chgData name="Takamichi Asai" userId="3b5f7fad-e636-4c8e-833d-1467cd4f12a3" providerId="ADAL" clId="{2A663872-BA5B-4A08-84BE-EED75D43575C}" dt="2026-06-04T05:00:23.333" v="12508" actId="166"/>
          <ac:picMkLst>
            <pc:docMk/>
            <pc:sldMk cId="3362710696" sldId="274"/>
            <ac:picMk id="18" creationId="{44ADC162-AAE3-1EBE-6A85-A90F8EEBC27D}"/>
          </ac:picMkLst>
        </pc:picChg>
        <pc:picChg chg="add del mod">
          <ac:chgData name="Takamichi Asai" userId="3b5f7fad-e636-4c8e-833d-1467cd4f12a3" providerId="ADAL" clId="{2A663872-BA5B-4A08-84BE-EED75D43575C}" dt="2026-06-04T04:31:35.119" v="12101" actId="478"/>
          <ac:picMkLst>
            <pc:docMk/>
            <pc:sldMk cId="3362710696" sldId="274"/>
            <ac:picMk id="20" creationId="{8BE91AB3-A3D1-D587-CCF6-059A75F6A1D9}"/>
          </ac:picMkLst>
        </pc:picChg>
        <pc:picChg chg="add mod">
          <ac:chgData name="Takamichi Asai" userId="3b5f7fad-e636-4c8e-833d-1467cd4f12a3" providerId="ADAL" clId="{2A663872-BA5B-4A08-84BE-EED75D43575C}" dt="2026-06-04T04:21:05.955" v="12073" actId="14861"/>
          <ac:picMkLst>
            <pc:docMk/>
            <pc:sldMk cId="3362710696" sldId="274"/>
            <ac:picMk id="23" creationId="{22DC0AA4-AAC7-4E51-6169-4E004B22E0BA}"/>
          </ac:picMkLst>
        </pc:picChg>
        <pc:picChg chg="add del mod">
          <ac:chgData name="Takamichi Asai" userId="3b5f7fad-e636-4c8e-833d-1467cd4f12a3" providerId="ADAL" clId="{2A663872-BA5B-4A08-84BE-EED75D43575C}" dt="2026-06-04T04:28:51.179" v="12081" actId="478"/>
          <ac:picMkLst>
            <pc:docMk/>
            <pc:sldMk cId="3362710696" sldId="274"/>
            <ac:picMk id="25" creationId="{5E6095D6-FE11-5052-F247-D88FFBE242E0}"/>
          </ac:picMkLst>
        </pc:picChg>
        <pc:picChg chg="add del mod">
          <ac:chgData name="Takamichi Asai" userId="3b5f7fad-e636-4c8e-833d-1467cd4f12a3" providerId="ADAL" clId="{2A663872-BA5B-4A08-84BE-EED75D43575C}" dt="2026-06-04T04:36:35.994" v="12129" actId="478"/>
          <ac:picMkLst>
            <pc:docMk/>
            <pc:sldMk cId="3362710696" sldId="274"/>
            <ac:picMk id="27" creationId="{F36A0092-4938-A900-FC46-23A7729BF59B}"/>
          </ac:picMkLst>
        </pc:picChg>
        <pc:picChg chg="add del mod ord">
          <ac:chgData name="Takamichi Asai" userId="3b5f7fad-e636-4c8e-833d-1467cd4f12a3" providerId="ADAL" clId="{2A663872-BA5B-4A08-84BE-EED75D43575C}" dt="2026-06-04T04:59:18.222" v="12496" actId="478"/>
          <ac:picMkLst>
            <pc:docMk/>
            <pc:sldMk cId="3362710696" sldId="274"/>
            <ac:picMk id="29" creationId="{D3FAB413-C7AA-744A-0D9F-B6402B851929}"/>
          </ac:picMkLst>
        </pc:picChg>
        <pc:picChg chg="add del mod">
          <ac:chgData name="Takamichi Asai" userId="3b5f7fad-e636-4c8e-833d-1467cd4f12a3" providerId="ADAL" clId="{2A663872-BA5B-4A08-84BE-EED75D43575C}" dt="2026-06-04T04:36:34.694" v="12128" actId="21"/>
          <ac:picMkLst>
            <pc:docMk/>
            <pc:sldMk cId="3362710696" sldId="274"/>
            <ac:picMk id="31" creationId="{CF60CE18-7F12-4421-B96B-CA188C9F1A10}"/>
          </ac:picMkLst>
        </pc:picChg>
        <pc:picChg chg="add mod ord">
          <ac:chgData name="Takamichi Asai" userId="3b5f7fad-e636-4c8e-833d-1467cd4f12a3" providerId="ADAL" clId="{2A663872-BA5B-4A08-84BE-EED75D43575C}" dt="2026-06-04T04:37:12.206" v="12136" actId="1076"/>
          <ac:picMkLst>
            <pc:docMk/>
            <pc:sldMk cId="3362710696" sldId="274"/>
            <ac:picMk id="32" creationId="{CF60CE18-7F12-4421-B96B-CA188C9F1A10}"/>
          </ac:picMkLst>
        </pc:picChg>
        <pc:picChg chg="add del mod">
          <ac:chgData name="Takamichi Asai" userId="3b5f7fad-e636-4c8e-833d-1467cd4f12a3" providerId="ADAL" clId="{2A663872-BA5B-4A08-84BE-EED75D43575C}" dt="2026-06-04T04:47:32.712" v="12433" actId="21"/>
          <ac:picMkLst>
            <pc:docMk/>
            <pc:sldMk cId="3362710696" sldId="274"/>
            <ac:picMk id="41" creationId="{E87E0DA9-8F7A-F8FD-30B6-C0FD46C734F1}"/>
          </ac:picMkLst>
        </pc:picChg>
        <pc:picChg chg="add del mod">
          <ac:chgData name="Takamichi Asai" userId="3b5f7fad-e636-4c8e-833d-1467cd4f12a3" providerId="ADAL" clId="{2A663872-BA5B-4A08-84BE-EED75D43575C}" dt="2026-06-04T04:47:49.977" v="12438" actId="478"/>
          <ac:picMkLst>
            <pc:docMk/>
            <pc:sldMk cId="3362710696" sldId="274"/>
            <ac:picMk id="43" creationId="{D468708D-5B60-7A0F-A4B3-91A027523A40}"/>
          </ac:picMkLst>
        </pc:picChg>
        <pc:picChg chg="add del">
          <ac:chgData name="Takamichi Asai" userId="3b5f7fad-e636-4c8e-833d-1467cd4f12a3" providerId="ADAL" clId="{2A663872-BA5B-4A08-84BE-EED75D43575C}" dt="2026-06-04T04:48:05.643" v="12441" actId="22"/>
          <ac:picMkLst>
            <pc:docMk/>
            <pc:sldMk cId="3362710696" sldId="274"/>
            <ac:picMk id="45" creationId="{B7664D4A-318B-9314-F58C-CE5E9E18D860}"/>
          </ac:picMkLst>
        </pc:picChg>
        <pc:picChg chg="add mod">
          <ac:chgData name="Takamichi Asai" userId="3b5f7fad-e636-4c8e-833d-1467cd4f12a3" providerId="ADAL" clId="{2A663872-BA5B-4A08-84BE-EED75D43575C}" dt="2026-06-04T04:48:29.499" v="12444" actId="1076"/>
          <ac:picMkLst>
            <pc:docMk/>
            <pc:sldMk cId="3362710696" sldId="274"/>
            <ac:picMk id="47" creationId="{6A34154F-6612-41EA-C36D-0A6B8E3B0BF0}"/>
          </ac:picMkLst>
        </pc:picChg>
        <pc:picChg chg="add mod">
          <ac:chgData name="Takamichi Asai" userId="3b5f7fad-e636-4c8e-833d-1467cd4f12a3" providerId="ADAL" clId="{2A663872-BA5B-4A08-84BE-EED75D43575C}" dt="2026-06-04T04:59:19.029" v="12497"/>
          <ac:picMkLst>
            <pc:docMk/>
            <pc:sldMk cId="3362710696" sldId="274"/>
            <ac:picMk id="49" creationId="{2DDDDF22-0B6B-193A-2FE2-FE150D7362C3}"/>
          </ac:picMkLst>
        </pc:picChg>
        <pc:picChg chg="add mod">
          <ac:chgData name="Takamichi Asai" userId="3b5f7fad-e636-4c8e-833d-1467cd4f12a3" providerId="ADAL" clId="{2A663872-BA5B-4A08-84BE-EED75D43575C}" dt="2026-06-04T04:59:48.061" v="12502" actId="14100"/>
          <ac:picMkLst>
            <pc:docMk/>
            <pc:sldMk cId="3362710696" sldId="274"/>
            <ac:picMk id="56" creationId="{4A41588D-8233-ECEF-102D-E41FD70200A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2026/6/4</a:t>
            </a:fld>
            <a:endParaRPr kumimoji="1" lang="ja-JP"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4455D-BDC5-67ED-F82A-463E4F02FBA3}"/>
              </a:ext>
            </a:extLst>
          </p:cNvPr>
          <p:cNvSpPr>
            <a:spLocks noGrp="1"/>
          </p:cNvSpPr>
          <p:nvPr>
            <p:ph type="ctrTitle"/>
          </p:nvPr>
        </p:nvSpPr>
        <p:spPr>
          <a:xfrm>
            <a:off x="1524000" y="1122363"/>
            <a:ext cx="9144000" cy="2387600"/>
          </a:xfrm>
        </p:spPr>
        <p:txBody>
          <a:bodyPr anchor="b"/>
          <a:lstStyle>
            <a:lvl1pPr algn="ctr">
              <a:defRPr sz="6000"/>
            </a:lvl1pPr>
          </a:lstStyle>
          <a:p>
            <a:r>
              <a:rPr kumimoji="1" lang="en-US" altLang="ja-JP"/>
              <a:t>Click to edit Master title style</a:t>
            </a:r>
            <a:endParaRPr kumimoji="1" lang="ja-JP" altLang="en-US"/>
          </a:p>
        </p:txBody>
      </p:sp>
      <p:sp>
        <p:nvSpPr>
          <p:cNvPr id="3" name="Subtitle 2">
            <a:extLst>
              <a:ext uri="{FF2B5EF4-FFF2-40B4-BE49-F238E27FC236}">
                <a16:creationId xmlns:a16="http://schemas.microsoft.com/office/drawing/2014/main" id="{87C4006C-16DA-913D-BF38-80F99A627A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en-US" altLang="ja-JP"/>
              <a:t>Click to edit Master subtitle style</a:t>
            </a:r>
            <a:endParaRPr kumimoji="1" lang="ja-JP" altLang="en-US"/>
          </a:p>
        </p:txBody>
      </p:sp>
      <p:sp>
        <p:nvSpPr>
          <p:cNvPr id="4" name="Date Placeholder 3">
            <a:extLst>
              <a:ext uri="{FF2B5EF4-FFF2-40B4-BE49-F238E27FC236}">
                <a16:creationId xmlns:a16="http://schemas.microsoft.com/office/drawing/2014/main" id="{305A404D-72FB-9A05-F327-432885B133D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E481C852-7027-FF48-3202-C24F01B47410}"/>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3F68EC8-9A67-E29F-A859-E61F2AC6CCF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061846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3157B-FAA5-B0A1-90D7-5D50ACA112B5}"/>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A452086D-E41B-D3AD-F226-1D4F6C680F52}"/>
              </a:ext>
            </a:extLst>
          </p:cNvPr>
          <p:cNvSpPr>
            <a:spLocks noGrp="1"/>
          </p:cNvSpPr>
          <p:nvPr>
            <p:ph idx="1"/>
          </p:nvPr>
        </p:nvSpPr>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E941D263-AD34-07E9-849F-E48950082F1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8C23B743-5D65-B7BC-405C-A8C0F71CCF42}"/>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CBC39E60-8C7E-5215-033A-57BFB236A77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195982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4B170-4469-E74E-681E-E6CFAE545637}"/>
              </a:ext>
            </a:extLst>
          </p:cNvPr>
          <p:cNvSpPr>
            <a:spLocks noGrp="1"/>
          </p:cNvSpPr>
          <p:nvPr>
            <p:ph type="title"/>
          </p:nvPr>
        </p:nvSpPr>
        <p:spPr>
          <a:xfrm>
            <a:off x="831850" y="1709738"/>
            <a:ext cx="10515600" cy="2852737"/>
          </a:xfrm>
        </p:spPr>
        <p:txBody>
          <a:bodyPr anchor="b"/>
          <a:lstStyle>
            <a:lvl1pPr>
              <a:defRPr sz="6000"/>
            </a:lvl1p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8D8D6B2A-2FC7-112E-ECD7-2A643FB98B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en-US" altLang="ja-JP"/>
              <a:t>Click to edit Master text styles</a:t>
            </a:r>
          </a:p>
        </p:txBody>
      </p:sp>
      <p:sp>
        <p:nvSpPr>
          <p:cNvPr id="4" name="Date Placeholder 3">
            <a:extLst>
              <a:ext uri="{FF2B5EF4-FFF2-40B4-BE49-F238E27FC236}">
                <a16:creationId xmlns:a16="http://schemas.microsoft.com/office/drawing/2014/main" id="{D7AAB06D-DED3-1EFE-23E5-D4B73B9A1963}"/>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6EE318DE-C424-BAC3-68CE-18FFCD9432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1B7F7F31-AF06-E8A6-6249-0A1D3BDD62C8}"/>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314905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9D7C7-758C-0C45-3F46-AA30E2F808C4}"/>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5D51C5A1-1851-BB9C-9A0B-F381A21518B9}"/>
              </a:ext>
            </a:extLst>
          </p:cNvPr>
          <p:cNvSpPr>
            <a:spLocks noGrp="1"/>
          </p:cNvSpPr>
          <p:nvPr>
            <p:ph sz="half" idx="1"/>
          </p:nvPr>
        </p:nvSpPr>
        <p:spPr>
          <a:xfrm>
            <a:off x="838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Content Placeholder 3">
            <a:extLst>
              <a:ext uri="{FF2B5EF4-FFF2-40B4-BE49-F238E27FC236}">
                <a16:creationId xmlns:a16="http://schemas.microsoft.com/office/drawing/2014/main" id="{6D9E3885-CB6C-D805-B981-1EC2E9E52848}"/>
              </a:ext>
            </a:extLst>
          </p:cNvPr>
          <p:cNvSpPr>
            <a:spLocks noGrp="1"/>
          </p:cNvSpPr>
          <p:nvPr>
            <p:ph sz="half" idx="2"/>
          </p:nvPr>
        </p:nvSpPr>
        <p:spPr>
          <a:xfrm>
            <a:off x="6172200" y="1825625"/>
            <a:ext cx="5181600" cy="435133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Date Placeholder 4">
            <a:extLst>
              <a:ext uri="{FF2B5EF4-FFF2-40B4-BE49-F238E27FC236}">
                <a16:creationId xmlns:a16="http://schemas.microsoft.com/office/drawing/2014/main" id="{9356DE1C-42D1-A8DA-5FB5-048D8A83C62F}"/>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ABD2E4B2-573E-EC82-451D-235D759E6451}"/>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B42DF2E1-1B14-FB05-CC3B-E98A62B1B3D3}"/>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654521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03270-EAB0-6DEE-A4FF-7C8A15AB3ADC}"/>
              </a:ext>
            </a:extLst>
          </p:cNvPr>
          <p:cNvSpPr>
            <a:spLocks noGrp="1"/>
          </p:cNvSpPr>
          <p:nvPr>
            <p:ph type="title"/>
          </p:nvPr>
        </p:nvSpPr>
        <p:spPr>
          <a:xfrm>
            <a:off x="839788" y="365125"/>
            <a:ext cx="10515600" cy="1325563"/>
          </a:xfrm>
        </p:spPr>
        <p:txBody>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72D0614-C4EC-A353-628D-4451FED1359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4" name="Content Placeholder 3">
            <a:extLst>
              <a:ext uri="{FF2B5EF4-FFF2-40B4-BE49-F238E27FC236}">
                <a16:creationId xmlns:a16="http://schemas.microsoft.com/office/drawing/2014/main" id="{3ADB5898-9802-1E7B-58B2-75BF1301FD43}"/>
              </a:ext>
            </a:extLst>
          </p:cNvPr>
          <p:cNvSpPr>
            <a:spLocks noGrp="1"/>
          </p:cNvSpPr>
          <p:nvPr>
            <p:ph sz="half" idx="2"/>
          </p:nvPr>
        </p:nvSpPr>
        <p:spPr>
          <a:xfrm>
            <a:off x="839788" y="2505075"/>
            <a:ext cx="5157787"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5" name="Text Placeholder 4">
            <a:extLst>
              <a:ext uri="{FF2B5EF4-FFF2-40B4-BE49-F238E27FC236}">
                <a16:creationId xmlns:a16="http://schemas.microsoft.com/office/drawing/2014/main" id="{A35279F8-34E4-847C-1A0F-7DFDAC7F843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en-US" altLang="ja-JP"/>
              <a:t>Click to edit Master text styles</a:t>
            </a:r>
          </a:p>
        </p:txBody>
      </p:sp>
      <p:sp>
        <p:nvSpPr>
          <p:cNvPr id="6" name="Content Placeholder 5">
            <a:extLst>
              <a:ext uri="{FF2B5EF4-FFF2-40B4-BE49-F238E27FC236}">
                <a16:creationId xmlns:a16="http://schemas.microsoft.com/office/drawing/2014/main" id="{01C1045D-8DE3-2DF2-0156-34CD8675DAB2}"/>
              </a:ext>
            </a:extLst>
          </p:cNvPr>
          <p:cNvSpPr>
            <a:spLocks noGrp="1"/>
          </p:cNvSpPr>
          <p:nvPr>
            <p:ph sz="quarter" idx="4"/>
          </p:nvPr>
        </p:nvSpPr>
        <p:spPr>
          <a:xfrm>
            <a:off x="6172200" y="2505075"/>
            <a:ext cx="5183188" cy="3684588"/>
          </a:xfrm>
        </p:spPr>
        <p:txBody>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7" name="Date Placeholder 6">
            <a:extLst>
              <a:ext uri="{FF2B5EF4-FFF2-40B4-BE49-F238E27FC236}">
                <a16:creationId xmlns:a16="http://schemas.microsoft.com/office/drawing/2014/main" id="{93A511A3-D947-F6F3-CD1B-9614F10C2679}"/>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8" name="Footer Placeholder 7">
            <a:extLst>
              <a:ext uri="{FF2B5EF4-FFF2-40B4-BE49-F238E27FC236}">
                <a16:creationId xmlns:a16="http://schemas.microsoft.com/office/drawing/2014/main" id="{2206219D-ECEF-37CD-DAA2-91EB55858014}"/>
              </a:ext>
            </a:extLst>
          </p:cNvPr>
          <p:cNvSpPr>
            <a:spLocks noGrp="1"/>
          </p:cNvSpPr>
          <p:nvPr>
            <p:ph type="ftr" sz="quarter" idx="11"/>
          </p:nvPr>
        </p:nvSpPr>
        <p:spPr/>
        <p:txBody>
          <a:bodyPr/>
          <a:lstStyle/>
          <a:p>
            <a:endParaRPr kumimoji="1" lang="ja-JP" altLang="en-US"/>
          </a:p>
        </p:txBody>
      </p:sp>
      <p:sp>
        <p:nvSpPr>
          <p:cNvPr id="9" name="Slide Number Placeholder 8">
            <a:extLst>
              <a:ext uri="{FF2B5EF4-FFF2-40B4-BE49-F238E27FC236}">
                <a16:creationId xmlns:a16="http://schemas.microsoft.com/office/drawing/2014/main" id="{D77EEBCA-CA23-A7AB-9DB2-FE670E21D5AD}"/>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37157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B16C2-BB7B-E472-F768-53E1755A07E6}"/>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Date Placeholder 2">
            <a:extLst>
              <a:ext uri="{FF2B5EF4-FFF2-40B4-BE49-F238E27FC236}">
                <a16:creationId xmlns:a16="http://schemas.microsoft.com/office/drawing/2014/main" id="{7E3F356F-0E9B-B40C-EA03-FA8F6AA4AF17}"/>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4" name="Footer Placeholder 3">
            <a:extLst>
              <a:ext uri="{FF2B5EF4-FFF2-40B4-BE49-F238E27FC236}">
                <a16:creationId xmlns:a16="http://schemas.microsoft.com/office/drawing/2014/main" id="{2071ED53-DCD6-9A08-DE30-E8859979A398}"/>
              </a:ext>
            </a:extLst>
          </p:cNvPr>
          <p:cNvSpPr>
            <a:spLocks noGrp="1"/>
          </p:cNvSpPr>
          <p:nvPr>
            <p:ph type="ftr" sz="quarter" idx="11"/>
          </p:nvPr>
        </p:nvSpPr>
        <p:spPr/>
        <p:txBody>
          <a:bodyPr/>
          <a:lstStyle/>
          <a:p>
            <a:endParaRPr kumimoji="1" lang="ja-JP" altLang="en-US"/>
          </a:p>
        </p:txBody>
      </p:sp>
      <p:sp>
        <p:nvSpPr>
          <p:cNvPr id="5" name="Slide Number Placeholder 4">
            <a:extLst>
              <a:ext uri="{FF2B5EF4-FFF2-40B4-BE49-F238E27FC236}">
                <a16:creationId xmlns:a16="http://schemas.microsoft.com/office/drawing/2014/main" id="{66BD5E12-1CCD-20C4-23D9-49F935A481AF}"/>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2751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6427F5-C726-CCAC-6912-A177DD936304}"/>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3" name="Footer Placeholder 2">
            <a:extLst>
              <a:ext uri="{FF2B5EF4-FFF2-40B4-BE49-F238E27FC236}">
                <a16:creationId xmlns:a16="http://schemas.microsoft.com/office/drawing/2014/main" id="{2E46F90B-11D5-C703-2BC6-DE9CD7731160}"/>
              </a:ext>
            </a:extLst>
          </p:cNvPr>
          <p:cNvSpPr>
            <a:spLocks noGrp="1"/>
          </p:cNvSpPr>
          <p:nvPr>
            <p:ph type="ftr" sz="quarter" idx="1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A53786FF-25BE-74EA-A52A-11A71EBA0ACA}"/>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043492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E732-F6C6-BB8F-22B2-091D97C60776}"/>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Content Placeholder 2">
            <a:extLst>
              <a:ext uri="{FF2B5EF4-FFF2-40B4-BE49-F238E27FC236}">
                <a16:creationId xmlns:a16="http://schemas.microsoft.com/office/drawing/2014/main" id="{457C56E6-B61E-5FA6-2623-DE2024239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Text Placeholder 3">
            <a:extLst>
              <a:ext uri="{FF2B5EF4-FFF2-40B4-BE49-F238E27FC236}">
                <a16:creationId xmlns:a16="http://schemas.microsoft.com/office/drawing/2014/main" id="{DBBE465A-3FFC-E3F5-68EA-6A500896A7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14D807B2-F5C1-5A48-CA9F-5103CD0D90A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956E14D4-B616-4869-DCA9-4A9705A8467F}"/>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A4166B42-0C39-AB6C-A642-F3AB5CE294E7}"/>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4060877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DD640-2C8E-DBFC-A80A-65E03E9A93C2}"/>
              </a:ext>
            </a:extLst>
          </p:cNvPr>
          <p:cNvSpPr>
            <a:spLocks noGrp="1"/>
          </p:cNvSpPr>
          <p:nvPr>
            <p:ph type="title"/>
          </p:nvPr>
        </p:nvSpPr>
        <p:spPr>
          <a:xfrm>
            <a:off x="839788" y="457200"/>
            <a:ext cx="3932237" cy="1600200"/>
          </a:xfrm>
        </p:spPr>
        <p:txBody>
          <a:bodyPr anchor="b"/>
          <a:lstStyle>
            <a:lvl1pPr>
              <a:defRPr sz="3200"/>
            </a:lvl1pPr>
          </a:lstStyle>
          <a:p>
            <a:r>
              <a:rPr kumimoji="1" lang="en-US" altLang="ja-JP"/>
              <a:t>Click to edit Master title style</a:t>
            </a:r>
            <a:endParaRPr kumimoji="1" lang="ja-JP" altLang="en-US"/>
          </a:p>
        </p:txBody>
      </p:sp>
      <p:sp>
        <p:nvSpPr>
          <p:cNvPr id="3" name="Picture Placeholder 2">
            <a:extLst>
              <a:ext uri="{FF2B5EF4-FFF2-40B4-BE49-F238E27FC236}">
                <a16:creationId xmlns:a16="http://schemas.microsoft.com/office/drawing/2014/main" id="{91D0B822-23DC-1701-B9F0-62652A4759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Text Placeholder 3">
            <a:extLst>
              <a:ext uri="{FF2B5EF4-FFF2-40B4-BE49-F238E27FC236}">
                <a16:creationId xmlns:a16="http://schemas.microsoft.com/office/drawing/2014/main" id="{64093FED-B089-DA7C-B977-6F46A577B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en-US" altLang="ja-JP"/>
              <a:t>Click to edit Master text styles</a:t>
            </a:r>
          </a:p>
        </p:txBody>
      </p:sp>
      <p:sp>
        <p:nvSpPr>
          <p:cNvPr id="5" name="Date Placeholder 4">
            <a:extLst>
              <a:ext uri="{FF2B5EF4-FFF2-40B4-BE49-F238E27FC236}">
                <a16:creationId xmlns:a16="http://schemas.microsoft.com/office/drawing/2014/main" id="{BEFFFDF7-63E8-A891-71B6-3484A32ACD3D}"/>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6" name="Footer Placeholder 5">
            <a:extLst>
              <a:ext uri="{FF2B5EF4-FFF2-40B4-BE49-F238E27FC236}">
                <a16:creationId xmlns:a16="http://schemas.microsoft.com/office/drawing/2014/main" id="{01061D88-1573-3604-4B2C-932C0FB3A8E4}"/>
              </a:ext>
            </a:extLst>
          </p:cNvPr>
          <p:cNvSpPr>
            <a:spLocks noGrp="1"/>
          </p:cNvSpPr>
          <p:nvPr>
            <p:ph type="ftr" sz="quarter" idx="11"/>
          </p:nvPr>
        </p:nvSpPr>
        <p:spPr/>
        <p:txBody>
          <a:bodyPr/>
          <a:lstStyle/>
          <a:p>
            <a:endParaRPr kumimoji="1" lang="ja-JP" altLang="en-US"/>
          </a:p>
        </p:txBody>
      </p:sp>
      <p:sp>
        <p:nvSpPr>
          <p:cNvPr id="7" name="Slide Number Placeholder 6">
            <a:extLst>
              <a:ext uri="{FF2B5EF4-FFF2-40B4-BE49-F238E27FC236}">
                <a16:creationId xmlns:a16="http://schemas.microsoft.com/office/drawing/2014/main" id="{F51E88E0-2BE3-24DB-EDDF-4C48396E9352}"/>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076307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936E-2052-2136-D338-C27D0F9690B9}"/>
              </a:ext>
            </a:extLst>
          </p:cNvPr>
          <p:cNvSpPr>
            <a:spLocks noGrp="1"/>
          </p:cNvSpPr>
          <p:nvPr>
            <p:ph type="title"/>
          </p:nvPr>
        </p:nvSpPr>
        <p:spPr/>
        <p:txBody>
          <a:bodyPr/>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E2A41418-360C-08D9-CB33-CC2B13F618EA}"/>
              </a:ext>
            </a:extLst>
          </p:cNvPr>
          <p:cNvSpPr>
            <a:spLocks noGrp="1"/>
          </p:cNvSpPr>
          <p:nvPr>
            <p:ph type="body" orient="vert" idx="1"/>
          </p:nvPr>
        </p:nvSpPr>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A4C02F3C-ED0B-41A6-600B-60AD602CF011}"/>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35066DC-4316-1202-5FCA-A896495C1321}"/>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00AAE3B0-93F9-7EC7-65AD-5F5A25319A01}"/>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409061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DBA4C-0BD9-5498-56E5-44CA209AC5AE}"/>
              </a:ext>
            </a:extLst>
          </p:cNvPr>
          <p:cNvSpPr>
            <a:spLocks noGrp="1"/>
          </p:cNvSpPr>
          <p:nvPr>
            <p:ph type="title" orient="vert"/>
          </p:nvPr>
        </p:nvSpPr>
        <p:spPr>
          <a:xfrm>
            <a:off x="8724900" y="365125"/>
            <a:ext cx="2628900" cy="5811838"/>
          </a:xfrm>
        </p:spPr>
        <p:txBody>
          <a:bodyPr vert="eaVert"/>
          <a:lstStyle/>
          <a:p>
            <a:r>
              <a:rPr kumimoji="1" lang="en-US" altLang="ja-JP"/>
              <a:t>Click to edit Master title style</a:t>
            </a:r>
            <a:endParaRPr kumimoji="1" lang="ja-JP" altLang="en-US"/>
          </a:p>
        </p:txBody>
      </p:sp>
      <p:sp>
        <p:nvSpPr>
          <p:cNvPr id="3" name="Vertical Text Placeholder 2">
            <a:extLst>
              <a:ext uri="{FF2B5EF4-FFF2-40B4-BE49-F238E27FC236}">
                <a16:creationId xmlns:a16="http://schemas.microsoft.com/office/drawing/2014/main" id="{FD32B74D-4F1E-B9E7-D480-7D64FF8B5E4F}"/>
              </a:ext>
            </a:extLst>
          </p:cNvPr>
          <p:cNvSpPr>
            <a:spLocks noGrp="1"/>
          </p:cNvSpPr>
          <p:nvPr>
            <p:ph type="body" orient="vert" idx="1"/>
          </p:nvPr>
        </p:nvSpPr>
        <p:spPr>
          <a:xfrm>
            <a:off x="838200" y="365125"/>
            <a:ext cx="7734300" cy="5811838"/>
          </a:xfrm>
        </p:spPr>
        <p:txBody>
          <a:bodyPr vert="eaVert"/>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93395AD5-9C21-91B5-A768-AFF3DFACEA36}"/>
              </a:ext>
            </a:extLst>
          </p:cNvPr>
          <p:cNvSpPr>
            <a:spLocks noGrp="1"/>
          </p:cNvSpPr>
          <p:nvPr>
            <p:ph type="dt" sz="half" idx="10"/>
          </p:nvPr>
        </p:nvSpPr>
        <p:spPr/>
        <p:txBody>
          <a:body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1692B3AA-CBA0-6381-89AF-376C95B4A8A8}"/>
              </a:ext>
            </a:extLst>
          </p:cNvPr>
          <p:cNvSpPr>
            <a:spLocks noGrp="1"/>
          </p:cNvSpPr>
          <p:nvPr>
            <p:ph type="ftr" sz="quarter" idx="11"/>
          </p:nvPr>
        </p:nvSpPr>
        <p:spPr/>
        <p:txBody>
          <a:bodyPr/>
          <a:lstStyle/>
          <a:p>
            <a:endParaRPr kumimoji="1" lang="ja-JP" altLang="en-US"/>
          </a:p>
        </p:txBody>
      </p:sp>
      <p:sp>
        <p:nvSpPr>
          <p:cNvPr id="6" name="Slide Number Placeholder 5">
            <a:extLst>
              <a:ext uri="{FF2B5EF4-FFF2-40B4-BE49-F238E27FC236}">
                <a16:creationId xmlns:a16="http://schemas.microsoft.com/office/drawing/2014/main" id="{7CE32E04-42B1-BA36-441D-387AA6CC7C09}"/>
              </a:ext>
            </a:extLst>
          </p:cNvPr>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087419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AE7D3CB-FCB1-00F3-C01A-E852F90CFD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en-US" altLang="ja-JP"/>
              <a:t>Click to edit Master title style</a:t>
            </a:r>
            <a:endParaRPr kumimoji="1" lang="ja-JP" altLang="en-US"/>
          </a:p>
        </p:txBody>
      </p:sp>
      <p:sp>
        <p:nvSpPr>
          <p:cNvPr id="3" name="Text Placeholder 2">
            <a:extLst>
              <a:ext uri="{FF2B5EF4-FFF2-40B4-BE49-F238E27FC236}">
                <a16:creationId xmlns:a16="http://schemas.microsoft.com/office/drawing/2014/main" id="{480FB55E-D393-B455-205F-076CE17AA3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4" name="Date Placeholder 3">
            <a:extLst>
              <a:ext uri="{FF2B5EF4-FFF2-40B4-BE49-F238E27FC236}">
                <a16:creationId xmlns:a16="http://schemas.microsoft.com/office/drawing/2014/main" id="{0EFD5A3C-D5FE-2994-EE8C-46EDCBA9B0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E79B65-5D6B-4729-97EE-BDFF2B52EAE5}" type="datetimeFigureOut">
              <a:rPr kumimoji="1" lang="ja-JP" altLang="en-US" smtClean="0"/>
              <a:t>2026/6/4</a:t>
            </a:fld>
            <a:endParaRPr kumimoji="1" lang="ja-JP" altLang="en-US"/>
          </a:p>
        </p:txBody>
      </p:sp>
      <p:sp>
        <p:nvSpPr>
          <p:cNvPr id="5" name="Footer Placeholder 4">
            <a:extLst>
              <a:ext uri="{FF2B5EF4-FFF2-40B4-BE49-F238E27FC236}">
                <a16:creationId xmlns:a16="http://schemas.microsoft.com/office/drawing/2014/main" id="{B20D5388-9652-5A2F-52A3-E0BE92B188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a:extLst>
              <a:ext uri="{FF2B5EF4-FFF2-40B4-BE49-F238E27FC236}">
                <a16:creationId xmlns:a16="http://schemas.microsoft.com/office/drawing/2014/main" id="{5F2AAFBB-0F5C-093B-1514-A53DB3BCAF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2681669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png"/><Relationship Id="rId4" Type="http://schemas.openxmlformats.org/officeDocument/2006/relationships/image" Target="../media/image5.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jp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jpg"/><Relationship Id="rId9" Type="http://schemas.openxmlformats.org/officeDocument/2006/relationships/image" Target="../media/image20.png"/></Relationships>
</file>

<file path=ppt/slides/_rels/slide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2.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4.png"/><Relationship Id="rId7"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9.png"/><Relationship Id="rId10" Type="http://schemas.openxmlformats.org/officeDocument/2006/relationships/image" Target="../media/image12.png"/><Relationship Id="rId4" Type="http://schemas.openxmlformats.org/officeDocument/2006/relationships/image" Target="../media/image10.sv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580445" y="429370"/>
            <a:ext cx="4309607" cy="369332"/>
          </a:xfrm>
          <a:prstGeom prst="rect">
            <a:avLst/>
          </a:prstGeom>
          <a:noFill/>
        </p:spPr>
        <p:txBody>
          <a:bodyPr wrap="square" rtlCol="0">
            <a:spAutoFit/>
          </a:bodyPr>
          <a:lstStyle/>
          <a:p>
            <a:r>
              <a:rPr kumimoji="1" lang="ja-JP" altLang="en-US"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4600" y="1575879"/>
            <a:ext cx="4426085" cy="4426085"/>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838199" y="1410509"/>
            <a:ext cx="4426085" cy="4426085"/>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993900" y="1302019"/>
            <a:ext cx="139700" cy="22967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38567D-BB87-35D0-FFE6-4D1454CBBEAB}"/>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取り付け方法</a:t>
            </a:r>
          </a:p>
        </p:txBody>
      </p:sp>
      <p:pic>
        <p:nvPicPr>
          <p:cNvPr id="3" name="Picture 2">
            <a:extLst>
              <a:ext uri="{FF2B5EF4-FFF2-40B4-BE49-F238E27FC236}">
                <a16:creationId xmlns:a16="http://schemas.microsoft.com/office/drawing/2014/main" id="{0B86ED0F-F97E-BB33-A71C-01F96C02FF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621" y="3212682"/>
            <a:ext cx="1194727" cy="1792091"/>
          </a:xfrm>
          <a:prstGeom prst="rect">
            <a:avLst/>
          </a:prstGeom>
        </p:spPr>
      </p:pic>
      <p:pic>
        <p:nvPicPr>
          <p:cNvPr id="4" name="Picture 3">
            <a:extLst>
              <a:ext uri="{FF2B5EF4-FFF2-40B4-BE49-F238E27FC236}">
                <a16:creationId xmlns:a16="http://schemas.microsoft.com/office/drawing/2014/main" id="{144B9CCD-AA6B-2287-38A2-574C89F94421}"/>
              </a:ext>
            </a:extLst>
          </p:cNvPr>
          <p:cNvPicPr>
            <a:picLocks noChangeAspect="1"/>
          </p:cNvPicPr>
          <p:nvPr/>
        </p:nvPicPr>
        <p:blipFill>
          <a:blip r:embed="rId3"/>
          <a:srcRect l="40487" t="36589" r="40487" b="27018"/>
          <a:stretch>
            <a:fillRect/>
          </a:stretch>
        </p:blipFill>
        <p:spPr>
          <a:xfrm>
            <a:off x="821200" y="973730"/>
            <a:ext cx="753569" cy="2146301"/>
          </a:xfrm>
          <a:prstGeom prst="rect">
            <a:avLst/>
          </a:prstGeom>
        </p:spPr>
      </p:pic>
      <p:pic>
        <p:nvPicPr>
          <p:cNvPr id="5" name="Picture 4">
            <a:extLst>
              <a:ext uri="{FF2B5EF4-FFF2-40B4-BE49-F238E27FC236}">
                <a16:creationId xmlns:a16="http://schemas.microsoft.com/office/drawing/2014/main" id="{F0EEE49B-F339-B49C-788F-648E5FDE0402}"/>
              </a:ext>
            </a:extLst>
          </p:cNvPr>
          <p:cNvPicPr>
            <a:picLocks noChangeAspect="1"/>
          </p:cNvPicPr>
          <p:nvPr/>
        </p:nvPicPr>
        <p:blipFill>
          <a:blip r:embed="rId4"/>
          <a:srcRect l="39218" r="39218" b="70863"/>
          <a:stretch>
            <a:fillRect/>
          </a:stretch>
        </p:blipFill>
        <p:spPr>
          <a:xfrm>
            <a:off x="888226" y="4826925"/>
            <a:ext cx="619516" cy="1226634"/>
          </a:xfrm>
          <a:prstGeom prst="rect">
            <a:avLst/>
          </a:prstGeom>
        </p:spPr>
      </p:pic>
      <p:grpSp>
        <p:nvGrpSpPr>
          <p:cNvPr id="11" name="Group 10">
            <a:extLst>
              <a:ext uri="{FF2B5EF4-FFF2-40B4-BE49-F238E27FC236}">
                <a16:creationId xmlns:a16="http://schemas.microsoft.com/office/drawing/2014/main" id="{7684901E-BBED-B49C-8D73-9B48DCFA1489}"/>
              </a:ext>
            </a:extLst>
          </p:cNvPr>
          <p:cNvGrpSpPr/>
          <p:nvPr/>
        </p:nvGrpSpPr>
        <p:grpSpPr>
          <a:xfrm>
            <a:off x="1571699" y="1967393"/>
            <a:ext cx="152400" cy="517140"/>
            <a:chOff x="5041900" y="1040606"/>
            <a:chExt cx="152400" cy="705644"/>
          </a:xfrm>
        </p:grpSpPr>
        <p:cxnSp>
          <p:nvCxnSpPr>
            <p:cNvPr id="7" name="Straight Connector 6">
              <a:extLst>
                <a:ext uri="{FF2B5EF4-FFF2-40B4-BE49-F238E27FC236}">
                  <a16:creationId xmlns:a16="http://schemas.microsoft.com/office/drawing/2014/main" id="{81FB4F1F-344E-2898-8511-EE0A8795D881}"/>
                </a:ext>
              </a:extLst>
            </p:cNvPr>
            <p:cNvCxnSpPr>
              <a:cxnSpLocks/>
            </p:cNvCxnSpPr>
            <p:nvPr/>
          </p:nvCxnSpPr>
          <p:spPr>
            <a:xfrm>
              <a:off x="5041900" y="104140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1CC9796-BD09-C773-FFF2-8BDA665D3DCB}"/>
                </a:ext>
              </a:extLst>
            </p:cNvPr>
            <p:cNvCxnSpPr>
              <a:cxnSpLocks/>
            </p:cNvCxnSpPr>
            <p:nvPr/>
          </p:nvCxnSpPr>
          <p:spPr>
            <a:xfrm>
              <a:off x="5041900" y="1746250"/>
              <a:ext cx="152400"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9604313-D626-A6C6-95E7-DB496752A264}"/>
                </a:ext>
              </a:extLst>
            </p:cNvPr>
            <p:cNvCxnSpPr>
              <a:cxnSpLocks/>
            </p:cNvCxnSpPr>
            <p:nvPr/>
          </p:nvCxnSpPr>
          <p:spPr>
            <a:xfrm>
              <a:off x="5118100" y="1040606"/>
              <a:ext cx="0" cy="704850"/>
            </a:xfrm>
            <a:prstGeom prst="straightConnector1">
              <a:avLst/>
            </a:prstGeom>
            <a:ln>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2" name="TextBox 11">
            <a:extLst>
              <a:ext uri="{FF2B5EF4-FFF2-40B4-BE49-F238E27FC236}">
                <a16:creationId xmlns:a16="http://schemas.microsoft.com/office/drawing/2014/main" id="{4ED4066F-E2DE-1985-DF17-04E5B2DE1E3B}"/>
              </a:ext>
            </a:extLst>
          </p:cNvPr>
          <p:cNvSpPr txBox="1"/>
          <p:nvPr/>
        </p:nvSpPr>
        <p:spPr>
          <a:xfrm>
            <a:off x="1782438" y="2072075"/>
            <a:ext cx="1290961" cy="307777"/>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グリップの</a:t>
            </a:r>
            <a:r>
              <a:rPr kumimoji="1" lang="en-US" altLang="ja-JP" sz="700" b="1" dirty="0">
                <a:latin typeface="メイリオ" panose="020B0604030504040204" pitchFamily="50" charset="-128"/>
                <a:ea typeface="メイリオ" panose="020B0604030504040204" pitchFamily="50" charset="-128"/>
              </a:rPr>
              <a:t>5cm</a:t>
            </a:r>
            <a:r>
              <a:rPr kumimoji="1" lang="ja-JP" altLang="en-US" sz="700" b="1" dirty="0">
                <a:latin typeface="メイリオ" panose="020B0604030504040204" pitchFamily="50" charset="-128"/>
                <a:ea typeface="メイリオ" panose="020B0604030504040204" pitchFamily="50" charset="-128"/>
              </a:rPr>
              <a:t>ほど上</a:t>
            </a:r>
            <a:r>
              <a:rPr kumimoji="1" lang="ja-JP" altLang="en-US" sz="700" dirty="0">
                <a:latin typeface="メイリオ" panose="020B0604030504040204" pitchFamily="50" charset="-128"/>
                <a:ea typeface="メイリオ" panose="020B0604030504040204" pitchFamily="50" charset="-128"/>
              </a:rPr>
              <a:t>に巻き付けます。</a:t>
            </a:r>
          </a:p>
        </p:txBody>
      </p:sp>
      <p:sp>
        <p:nvSpPr>
          <p:cNvPr id="13" name="TextBox 12">
            <a:extLst>
              <a:ext uri="{FF2B5EF4-FFF2-40B4-BE49-F238E27FC236}">
                <a16:creationId xmlns:a16="http://schemas.microsoft.com/office/drawing/2014/main" id="{0EC4AC9C-473E-15E3-3AF3-B9635208F938}"/>
              </a:ext>
            </a:extLst>
          </p:cNvPr>
          <p:cNvSpPr txBox="1"/>
          <p:nvPr/>
        </p:nvSpPr>
        <p:spPr>
          <a:xfrm>
            <a:off x="1782439" y="3718883"/>
            <a:ext cx="1363232"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14" name="TextBox 13">
            <a:extLst>
              <a:ext uri="{FF2B5EF4-FFF2-40B4-BE49-F238E27FC236}">
                <a16:creationId xmlns:a16="http://schemas.microsoft.com/office/drawing/2014/main" id="{FF606793-F22B-7100-9E12-7230CA49EA53}"/>
              </a:ext>
            </a:extLst>
          </p:cNvPr>
          <p:cNvSpPr txBox="1"/>
          <p:nvPr/>
        </p:nvSpPr>
        <p:spPr>
          <a:xfrm>
            <a:off x="1727348" y="5067441"/>
            <a:ext cx="1497444" cy="738664"/>
          </a:xfrm>
          <a:prstGeom prst="rect">
            <a:avLst/>
          </a:prstGeom>
          <a:noFill/>
        </p:spPr>
        <p:txBody>
          <a:bodyPr wrap="square" rtlCol="0">
            <a:spAutoFit/>
          </a:bodyPr>
          <a:lstStyle/>
          <a:p>
            <a:r>
              <a:rPr lang="ja-JP" altLang="en-US" sz="1200" dirty="0">
                <a:latin typeface="メイリオ" panose="020B0604030504040204" pitchFamily="50" charset="-128"/>
                <a:ea typeface="メイリオ" panose="020B0604030504040204" pitchFamily="50" charset="-128"/>
              </a:rPr>
              <a:t>⚠️</a:t>
            </a:r>
            <a:br>
              <a:rPr lang="en-US" altLang="ja-JP" sz="12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先端には絶対に取り付けないでください。</a:t>
            </a:r>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（遠心力に耐えられず、スッポ抜けて飛んでいきます）</a:t>
            </a:r>
            <a:endParaRPr kumimoji="1" lang="ja-JP" altLang="en-US" sz="700" dirty="0">
              <a:latin typeface="メイリオ" panose="020B0604030504040204" pitchFamily="50" charset="-128"/>
              <a:ea typeface="メイリオ" panose="020B0604030504040204" pitchFamily="50" charset="-128"/>
            </a:endParaRPr>
          </a:p>
        </p:txBody>
      </p:sp>
      <p:sp>
        <p:nvSpPr>
          <p:cNvPr id="15" name="&quot;Not Allowed&quot; Symbol 14">
            <a:extLst>
              <a:ext uri="{FF2B5EF4-FFF2-40B4-BE49-F238E27FC236}">
                <a16:creationId xmlns:a16="http://schemas.microsoft.com/office/drawing/2014/main" id="{D0399FED-7A95-22C6-59A4-523C5D22ABE5}"/>
              </a:ext>
            </a:extLst>
          </p:cNvPr>
          <p:cNvSpPr/>
          <p:nvPr/>
        </p:nvSpPr>
        <p:spPr>
          <a:xfrm>
            <a:off x="435743" y="4913989"/>
            <a:ext cx="488741" cy="488741"/>
          </a:xfrm>
          <a:prstGeom prst="noSmoking">
            <a:avLst/>
          </a:prstGeom>
          <a:solidFill>
            <a:srgbClr val="FF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TextBox 15">
            <a:extLst>
              <a:ext uri="{FF2B5EF4-FFF2-40B4-BE49-F238E27FC236}">
                <a16:creationId xmlns:a16="http://schemas.microsoft.com/office/drawing/2014/main" id="{4CC601D7-68BE-EA42-EF6A-80CE2A233CEF}"/>
              </a:ext>
            </a:extLst>
          </p:cNvPr>
          <p:cNvSpPr txBox="1"/>
          <p:nvPr/>
        </p:nvSpPr>
        <p:spPr>
          <a:xfrm>
            <a:off x="3145080"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使い方</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B3C915FD-6D41-EDCC-4D1C-7705D6E137A4}"/>
              </a:ext>
            </a:extLst>
          </p:cNvPr>
          <p:cNvSpPr txBox="1"/>
          <p:nvPr/>
        </p:nvSpPr>
        <p:spPr>
          <a:xfrm>
            <a:off x="5028861" y="1217893"/>
            <a:ext cx="1868460"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電源をオンします。</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en-US" altLang="ja-JP" sz="700" dirty="0">
                <a:latin typeface="メイリオ" panose="020B0604030504040204" pitchFamily="50" charset="-128"/>
                <a:ea typeface="メイリオ" panose="020B0604030504040204" pitchFamily="50" charset="-128"/>
              </a:rPr>
              <a:t>0</a:t>
            </a:r>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 の数字が</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秒表示されますが、これは電池残量です。</a:t>
            </a:r>
            <a:endParaRPr kumimoji="1" lang="en-US" altLang="ja-JP" sz="700" dirty="0">
              <a:latin typeface="メイリオ" panose="020B0604030504040204" pitchFamily="50" charset="-128"/>
              <a:ea typeface="メイリオ" panose="020B0604030504040204" pitchFamily="50" charset="-128"/>
            </a:endParaRPr>
          </a:p>
        </p:txBody>
      </p:sp>
      <p:pic>
        <p:nvPicPr>
          <p:cNvPr id="21" name="Picture 20">
            <a:extLst>
              <a:ext uri="{FF2B5EF4-FFF2-40B4-BE49-F238E27FC236}">
                <a16:creationId xmlns:a16="http://schemas.microsoft.com/office/drawing/2014/main" id="{85F241E3-CB60-2169-BE86-66775FA2A465}"/>
              </a:ext>
            </a:extLst>
          </p:cNvPr>
          <p:cNvPicPr>
            <a:picLocks noChangeAspect="1"/>
          </p:cNvPicPr>
          <p:nvPr/>
        </p:nvPicPr>
        <p:blipFill>
          <a:blip r:embed="rId5">
            <a:duotone>
              <a:schemeClr val="accent1">
                <a:shade val="45000"/>
                <a:satMod val="135000"/>
              </a:schemeClr>
              <a:prstClr val="white"/>
            </a:duotone>
          </a:blip>
          <a:stretch>
            <a:fillRect/>
          </a:stretch>
        </p:blipFill>
        <p:spPr>
          <a:xfrm>
            <a:off x="3588348" y="2120792"/>
            <a:ext cx="1364369" cy="1364369"/>
          </a:xfrm>
          <a:prstGeom prst="rect">
            <a:avLst/>
          </a:prstGeom>
          <a:effectLst>
            <a:outerShdw blurRad="50800" dist="38100" dir="2700000" algn="tl" rotWithShape="0">
              <a:prstClr val="black">
                <a:alpha val="40000"/>
              </a:prstClr>
            </a:outerShdw>
          </a:effectLst>
        </p:spPr>
      </p:pic>
      <p:sp>
        <p:nvSpPr>
          <p:cNvPr id="22" name="TextBox 21">
            <a:extLst>
              <a:ext uri="{FF2B5EF4-FFF2-40B4-BE49-F238E27FC236}">
                <a16:creationId xmlns:a16="http://schemas.microsoft.com/office/drawing/2014/main" id="{3849823A-AEE7-0D8E-0122-C54BF63114F2}"/>
              </a:ext>
            </a:extLst>
          </p:cNvPr>
          <p:cNvSpPr txBox="1"/>
          <p:nvPr/>
        </p:nvSpPr>
        <p:spPr>
          <a:xfrm>
            <a:off x="5028861" y="2702948"/>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そのまま振ります。</a:t>
            </a:r>
          </a:p>
        </p:txBody>
      </p:sp>
      <p:sp>
        <p:nvSpPr>
          <p:cNvPr id="24" name="TextBox 23">
            <a:extLst>
              <a:ext uri="{FF2B5EF4-FFF2-40B4-BE49-F238E27FC236}">
                <a16:creationId xmlns:a16="http://schemas.microsoft.com/office/drawing/2014/main" id="{E1249B91-D804-F442-82CB-2A7AA9164E1C}"/>
              </a:ext>
            </a:extLst>
          </p:cNvPr>
          <p:cNvSpPr txBox="1"/>
          <p:nvPr/>
        </p:nvSpPr>
        <p:spPr>
          <a:xfrm>
            <a:off x="5050749" y="3660999"/>
            <a:ext cx="1781719" cy="200055"/>
          </a:xfrm>
          <a:prstGeom prst="rect">
            <a:avLst/>
          </a:prstGeom>
          <a:noFill/>
        </p:spPr>
        <p:txBody>
          <a:bodyPr wrap="square" rtlCol="0">
            <a:spAutoFit/>
          </a:bodyPr>
          <a:lstStyle/>
          <a:p>
            <a:r>
              <a:rPr kumimoji="1" lang="ja-JP" altLang="en-US" sz="700" b="1" dirty="0">
                <a:latin typeface="メイリオ" panose="020B0604030504040204" pitchFamily="50" charset="-128"/>
                <a:ea typeface="メイリオ" panose="020B0604030504040204" pitchFamily="50" charset="-128"/>
              </a:rPr>
              <a:t>音が鳴ってスコアが表示されます。</a:t>
            </a:r>
          </a:p>
        </p:txBody>
      </p:sp>
      <p:graphicFrame>
        <p:nvGraphicFramePr>
          <p:cNvPr id="25" name="Table 24">
            <a:extLst>
              <a:ext uri="{FF2B5EF4-FFF2-40B4-BE49-F238E27FC236}">
                <a16:creationId xmlns:a16="http://schemas.microsoft.com/office/drawing/2014/main" id="{1B92EAAF-CAB5-2C6E-AB2E-E74045FE8D84}"/>
              </a:ext>
            </a:extLst>
          </p:cNvPr>
          <p:cNvGraphicFramePr>
            <a:graphicFrameLocks noGrp="1"/>
          </p:cNvGraphicFramePr>
          <p:nvPr>
            <p:extLst>
              <p:ext uri="{D42A27DB-BD31-4B8C-83A1-F6EECF244321}">
                <p14:modId xmlns:p14="http://schemas.microsoft.com/office/powerpoint/2010/main" val="1438881345"/>
              </p:ext>
            </p:extLst>
          </p:nvPr>
        </p:nvGraphicFramePr>
        <p:xfrm>
          <a:off x="5160933" y="3933053"/>
          <a:ext cx="1736388" cy="79248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普通のスイング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平均以上の良いスイング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ピピピッ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ベストスコアを更新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ピーッ</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en-US" altLang="ja-JP" sz="700" dirty="0">
                          <a:latin typeface="メイリオ" panose="020B0604030504040204" pitchFamily="50" charset="-128"/>
                          <a:ea typeface="メイリオ" panose="020B0604030504040204" pitchFamily="50" charset="-128"/>
                        </a:rPr>
                        <a:t>50</a:t>
                      </a:r>
                      <a:r>
                        <a:rPr kumimoji="1" lang="ja-JP" altLang="en-US" sz="700" dirty="0">
                          <a:latin typeface="メイリオ" panose="020B0604030504040204" pitchFamily="50" charset="-128"/>
                          <a:ea typeface="メイリオ" panose="020B0604030504040204" pitchFamily="50" charset="-128"/>
                        </a:rPr>
                        <a:t>スイングをお知らせ</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46" name="Group 45">
            <a:extLst>
              <a:ext uri="{FF2B5EF4-FFF2-40B4-BE49-F238E27FC236}">
                <a16:creationId xmlns:a16="http://schemas.microsoft.com/office/drawing/2014/main" id="{39F89014-8DD5-B4A8-5E5B-E10A0F3387B5}"/>
              </a:ext>
            </a:extLst>
          </p:cNvPr>
          <p:cNvGrpSpPr/>
          <p:nvPr/>
        </p:nvGrpSpPr>
        <p:grpSpPr>
          <a:xfrm>
            <a:off x="3588348" y="3933053"/>
            <a:ext cx="1364368" cy="554367"/>
            <a:chOff x="4678374" y="3933053"/>
            <a:chExt cx="1364368" cy="554367"/>
          </a:xfrm>
        </p:grpSpPr>
        <p:pic>
          <p:nvPicPr>
            <p:cNvPr id="23" name="Picture 22">
              <a:extLst>
                <a:ext uri="{FF2B5EF4-FFF2-40B4-BE49-F238E27FC236}">
                  <a16:creationId xmlns:a16="http://schemas.microsoft.com/office/drawing/2014/main" id="{A4984A5F-13A9-888E-1F73-3BFD50E71B7B}"/>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29" name="Group 28">
              <a:extLst>
                <a:ext uri="{FF2B5EF4-FFF2-40B4-BE49-F238E27FC236}">
                  <a16:creationId xmlns:a16="http://schemas.microsoft.com/office/drawing/2014/main" id="{6085B4A6-5234-A5A3-87CA-DBD6A246525C}"/>
                </a:ext>
              </a:extLst>
            </p:cNvPr>
            <p:cNvGrpSpPr/>
            <p:nvPr/>
          </p:nvGrpSpPr>
          <p:grpSpPr>
            <a:xfrm>
              <a:off x="5616436" y="3933053"/>
              <a:ext cx="426306" cy="316386"/>
              <a:chOff x="5576551" y="4345284"/>
              <a:chExt cx="426306" cy="316386"/>
            </a:xfrm>
            <a:solidFill>
              <a:schemeClr val="bg1"/>
            </a:solidFill>
          </p:grpSpPr>
          <p:pic>
            <p:nvPicPr>
              <p:cNvPr id="27" name="Graphic 26" descr="Music note with solid fill">
                <a:extLst>
                  <a:ext uri="{FF2B5EF4-FFF2-40B4-BE49-F238E27FC236}">
                    <a16:creationId xmlns:a16="http://schemas.microsoft.com/office/drawing/2014/main" id="{CCDC2A41-7622-6595-B5C8-AEAAA3DA72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28" name="Graphic 27" descr="Music note with solid fill">
                <a:extLst>
                  <a:ext uri="{FF2B5EF4-FFF2-40B4-BE49-F238E27FC236}">
                    <a16:creationId xmlns:a16="http://schemas.microsoft.com/office/drawing/2014/main" id="{36755DDE-C446-5047-3097-75335AF6AE0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45" name="Group 44">
            <a:extLst>
              <a:ext uri="{FF2B5EF4-FFF2-40B4-BE49-F238E27FC236}">
                <a16:creationId xmlns:a16="http://schemas.microsoft.com/office/drawing/2014/main" id="{28502532-A555-4BEE-EA94-8AF55789A6AE}"/>
              </a:ext>
            </a:extLst>
          </p:cNvPr>
          <p:cNvGrpSpPr/>
          <p:nvPr/>
        </p:nvGrpSpPr>
        <p:grpSpPr>
          <a:xfrm>
            <a:off x="3692626" y="1010723"/>
            <a:ext cx="1155813" cy="934907"/>
            <a:chOff x="4708363" y="1010723"/>
            <a:chExt cx="1155813" cy="934907"/>
          </a:xfrm>
        </p:grpSpPr>
        <p:pic>
          <p:nvPicPr>
            <p:cNvPr id="17" name="Picture 16">
              <a:extLst>
                <a:ext uri="{FF2B5EF4-FFF2-40B4-BE49-F238E27FC236}">
                  <a16:creationId xmlns:a16="http://schemas.microsoft.com/office/drawing/2014/main" id="{521822B2-FE26-E3B4-0E6B-C30142F33E2E}"/>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8" name="Arrow: Left 17">
              <a:extLst>
                <a:ext uri="{FF2B5EF4-FFF2-40B4-BE49-F238E27FC236}">
                  <a16:creationId xmlns:a16="http://schemas.microsoft.com/office/drawing/2014/main" id="{E48E8071-63E9-FCEB-5916-467BD9511B2B}"/>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0" name="TextBox 29">
              <a:extLst>
                <a:ext uri="{FF2B5EF4-FFF2-40B4-BE49-F238E27FC236}">
                  <a16:creationId xmlns:a16="http://schemas.microsoft.com/office/drawing/2014/main" id="{72A4EEAC-6C4E-8D4E-B7C9-520AA9B1782C}"/>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31" name="TextBox 30">
              <a:extLst>
                <a:ext uri="{FF2B5EF4-FFF2-40B4-BE49-F238E27FC236}">
                  <a16:creationId xmlns:a16="http://schemas.microsoft.com/office/drawing/2014/main" id="{200FB411-E3D8-9704-5DAE-8D340B70A6D6}"/>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40" name="TextBox 39">
            <a:extLst>
              <a:ext uri="{FF2B5EF4-FFF2-40B4-BE49-F238E27FC236}">
                <a16:creationId xmlns:a16="http://schemas.microsoft.com/office/drawing/2014/main" id="{0A6533FB-8265-4324-DFCA-2A5C0B283424}"/>
              </a:ext>
            </a:extLst>
          </p:cNvPr>
          <p:cNvSpPr txBox="1"/>
          <p:nvPr/>
        </p:nvSpPr>
        <p:spPr>
          <a:xfrm>
            <a:off x="5034039" y="5261504"/>
            <a:ext cx="1863282"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本体をトンと</a:t>
            </a:r>
            <a:r>
              <a:rPr kumimoji="1" lang="ja-JP" altLang="en-US" sz="700" b="1" dirty="0">
                <a:latin typeface="メイリオ" panose="020B0604030504040204" pitchFamily="50" charset="-128"/>
                <a:ea typeface="メイリオ" panose="020B0604030504040204" pitchFamily="50" charset="-128"/>
              </a:rPr>
              <a:t>指でタップ</a:t>
            </a:r>
            <a:r>
              <a:rPr kumimoji="1" lang="ja-JP" altLang="en-US" sz="700" dirty="0">
                <a:latin typeface="メイリオ" panose="020B0604030504040204" pitchFamily="50" charset="-128"/>
                <a:ea typeface="メイリオ" panose="020B0604030504040204" pitchFamily="50" charset="-128"/>
              </a:rPr>
              <a:t>すると、これまでの記録を確認出来ます。</a:t>
            </a:r>
            <a:endParaRPr kumimoji="1"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またはバットをタップしても反応します。</a:t>
            </a:r>
          </a:p>
        </p:txBody>
      </p:sp>
      <p:grpSp>
        <p:nvGrpSpPr>
          <p:cNvPr id="47" name="Group 46">
            <a:extLst>
              <a:ext uri="{FF2B5EF4-FFF2-40B4-BE49-F238E27FC236}">
                <a16:creationId xmlns:a16="http://schemas.microsoft.com/office/drawing/2014/main" id="{0D167685-DF99-AB98-5862-E961161ABFCD}"/>
              </a:ext>
            </a:extLst>
          </p:cNvPr>
          <p:cNvGrpSpPr/>
          <p:nvPr/>
        </p:nvGrpSpPr>
        <p:grpSpPr>
          <a:xfrm>
            <a:off x="3870866" y="5293669"/>
            <a:ext cx="799332" cy="1223912"/>
            <a:chOff x="5000711" y="5293669"/>
            <a:chExt cx="799332" cy="1223912"/>
          </a:xfrm>
        </p:grpSpPr>
        <p:pic>
          <p:nvPicPr>
            <p:cNvPr id="32" name="Picture 31">
              <a:extLst>
                <a:ext uri="{FF2B5EF4-FFF2-40B4-BE49-F238E27FC236}">
                  <a16:creationId xmlns:a16="http://schemas.microsoft.com/office/drawing/2014/main" id="{3AF685C8-6933-A3C8-F9A3-095B15F8CF0D}"/>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38" name="Graphic 37" descr="Double Tap Gesture with solid fill">
              <a:extLst>
                <a:ext uri="{FF2B5EF4-FFF2-40B4-BE49-F238E27FC236}">
                  <a16:creationId xmlns:a16="http://schemas.microsoft.com/office/drawing/2014/main" id="{79BAD30A-0963-3A34-35A2-7F246C64B24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42" name="Graphic 41" descr="Double Tap Gesture with solid fill">
              <a:extLst>
                <a:ext uri="{FF2B5EF4-FFF2-40B4-BE49-F238E27FC236}">
                  <a16:creationId xmlns:a16="http://schemas.microsoft.com/office/drawing/2014/main" id="{7C465AF1-404E-E996-4B69-52C42D23E12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43" name="Table 42">
            <a:extLst>
              <a:ext uri="{FF2B5EF4-FFF2-40B4-BE49-F238E27FC236}">
                <a16:creationId xmlns:a16="http://schemas.microsoft.com/office/drawing/2014/main" id="{98B7F138-A2EA-9EC3-F609-8BBEEB9CA12C}"/>
              </a:ext>
            </a:extLst>
          </p:cNvPr>
          <p:cNvGraphicFramePr>
            <a:graphicFrameLocks noGrp="1"/>
          </p:cNvGraphicFramePr>
          <p:nvPr>
            <p:extLst>
              <p:ext uri="{D42A27DB-BD31-4B8C-83A1-F6EECF244321}">
                <p14:modId xmlns:p14="http://schemas.microsoft.com/office/powerpoint/2010/main" val="1269294162"/>
              </p:ext>
            </p:extLst>
          </p:nvPr>
        </p:nvGraphicFramePr>
        <p:xfrm>
          <a:off x="5160933" y="5709643"/>
          <a:ext cx="1736388" cy="609600"/>
        </p:xfrm>
        <a:graphic>
          <a:graphicData uri="http://schemas.openxmlformats.org/drawingml/2006/table">
            <a:tbl>
              <a:tblPr bandRow="1">
                <a:tableStyleId>{5C22544A-7EE6-4342-B048-85BDC9FD1C3A}</a:tableStyleId>
              </a:tblPr>
              <a:tblGrid>
                <a:gridCol w="568643">
                  <a:extLst>
                    <a:ext uri="{9D8B030D-6E8A-4147-A177-3AD203B41FA5}">
                      <a16:colId xmlns:a16="http://schemas.microsoft.com/office/drawing/2014/main" val="2179658956"/>
                    </a:ext>
                  </a:extLst>
                </a:gridCol>
                <a:gridCol w="1167745">
                  <a:extLst>
                    <a:ext uri="{9D8B030D-6E8A-4147-A177-3AD203B41FA5}">
                      <a16:colId xmlns:a16="http://schemas.microsoft.com/office/drawing/2014/main" val="970438828"/>
                    </a:ext>
                  </a:extLst>
                </a:gridCol>
              </a:tblGrid>
              <a:tr h="130446">
                <a:tc>
                  <a:txBody>
                    <a:bodyPr/>
                    <a:lstStyle/>
                    <a:p>
                      <a:r>
                        <a:rPr kumimoji="1" lang="ja-JP" altLang="en-US" sz="700" dirty="0">
                          <a:latin typeface="メイリオ" panose="020B0604030504040204" pitchFamily="50" charset="-128"/>
                          <a:ea typeface="メイリオ" panose="020B0604030504040204" pitchFamily="50" charset="-128"/>
                        </a:rPr>
                        <a:t>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スイング回数</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30446">
                <a:tc>
                  <a:txBody>
                    <a:bodyPr/>
                    <a:lstStyle/>
                    <a:p>
                      <a:r>
                        <a:rPr kumimoji="1" lang="ja-JP" altLang="en-US" sz="700" dirty="0">
                          <a:latin typeface="メイリオ" panose="020B0604030504040204" pitchFamily="50" charset="-128"/>
                          <a:ea typeface="メイリオ" panose="020B0604030504040204" pitchFamily="50" charset="-128"/>
                        </a:rPr>
                        <a:t>トントン</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kumimoji="1" lang="ja-JP" altLang="en-US" sz="700" dirty="0">
                          <a:latin typeface="メイリオ" panose="020B0604030504040204" pitchFamily="50" charset="-128"/>
                          <a:ea typeface="メイリオ" panose="020B0604030504040204" pitchFamily="50" charset="-128"/>
                        </a:rPr>
                        <a:t>平均スコア（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ベストスコア（</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秒）</a:t>
                      </a:r>
                    </a:p>
                  </a:txBody>
                  <a:tcP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44" name="TextBox 43">
            <a:extLst>
              <a:ext uri="{FF2B5EF4-FFF2-40B4-BE49-F238E27FC236}">
                <a16:creationId xmlns:a16="http://schemas.microsoft.com/office/drawing/2014/main" id="{0952983C-55C3-8ACE-A68A-1BFD7CF0DB65}"/>
              </a:ext>
            </a:extLst>
          </p:cNvPr>
          <p:cNvSpPr txBox="1"/>
          <p:nvPr/>
        </p:nvSpPr>
        <p:spPr>
          <a:xfrm>
            <a:off x="5050749" y="6351884"/>
            <a:ext cx="2078925" cy="276999"/>
          </a:xfrm>
          <a:prstGeom prst="rect">
            <a:avLst/>
          </a:prstGeom>
          <a:noFill/>
        </p:spPr>
        <p:txBody>
          <a:bodyPr wrap="square" rtlCol="0">
            <a:spAutoFit/>
          </a:bodyPr>
          <a:lstStyle/>
          <a:p>
            <a:r>
              <a:rPr kumimoji="1" lang="ja-JP" altLang="en-US" sz="1200" b="1" dirty="0">
                <a:solidFill>
                  <a:srgbClr val="FF0000"/>
                </a:solidFill>
                <a:latin typeface="メイリオ" panose="020B0604030504040204" pitchFamily="50" charset="-128"/>
                <a:ea typeface="メイリオ" panose="020B0604030504040204" pitchFamily="50" charset="-128"/>
              </a:rPr>
              <a:t>⚠️</a:t>
            </a:r>
            <a:r>
              <a:rPr kumimoji="1" lang="ja-JP" altLang="en-US" sz="700" b="1" dirty="0">
                <a:solidFill>
                  <a:srgbClr val="FF0000"/>
                </a:solidFill>
                <a:latin typeface="メイリオ" panose="020B0604030504040204" pitchFamily="50" charset="-128"/>
                <a:ea typeface="メイリオ" panose="020B0604030504040204" pitchFamily="50" charset="-128"/>
              </a:rPr>
              <a:t>電源オフすると記録はリセットされます。</a:t>
            </a:r>
          </a:p>
        </p:txBody>
      </p:sp>
      <p:sp>
        <p:nvSpPr>
          <p:cNvPr id="48" name="TextBox 47">
            <a:extLst>
              <a:ext uri="{FF2B5EF4-FFF2-40B4-BE49-F238E27FC236}">
                <a16:creationId xmlns:a16="http://schemas.microsoft.com/office/drawing/2014/main" id="{F97959B6-B19D-0C4C-046C-837424A41A18}"/>
              </a:ext>
            </a:extLst>
          </p:cNvPr>
          <p:cNvSpPr txBox="1"/>
          <p:nvPr/>
        </p:nvSpPr>
        <p:spPr>
          <a:xfrm>
            <a:off x="7182489" y="431664"/>
            <a:ext cx="1784721"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電池交換</a:t>
            </a:r>
            <a:endParaRPr kumimoji="1" lang="ja-JP" altLang="en-US"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A1A65A68-3EDD-80F2-FE8A-1E48BCA8E12A}"/>
              </a:ext>
            </a:extLst>
          </p:cNvPr>
          <p:cNvSpPr txBox="1"/>
          <p:nvPr/>
        </p:nvSpPr>
        <p:spPr>
          <a:xfrm>
            <a:off x="7524389" y="782870"/>
            <a:ext cx="3363561" cy="707886"/>
          </a:xfrm>
          <a:prstGeom prst="rect">
            <a:avLst/>
          </a:prstGeom>
          <a:noFill/>
        </p:spPr>
        <p:txBody>
          <a:bodyPr wrap="square" rtlCol="0">
            <a:spAutoFit/>
          </a:bodyPr>
          <a:lstStyle/>
          <a:p>
            <a:r>
              <a:rPr kumimoji="1" lang="ja-JP" altLang="en-US" sz="800" dirty="0">
                <a:latin typeface="メイリオ" panose="020B0604030504040204" pitchFamily="50" charset="-128"/>
                <a:ea typeface="メイリオ" panose="020B0604030504040204" pitchFamily="50" charset="-128"/>
              </a:rPr>
              <a:t>表示が不安定、音が小さい、</a:t>
            </a:r>
            <a:r>
              <a:rPr kumimoji="1" lang="ja-JP" altLang="en-US" sz="800" b="1" dirty="0">
                <a:latin typeface="メイリオ" panose="020B0604030504040204" pitchFamily="50" charset="-128"/>
                <a:ea typeface="メイリオ" panose="020B0604030504040204" pitchFamily="50" charset="-128"/>
              </a:rPr>
              <a:t>使用中にリセットがかかる</a:t>
            </a:r>
            <a:r>
              <a:rPr kumimoji="1" lang="ja-JP" altLang="en-US" sz="800" dirty="0">
                <a:latin typeface="メイリオ" panose="020B0604030504040204" pitchFamily="50" charset="-128"/>
                <a:ea typeface="メイリオ" panose="020B0604030504040204" pitchFamily="50" charset="-128"/>
              </a:rPr>
              <a:t>、といった場合は電池交換の合図になります。</a:t>
            </a:r>
            <a:br>
              <a:rPr kumimoji="1" lang="ja-JP" altLang="en-US" sz="800" dirty="0">
                <a:latin typeface="メイリオ" panose="020B0604030504040204" pitchFamily="50" charset="-128"/>
                <a:ea typeface="メイリオ" panose="020B0604030504040204" pitchFamily="50" charset="-128"/>
              </a:rPr>
            </a:br>
            <a:endParaRPr kumimoji="1" lang="ja-JP" altLang="en-US" sz="800" dirty="0">
              <a:latin typeface="メイリオ" panose="020B0604030504040204" pitchFamily="50" charset="-128"/>
              <a:ea typeface="メイリオ" panose="020B0604030504040204" pitchFamily="50" charset="-128"/>
            </a:endParaRPr>
          </a:p>
          <a:p>
            <a:r>
              <a:rPr kumimoji="1" lang="en-US" altLang="ja-JP" sz="800" dirty="0">
                <a:latin typeface="メイリオ" panose="020B0604030504040204" pitchFamily="50" charset="-128"/>
                <a:ea typeface="メイリオ" panose="020B0604030504040204" pitchFamily="50" charset="-128"/>
              </a:rPr>
              <a:t>※ </a:t>
            </a:r>
            <a:r>
              <a:rPr kumimoji="1" lang="ja-JP" altLang="en-US" sz="8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pic>
        <p:nvPicPr>
          <p:cNvPr id="50" name="Picture 49">
            <a:extLst>
              <a:ext uri="{FF2B5EF4-FFF2-40B4-BE49-F238E27FC236}">
                <a16:creationId xmlns:a16="http://schemas.microsoft.com/office/drawing/2014/main" id="{6742549C-DCA3-D472-6613-6DFDE4316F5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51" name="Oval 50">
            <a:extLst>
              <a:ext uri="{FF2B5EF4-FFF2-40B4-BE49-F238E27FC236}">
                <a16:creationId xmlns:a16="http://schemas.microsoft.com/office/drawing/2014/main" id="{4EE56C35-4940-C81A-898A-F473CE99D77F}"/>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Oval 51">
            <a:extLst>
              <a:ext uri="{FF2B5EF4-FFF2-40B4-BE49-F238E27FC236}">
                <a16:creationId xmlns:a16="http://schemas.microsoft.com/office/drawing/2014/main" id="{2F584901-9E4F-26CF-2B2E-D4728D36E107}"/>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Oval 52">
            <a:extLst>
              <a:ext uri="{FF2B5EF4-FFF2-40B4-BE49-F238E27FC236}">
                <a16:creationId xmlns:a16="http://schemas.microsoft.com/office/drawing/2014/main" id="{1CD2D33D-A62B-B28F-274C-F93B44FE0A99}"/>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Oval 53">
            <a:extLst>
              <a:ext uri="{FF2B5EF4-FFF2-40B4-BE49-F238E27FC236}">
                <a16:creationId xmlns:a16="http://schemas.microsoft.com/office/drawing/2014/main" id="{491E1FFA-AE8A-4343-74ED-A6F3F5E3B8D8}"/>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TextBox 54">
            <a:extLst>
              <a:ext uri="{FF2B5EF4-FFF2-40B4-BE49-F238E27FC236}">
                <a16:creationId xmlns:a16="http://schemas.microsoft.com/office/drawing/2014/main" id="{3EB08440-4FB0-01BD-8ED9-8F041863EF06}"/>
              </a:ext>
            </a:extLst>
          </p:cNvPr>
          <p:cNvSpPr txBox="1"/>
          <p:nvPr/>
        </p:nvSpPr>
        <p:spPr>
          <a:xfrm>
            <a:off x="8846487" y="1879101"/>
            <a:ext cx="1781163"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裏面の四隅のネジを外して、ケースを開けます。</a:t>
            </a:r>
            <a:endParaRPr kumimoji="1" lang="en-US" altLang="ja-JP" sz="700" dirty="0">
              <a:latin typeface="メイリオ" panose="020B0604030504040204" pitchFamily="50" charset="-128"/>
              <a:ea typeface="メイリオ" panose="020B0604030504040204" pitchFamily="50" charset="-128"/>
            </a:endParaRPr>
          </a:p>
        </p:txBody>
      </p:sp>
      <p:pic>
        <p:nvPicPr>
          <p:cNvPr id="56" name="Picture 55">
            <a:extLst>
              <a:ext uri="{FF2B5EF4-FFF2-40B4-BE49-F238E27FC236}">
                <a16:creationId xmlns:a16="http://schemas.microsoft.com/office/drawing/2014/main" id="{50B7A4FA-58BB-1EC6-7CD6-DB1C1B70561E}"/>
              </a:ext>
            </a:extLst>
          </p:cNvPr>
          <p:cNvPicPr>
            <a:picLocks noChangeAspect="1"/>
          </p:cNvPicPr>
          <p:nvPr/>
        </p:nvPicPr>
        <p:blipFill>
          <a:blip r:embed="rId11"/>
          <a:srcRect l="15765" r="15766" b="38394"/>
          <a:stretch>
            <a:fillRect/>
          </a:stretch>
        </p:blipFill>
        <p:spPr>
          <a:xfrm>
            <a:off x="7480405" y="2696635"/>
            <a:ext cx="1188888" cy="1426288"/>
          </a:xfrm>
          <a:prstGeom prst="rect">
            <a:avLst/>
          </a:prstGeom>
        </p:spPr>
      </p:pic>
      <p:pic>
        <p:nvPicPr>
          <p:cNvPr id="57" name="Picture 56">
            <a:extLst>
              <a:ext uri="{FF2B5EF4-FFF2-40B4-BE49-F238E27FC236}">
                <a16:creationId xmlns:a16="http://schemas.microsoft.com/office/drawing/2014/main" id="{663CC0C1-6F42-898C-547C-E5EA5D0A7171}"/>
              </a:ext>
            </a:extLst>
          </p:cNvPr>
          <p:cNvPicPr>
            <a:picLocks noChangeAspect="1"/>
          </p:cNvPicPr>
          <p:nvPr/>
        </p:nvPicPr>
        <p:blipFill>
          <a:blip r:embed="rId12"/>
          <a:srcRect l="34773" t="62508" r="34520" b="11279"/>
          <a:stretch>
            <a:fillRect/>
          </a:stretch>
        </p:blipFill>
        <p:spPr>
          <a:xfrm>
            <a:off x="7721374" y="4137292"/>
            <a:ext cx="740515" cy="743803"/>
          </a:xfrm>
          <a:prstGeom prst="rect">
            <a:avLst/>
          </a:prstGeom>
          <a:effectLst>
            <a:outerShdw blurRad="50800" dist="38100" dir="2700000" algn="tl" rotWithShape="0">
              <a:prstClr val="black">
                <a:alpha val="40000"/>
              </a:prstClr>
            </a:outerShdw>
          </a:effectLst>
        </p:spPr>
      </p:pic>
      <p:sp>
        <p:nvSpPr>
          <p:cNvPr id="60" name="Arrow: Left 59">
            <a:extLst>
              <a:ext uri="{FF2B5EF4-FFF2-40B4-BE49-F238E27FC236}">
                <a16:creationId xmlns:a16="http://schemas.microsoft.com/office/drawing/2014/main" id="{F698BDAB-8E61-5B66-9AF5-CD6E0CC86F8E}"/>
              </a:ext>
            </a:extLst>
          </p:cNvPr>
          <p:cNvSpPr/>
          <p:nvPr/>
        </p:nvSpPr>
        <p:spPr>
          <a:xfrm rot="5400000">
            <a:off x="7953410" y="3861603"/>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1" name="Arrow: Left 60">
            <a:extLst>
              <a:ext uri="{FF2B5EF4-FFF2-40B4-BE49-F238E27FC236}">
                <a16:creationId xmlns:a16="http://schemas.microsoft.com/office/drawing/2014/main" id="{5780FE41-0F65-FEF2-9088-02B3C0947838}"/>
              </a:ext>
            </a:extLst>
          </p:cNvPr>
          <p:cNvSpPr/>
          <p:nvPr/>
        </p:nvSpPr>
        <p:spPr>
          <a:xfrm rot="16200000">
            <a:off x="7762485" y="3873460"/>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62" name="TextBox 61">
            <a:extLst>
              <a:ext uri="{FF2B5EF4-FFF2-40B4-BE49-F238E27FC236}">
                <a16:creationId xmlns:a16="http://schemas.microsoft.com/office/drawing/2014/main" id="{1C440D6D-3E19-DDB1-0414-790B0CCFBD2E}"/>
              </a:ext>
            </a:extLst>
          </p:cNvPr>
          <p:cNvSpPr txBox="1"/>
          <p:nvPr/>
        </p:nvSpPr>
        <p:spPr>
          <a:xfrm>
            <a:off x="8846487" y="3374369"/>
            <a:ext cx="1781163"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電池ホルダーがあるので電池を抜いて交換してください。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（後ろから押すと出てきます）</a:t>
            </a:r>
            <a:endParaRPr kumimoji="1" lang="en-US" altLang="ja-JP" sz="700" dirty="0">
              <a:latin typeface="メイリオ" panose="020B0604030504040204" pitchFamily="50" charset="-128"/>
              <a:ea typeface="メイリオ" panose="020B0604030504040204" pitchFamily="50" charset="-128"/>
            </a:endParaRPr>
          </a:p>
        </p:txBody>
      </p:sp>
      <p:sp>
        <p:nvSpPr>
          <p:cNvPr id="63" name="TextBox 62">
            <a:extLst>
              <a:ext uri="{FF2B5EF4-FFF2-40B4-BE49-F238E27FC236}">
                <a16:creationId xmlns:a16="http://schemas.microsoft.com/office/drawing/2014/main" id="{B2D9FD8F-0BF0-1396-E82C-27B07601B93E}"/>
              </a:ext>
            </a:extLst>
          </p:cNvPr>
          <p:cNvSpPr txBox="1"/>
          <p:nvPr/>
        </p:nvSpPr>
        <p:spPr>
          <a:xfrm>
            <a:off x="8846487" y="4301444"/>
            <a:ext cx="1957245" cy="338554"/>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対応している電池は「</a:t>
            </a:r>
            <a:r>
              <a:rPr kumimoji="1" lang="en-US" altLang="ja-JP" sz="900" b="1" dirty="0">
                <a:solidFill>
                  <a:srgbClr val="FF0000"/>
                </a:solidFill>
                <a:latin typeface="メイリオ" panose="020B0604030504040204" pitchFamily="50" charset="-128"/>
                <a:ea typeface="メイリオ" panose="020B0604030504040204" pitchFamily="50" charset="-128"/>
              </a:rPr>
              <a:t>CR2450</a:t>
            </a:r>
            <a:r>
              <a:rPr kumimoji="1" lang="ja-JP" altLang="en-US" sz="700" dirty="0">
                <a:latin typeface="メイリオ" panose="020B0604030504040204" pitchFamily="50" charset="-128"/>
                <a:ea typeface="メイリオ" panose="020B0604030504040204" pitchFamily="50" charset="-128"/>
              </a:rPr>
              <a:t>」です。</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（ダイソーで</a:t>
            </a:r>
            <a:r>
              <a:rPr kumimoji="1" lang="en-US" altLang="ja-JP" sz="700" dirty="0">
                <a:latin typeface="メイリオ" panose="020B0604030504040204" pitchFamily="50" charset="-128"/>
                <a:ea typeface="メイリオ" panose="020B0604030504040204" pitchFamily="50" charset="-128"/>
              </a:rPr>
              <a:t>100</a:t>
            </a:r>
            <a:r>
              <a:rPr kumimoji="1" lang="ja-JP" altLang="en-US" sz="700" dirty="0">
                <a:latin typeface="メイリオ" panose="020B0604030504040204" pitchFamily="50" charset="-128"/>
                <a:ea typeface="メイリオ" panose="020B0604030504040204" pitchFamily="50" charset="-128"/>
              </a:rPr>
              <a:t>円で売ってます）</a:t>
            </a:r>
            <a:endParaRPr kumimoji="1" lang="en-US" altLang="ja-JP" sz="700" dirty="0">
              <a:latin typeface="メイリオ" panose="020B0604030504040204" pitchFamily="50" charset="-128"/>
              <a:ea typeface="メイリオ" panose="020B0604030504040204" pitchFamily="50" charset="-128"/>
            </a:endParaRPr>
          </a:p>
        </p:txBody>
      </p:sp>
      <p:sp>
        <p:nvSpPr>
          <p:cNvPr id="67" name="TextBox 66">
            <a:extLst>
              <a:ext uri="{FF2B5EF4-FFF2-40B4-BE49-F238E27FC236}">
                <a16:creationId xmlns:a16="http://schemas.microsoft.com/office/drawing/2014/main" id="{C31D2046-ED8B-A8F3-B7BC-6809AF2352F9}"/>
              </a:ext>
            </a:extLst>
          </p:cNvPr>
          <p:cNvSpPr txBox="1"/>
          <p:nvPr/>
        </p:nvSpPr>
        <p:spPr>
          <a:xfrm>
            <a:off x="7546668" y="4997183"/>
            <a:ext cx="3459170" cy="461665"/>
          </a:xfrm>
          <a:prstGeom prst="rect">
            <a:avLst/>
          </a:prstGeom>
          <a:noFill/>
        </p:spPr>
        <p:txBody>
          <a:bodyPr wrap="square">
            <a:spAutoFit/>
          </a:bodyPr>
          <a:lstStyle/>
          <a:p>
            <a:r>
              <a:rPr lang="ja-JP" altLang="en-US" sz="800" dirty="0">
                <a:latin typeface="メイリオ" panose="020B0604030504040204" pitchFamily="50" charset="-128"/>
                <a:ea typeface="メイリオ" panose="020B0604030504040204" pitchFamily="50" charset="-128"/>
              </a:rPr>
              <a:t>しばらく動きがない状態が続くと、本体は省電力状態になります。</a:t>
            </a:r>
          </a:p>
          <a:p>
            <a:r>
              <a:rPr lang="ja-JP" altLang="en-US" sz="800" dirty="0">
                <a:latin typeface="メイリオ" panose="020B0604030504040204" pitchFamily="50" charset="-128"/>
                <a:ea typeface="メイリオ" panose="020B0604030504040204" pitchFamily="50" charset="-128"/>
              </a:rPr>
              <a:t>省電力状態から再開する場合は、</a:t>
            </a:r>
            <a:r>
              <a:rPr lang="ja-JP" altLang="en-US" sz="800" b="1" dirty="0">
                <a:latin typeface="メイリオ" panose="020B0604030504040204" pitchFamily="50" charset="-128"/>
                <a:ea typeface="メイリオ" panose="020B0604030504040204" pitchFamily="50" charset="-128"/>
              </a:rPr>
              <a:t>電源スイッチを一度オフにしてから、もう一度オン</a:t>
            </a:r>
            <a:r>
              <a:rPr lang="ja-JP" altLang="en-US" sz="800" dirty="0">
                <a:latin typeface="メイリオ" panose="020B0604030504040204" pitchFamily="50" charset="-128"/>
                <a:ea typeface="メイリオ" panose="020B0604030504040204" pitchFamily="50" charset="-128"/>
              </a:rPr>
              <a:t>にします。</a:t>
            </a:r>
          </a:p>
        </p:txBody>
      </p:sp>
      <p:sp>
        <p:nvSpPr>
          <p:cNvPr id="68" name="TextBox 67">
            <a:extLst>
              <a:ext uri="{FF2B5EF4-FFF2-40B4-BE49-F238E27FC236}">
                <a16:creationId xmlns:a16="http://schemas.microsoft.com/office/drawing/2014/main" id="{8E0AF0CB-B72D-1C09-8780-1F9B02D18C67}"/>
              </a:ext>
            </a:extLst>
          </p:cNvPr>
          <p:cNvSpPr txBox="1"/>
          <p:nvPr/>
        </p:nvSpPr>
        <p:spPr>
          <a:xfrm>
            <a:off x="8240194" y="5514258"/>
            <a:ext cx="3781668" cy="1215717"/>
          </a:xfrm>
          <a:prstGeom prst="rect">
            <a:avLst/>
          </a:prstGeom>
          <a:noFill/>
          <a:ln>
            <a:solidFill>
              <a:schemeClr val="tx1"/>
            </a:solidFill>
          </a:ln>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a:t>
            </a:r>
            <a:r>
              <a:rPr kumimoji="1" lang="ja-JP" altLang="en-US" sz="700" b="1" dirty="0">
                <a:latin typeface="メイリオ" panose="020B0604030504040204" pitchFamily="50" charset="-128"/>
                <a:ea typeface="メイリオ" panose="020B0604030504040204" pitchFamily="50" charset="-128"/>
              </a:rPr>
              <a:t> 使用上の注意</a:t>
            </a:r>
            <a:br>
              <a:rPr kumimoji="1" lang="en-US" altLang="ja-JP" sz="700" b="1" dirty="0">
                <a:latin typeface="メイリオ" panose="020B0604030504040204" pitchFamily="50" charset="-128"/>
                <a:ea typeface="メイリオ" panose="020B0604030504040204" pitchFamily="50" charset="-128"/>
              </a:rPr>
            </a:br>
            <a:endParaRPr kumimoji="1" lang="en-US" altLang="ja-JP" sz="700" b="1"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en-US" sz="700" dirty="0">
                <a:latin typeface="メイリオ" panose="020B0604030504040204" pitchFamily="50" charset="-128"/>
                <a:ea typeface="メイリオ" panose="020B0604030504040204" pitchFamily="50" charset="-128"/>
              </a:rPr>
              <a:t>取り付け</a:t>
            </a:r>
            <a:r>
              <a:rPr lang="ja-JP" altLang="ja-JP" sz="7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700" dirty="0">
                <a:latin typeface="メイリオ" panose="020B0604030504040204" pitchFamily="50" charset="-128"/>
                <a:ea typeface="メイリオ" panose="020B0604030504040204" pitchFamily="50" charset="-128"/>
              </a:rPr>
              <a:t>ってください。</a:t>
            </a:r>
            <a:br>
              <a:rPr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kumimoji="1" lang="ja-JP" altLang="en-US" sz="700" dirty="0">
                <a:latin typeface="メイリオ" panose="020B0604030504040204" pitchFamily="50" charset="-128"/>
                <a:ea typeface="メイリオ" panose="020B0604030504040204" pitchFamily="50" charset="-128"/>
              </a:rPr>
              <a:t>装着した状態でボールやその他のものを打たない</a:t>
            </a:r>
            <a:r>
              <a:rPr lang="ja-JP" altLang="en-US" sz="700" dirty="0">
                <a:latin typeface="メイリオ" panose="020B0604030504040204" pitchFamily="50" charset="-128"/>
                <a:ea typeface="メイリオ" panose="020B0604030504040204" pitchFamily="50" charset="-128"/>
              </a:rPr>
              <a:t>でください。</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衝撃に耐えられずすぐに壊れます。</a:t>
            </a:r>
            <a:br>
              <a:rPr kumimoji="1" lang="en-US" altLang="ja-JP" sz="700" dirty="0">
                <a:latin typeface="メイリオ" panose="020B0604030504040204" pitchFamily="50" charset="-128"/>
                <a:ea typeface="メイリオ" panose="020B0604030504040204" pitchFamily="50" charset="-128"/>
              </a:rPr>
            </a:br>
            <a:endParaRPr lang="en-US" altLang="ja-JP" sz="700" dirty="0">
              <a:latin typeface="メイリオ" panose="020B0604030504040204" pitchFamily="50" charset="-128"/>
              <a:ea typeface="メイリオ" panose="020B0604030504040204" pitchFamily="50" charset="-128"/>
            </a:endParaRPr>
          </a:p>
          <a:p>
            <a:pPr marL="171450" indent="-171450">
              <a:buFont typeface="Arial" panose="020B0604020202020204" pitchFamily="34" charset="0"/>
              <a:buChar char="•"/>
            </a:pPr>
            <a:r>
              <a:rPr lang="ja-JP" altLang="ja-JP" sz="700" dirty="0">
                <a:latin typeface="メイリオ" panose="020B0604030504040204" pitchFamily="50" charset="-128"/>
                <a:ea typeface="メイリオ" panose="020B0604030504040204" pitchFamily="50" charset="-128"/>
              </a:rPr>
              <a:t>本体は防水仕様ではありません。</a:t>
            </a:r>
            <a:br>
              <a:rPr lang="en-US" altLang="ja-JP" sz="700" dirty="0">
                <a:latin typeface="メイリオ" panose="020B0604030504040204" pitchFamily="50" charset="-128"/>
                <a:ea typeface="メイリオ" panose="020B0604030504040204" pitchFamily="50" charset="-128"/>
              </a:rPr>
            </a:br>
            <a:r>
              <a:rPr lang="ja-JP" altLang="ja-JP" sz="700" dirty="0">
                <a:latin typeface="メイリオ" panose="020B0604030504040204" pitchFamily="50" charset="-128"/>
                <a:ea typeface="メイリオ" panose="020B0604030504040204" pitchFamily="50" charset="-128"/>
              </a:rPr>
              <a:t>雨、水、汗で濡れた状態、砂や泥が多い場所での使用は避けた方が安全です。</a:t>
            </a:r>
            <a:endParaRPr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73356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4760" y="881742"/>
            <a:ext cx="1034074" cy="1034074"/>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243319" y="431664"/>
            <a:ext cx="1784721" cy="369332"/>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2447674" y="1140126"/>
            <a:ext cx="1616074" cy="36933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2447675" y="1692246"/>
            <a:ext cx="1616074" cy="1497752"/>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2279027" y="554202"/>
            <a:ext cx="1363232"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iOS</a:t>
            </a:r>
            <a:r>
              <a:rPr kumimoji="1" lang="ja-JP" altLang="en-US" sz="1400"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3139873" y="1233395"/>
            <a:ext cx="220521" cy="22052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TextBox 12">
            <a:extLst>
              <a:ext uri="{FF2B5EF4-FFF2-40B4-BE49-F238E27FC236}">
                <a16:creationId xmlns:a16="http://schemas.microsoft.com/office/drawing/2014/main" id="{566FBD40-8123-2FE1-A1E5-7593C3EBE4D9}"/>
              </a:ext>
            </a:extLst>
          </p:cNvPr>
          <p:cNvSpPr txBox="1"/>
          <p:nvPr/>
        </p:nvSpPr>
        <p:spPr>
          <a:xfrm>
            <a:off x="4231963" y="1233395"/>
            <a:ext cx="1363232"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2545978" y="2956129"/>
            <a:ext cx="1408309" cy="2205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TextBox 14">
            <a:extLst>
              <a:ext uri="{FF2B5EF4-FFF2-40B4-BE49-F238E27FC236}">
                <a16:creationId xmlns:a16="http://schemas.microsoft.com/office/drawing/2014/main" id="{EBE74208-12CD-98B6-4E4A-C92850871DD1}"/>
              </a:ext>
            </a:extLst>
          </p:cNvPr>
          <p:cNvSpPr txBox="1"/>
          <p:nvPr/>
        </p:nvSpPr>
        <p:spPr>
          <a:xfrm>
            <a:off x="4231963" y="2234081"/>
            <a:ext cx="1708300" cy="307777"/>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「もっと見る」を押すと出てくる「</a:t>
            </a:r>
            <a:r>
              <a:rPr kumimoji="1" lang="ja-JP" altLang="en-US" sz="700" b="1" dirty="0">
                <a:latin typeface="メイリオ" panose="020B0604030504040204" pitchFamily="50" charset="-128"/>
                <a:ea typeface="メイリオ" panose="020B0604030504040204" pitchFamily="50" charset="-128"/>
              </a:rPr>
              <a:t>ホーム画面に追加</a:t>
            </a:r>
            <a:r>
              <a:rPr kumimoji="1" lang="ja-JP" altLang="en-US" sz="700"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2687211" y="3282943"/>
            <a:ext cx="968352" cy="968352"/>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4231963" y="3613230"/>
            <a:ext cx="1708300" cy="415498"/>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インストール完了。</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2447674" y="4453881"/>
            <a:ext cx="1839110" cy="307777"/>
          </a:xfrm>
          <a:prstGeom prst="rect">
            <a:avLst/>
          </a:prstGeom>
          <a:noFill/>
        </p:spPr>
        <p:txBody>
          <a:bodyPr wrap="square" rtlCol="0">
            <a:spAutoFit/>
          </a:bodyPr>
          <a:lstStyle/>
          <a:p>
            <a:r>
              <a:rPr kumimoji="1" lang="en-US" altLang="ja-JP" sz="1400" b="1" dirty="0">
                <a:latin typeface="メイリオ" panose="020B0604030504040204" pitchFamily="50" charset="-128"/>
                <a:ea typeface="メイリオ" panose="020B0604030504040204" pitchFamily="50" charset="-128"/>
              </a:rPr>
              <a:t>Android</a:t>
            </a:r>
            <a:r>
              <a:rPr kumimoji="1" lang="ja-JP" altLang="en-US" sz="1400"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2616503" y="4768884"/>
            <a:ext cx="3323760" cy="1523494"/>
          </a:xfrm>
          <a:prstGeom prst="rect">
            <a:avLst/>
          </a:prstGeom>
          <a:noFill/>
        </p:spPr>
        <p:txBody>
          <a:bodyPr wrap="square">
            <a:spAutoFit/>
          </a:bodyPr>
          <a:lstStyle/>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画面右上にある </a:t>
            </a:r>
            <a:r>
              <a:rPr lang="ja-JP" altLang="ja-JP" sz="800" b="1" u="none" strike="noStrike" dirty="0">
                <a:effectLst/>
                <a:latin typeface="メイリオ" panose="020B0604030504040204" pitchFamily="50" charset="-128"/>
                <a:ea typeface="メイリオ" panose="020B0604030504040204" pitchFamily="50" charset="-128"/>
              </a:rPr>
              <a:t>「︙」（メニューアイコン）</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メニューの中にある </a:t>
            </a:r>
            <a:r>
              <a:rPr lang="ja-JP" altLang="ja-JP" sz="800" b="1" u="none" strike="noStrike" dirty="0">
                <a:effectLst/>
                <a:latin typeface="メイリオ" panose="020B0604030504040204" pitchFamily="50" charset="-128"/>
                <a:ea typeface="メイリオ" panose="020B0604030504040204" pitchFamily="50" charset="-128"/>
              </a:rPr>
              <a:t>「アプリをインストール」</a:t>
            </a:r>
            <a:r>
              <a:rPr lang="ja-JP" altLang="ja-JP" sz="800" b="0" u="none" strike="noStrike" dirty="0">
                <a:effectLst/>
                <a:latin typeface="メイリオ" panose="020B0604030504040204" pitchFamily="50" charset="-128"/>
                <a:ea typeface="メイリオ" panose="020B0604030504040204" pitchFamily="50" charset="-128"/>
              </a:rPr>
              <a:t> または </a:t>
            </a:r>
            <a:r>
              <a:rPr lang="ja-JP" altLang="ja-JP" sz="800" b="1" u="none" strike="noStrike" dirty="0">
                <a:effectLst/>
                <a:latin typeface="メイリオ" panose="020B0604030504040204" pitchFamily="50" charset="-128"/>
                <a:ea typeface="メイリオ" panose="020B0604030504040204" pitchFamily="50" charset="-128"/>
              </a:rPr>
              <a:t>「ホーム画面に追加」</a:t>
            </a:r>
            <a:r>
              <a:rPr lang="ja-JP" altLang="ja-JP" sz="800" b="0" u="none" strike="noStrike" dirty="0">
                <a:effectLst/>
                <a:latin typeface="メイリオ" panose="020B0604030504040204" pitchFamily="50" charset="-128"/>
                <a:ea typeface="メイリオ" panose="020B0604030504040204" pitchFamily="50" charset="-128"/>
              </a:rPr>
              <a:t> を選択します。</a:t>
            </a:r>
          </a:p>
          <a:p>
            <a:pPr>
              <a:spcBef>
                <a:spcPts val="900"/>
              </a:spcBef>
              <a:spcAft>
                <a:spcPts val="900"/>
              </a:spcAft>
              <a:buFont typeface="+mj-lt"/>
              <a:buAutoNum type="arabicPeriod"/>
            </a:pPr>
            <a:r>
              <a:rPr lang="ja-JP" altLang="ja-JP" sz="800" b="0" u="none" strike="noStrike" dirty="0">
                <a:effectLst/>
                <a:latin typeface="メイリオ" panose="020B0604030504040204" pitchFamily="50" charset="-128"/>
                <a:ea typeface="メイリオ" panose="020B0604030504040204" pitchFamily="50" charset="-128"/>
              </a:rPr>
              <a:t>確認画面で </a:t>
            </a:r>
            <a:r>
              <a:rPr lang="ja-JP" altLang="ja-JP" sz="800" b="1" u="none" strike="noStrike" dirty="0">
                <a:effectLst/>
                <a:latin typeface="メイリオ" panose="020B0604030504040204" pitchFamily="50" charset="-128"/>
                <a:ea typeface="メイリオ" panose="020B0604030504040204" pitchFamily="50" charset="-128"/>
              </a:rPr>
              <a:t>「インストール」</a:t>
            </a:r>
            <a:r>
              <a:rPr lang="ja-JP" altLang="ja-JP" sz="800" b="0" u="none" strike="noStrike" dirty="0">
                <a:effectLst/>
                <a:latin typeface="メイリオ" panose="020B0604030504040204" pitchFamily="50" charset="-128"/>
                <a:ea typeface="メイリオ" panose="020B0604030504040204" pitchFamily="50" charset="-128"/>
              </a:rPr>
              <a:t> をタップします。</a:t>
            </a:r>
          </a:p>
          <a:p>
            <a:pPr>
              <a:spcBef>
                <a:spcPts val="900"/>
              </a:spcBef>
              <a:spcAft>
                <a:spcPts val="1200"/>
              </a:spcAft>
              <a:buNone/>
            </a:pPr>
            <a:r>
              <a:rPr lang="ja-JP" altLang="ja-JP" sz="800" b="0" u="none" strike="noStrike" dirty="0">
                <a:effectLst/>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403553" y="1957480"/>
            <a:ext cx="1438596" cy="307777"/>
          </a:xfrm>
          <a:prstGeom prst="rect">
            <a:avLst/>
          </a:prstGeom>
          <a:noFill/>
        </p:spPr>
        <p:txBody>
          <a:bodyPr wrap="square" rtlCol="0">
            <a:spAutoFit/>
          </a:bodyPr>
          <a:lstStyle/>
          <a:p>
            <a:r>
              <a:rPr kumimoji="1" lang="en-US" altLang="ja-JP" sz="700" dirty="0">
                <a:latin typeface="メイリオ" panose="020B0604030504040204" pitchFamily="50" charset="-128"/>
                <a:ea typeface="メイリオ" panose="020B0604030504040204" pitchFamily="50" charset="-128"/>
              </a:rPr>
              <a:t>QR</a:t>
            </a:r>
            <a:r>
              <a:rPr kumimoji="1" lang="ja-JP" altLang="en-US" sz="700"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6483932" y="554202"/>
            <a:ext cx="1363232" cy="307777"/>
          </a:xfrm>
          <a:prstGeom prst="rect">
            <a:avLst/>
          </a:prstGeom>
          <a:noFill/>
        </p:spPr>
        <p:txBody>
          <a:bodyPr wrap="square" rtlCol="0">
            <a:spAutoFit/>
          </a:bodyPr>
          <a:lstStyle/>
          <a:p>
            <a:r>
              <a:rPr kumimoji="1" lang="ja-JP" altLang="en-US" sz="1400"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6726093" y="861980"/>
            <a:ext cx="1832765" cy="1781104"/>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8835606" y="1598643"/>
            <a:ext cx="1708300" cy="200055"/>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8835605" y="3066389"/>
            <a:ext cx="2944803" cy="738664"/>
          </a:xfrm>
          <a:prstGeom prst="rect">
            <a:avLst/>
          </a:prstGeom>
          <a:noFill/>
        </p:spPr>
        <p:txBody>
          <a:bodyPr wrap="square" rtlCol="0">
            <a:spAutoFit/>
          </a:bodyPr>
          <a:lstStyle/>
          <a:p>
            <a:r>
              <a:rPr lang="ja-JP" altLang="en-US" sz="700" dirty="0">
                <a:latin typeface="メイリオ" panose="020B0604030504040204" pitchFamily="50" charset="-128"/>
                <a:ea typeface="メイリオ" panose="020B0604030504040204" pitchFamily="50" charset="-128"/>
              </a:rPr>
              <a:t>メニューから「バッジ」へ進みます。</a:t>
            </a:r>
            <a:br>
              <a:rPr lang="en-US" altLang="ja-JP" sz="700" dirty="0">
                <a:latin typeface="メイリオ" panose="020B0604030504040204" pitchFamily="50" charset="-128"/>
                <a:ea typeface="メイリオ" panose="020B0604030504040204" pitchFamily="50" charset="-128"/>
              </a:rPr>
            </a:br>
            <a:br>
              <a:rPr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目標とごほうびを決めてあげてください。</a:t>
            </a:r>
            <a:br>
              <a:rPr kumimoji="1" lang="en-US" altLang="ja-JP" sz="700" dirty="0">
                <a:latin typeface="メイリオ" panose="020B0604030504040204" pitchFamily="50" charset="-128"/>
                <a:ea typeface="メイリオ" panose="020B0604030504040204" pitchFamily="50" charset="-128"/>
              </a:rPr>
            </a:br>
            <a:r>
              <a:rPr lang="en-US" altLang="ja-JP" sz="700" dirty="0">
                <a:latin typeface="メイリオ" panose="020B0604030504040204" pitchFamily="50" charset="-128"/>
                <a:ea typeface="メイリオ" panose="020B0604030504040204" pitchFamily="50" charset="-128"/>
              </a:rPr>
              <a:t>※</a:t>
            </a:r>
            <a:r>
              <a:rPr lang="ja-JP" altLang="en-US" sz="700" dirty="0">
                <a:latin typeface="メイリオ" panose="020B0604030504040204" pitchFamily="50" charset="-128"/>
                <a:ea typeface="メイリオ" panose="020B0604030504040204" pitchFamily="50" charset="-128"/>
              </a:rPr>
              <a:t> 最初は目標</a:t>
            </a:r>
            <a:r>
              <a:rPr lang="en-US" altLang="ja-JP" sz="700" dirty="0">
                <a:latin typeface="メイリオ" panose="020B0604030504040204" pitchFamily="50" charset="-128"/>
                <a:ea typeface="メイリオ" panose="020B0604030504040204" pitchFamily="50" charset="-128"/>
              </a:rPr>
              <a:t>100</a:t>
            </a:r>
            <a:r>
              <a:rPr lang="ja-JP" altLang="en-US" sz="700" dirty="0">
                <a:latin typeface="メイリオ" panose="020B0604030504040204" pitchFamily="50" charset="-128"/>
                <a:ea typeface="メイリオ" panose="020B0604030504040204" pitchFamily="50" charset="-128"/>
              </a:rPr>
              <a:t>ポイントくらいが良いと思います。</a:t>
            </a:r>
            <a:endParaRPr lang="en-US" altLang="ja-JP" sz="700" dirty="0">
              <a:latin typeface="メイリオ" panose="020B0604030504040204" pitchFamily="50" charset="-128"/>
              <a:ea typeface="メイリオ" panose="020B0604030504040204" pitchFamily="50" charset="-128"/>
            </a:endParaRPr>
          </a:p>
          <a:p>
            <a:br>
              <a:rPr kumimoji="1" lang="en-US" altLang="ja-JP" sz="700" dirty="0">
                <a:latin typeface="メイリオ" panose="020B0604030504040204" pitchFamily="50" charset="-128"/>
                <a:ea typeface="メイリオ" panose="020B0604030504040204" pitchFamily="50" charset="-128"/>
              </a:rPr>
            </a:br>
            <a:endParaRPr kumimoji="1" lang="ja-JP" altLang="en-US" sz="7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6726093" y="4287614"/>
            <a:ext cx="1915620" cy="820980"/>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8835605" y="4436494"/>
            <a:ext cx="2944803" cy="523220"/>
          </a:xfrm>
          <a:prstGeom prst="rect">
            <a:avLst/>
          </a:prstGeom>
          <a:noFill/>
        </p:spPr>
        <p:txBody>
          <a:bodyPr wrap="square" rtlCol="0">
            <a:spAutoFit/>
          </a:bodyPr>
          <a:lstStyle/>
          <a:p>
            <a:r>
              <a:rPr kumimoji="1" lang="ja-JP" altLang="en-US" sz="700" dirty="0">
                <a:latin typeface="メイリオ" panose="020B0604030504040204" pitchFamily="50" charset="-128"/>
                <a:ea typeface="メイリオ" panose="020B0604030504040204" pitchFamily="50" charset="-128"/>
              </a:rPr>
              <a:t>練習が終わったら</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ja-JP" altLang="en-US" sz="700" dirty="0">
                <a:latin typeface="メイリオ" panose="020B0604030504040204" pitchFamily="50" charset="-128"/>
                <a:ea typeface="メイリオ" panose="020B0604030504040204" pitchFamily="50" charset="-128"/>
              </a:rPr>
              <a:t>本体を</a:t>
            </a:r>
            <a:r>
              <a:rPr kumimoji="1" lang="en-US" altLang="ja-JP" sz="700" dirty="0">
                <a:latin typeface="メイリオ" panose="020B0604030504040204" pitchFamily="50" charset="-128"/>
                <a:ea typeface="メイリオ" panose="020B0604030504040204" pitchFamily="50" charset="-128"/>
              </a:rPr>
              <a:t>1</a:t>
            </a:r>
            <a:r>
              <a:rPr kumimoji="1" lang="ja-JP" altLang="en-US" sz="700" dirty="0">
                <a:latin typeface="メイリオ" panose="020B0604030504040204" pitchFamily="50" charset="-128"/>
                <a:ea typeface="メイリオ" panose="020B0604030504040204" pitchFamily="50" charset="-128"/>
              </a:rPr>
              <a:t>回タップして表示される数字を「回数」</a:t>
            </a: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　</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回タップして表示される</a:t>
            </a:r>
            <a:r>
              <a:rPr kumimoji="1" lang="en-US" altLang="ja-JP" sz="700" dirty="0">
                <a:latin typeface="メイリオ" panose="020B0604030504040204" pitchFamily="50" charset="-128"/>
                <a:ea typeface="メイリオ" panose="020B0604030504040204" pitchFamily="50" charset="-128"/>
              </a:rPr>
              <a:t>2</a:t>
            </a:r>
            <a:r>
              <a:rPr kumimoji="1" lang="ja-JP" altLang="en-US" sz="700" dirty="0">
                <a:latin typeface="メイリオ" panose="020B0604030504040204" pitchFamily="50" charset="-128"/>
                <a:ea typeface="メイリオ" panose="020B0604030504040204" pitchFamily="50" charset="-128"/>
              </a:rPr>
              <a:t>つの数字を「平均」「ベスト」</a:t>
            </a: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に入力して</a:t>
            </a:r>
            <a:r>
              <a:rPr kumimoji="1" lang="en-US" altLang="ja-JP" sz="700" dirty="0">
                <a:latin typeface="メイリオ" panose="020B0604030504040204" pitchFamily="50" charset="-128"/>
                <a:ea typeface="メイリオ" panose="020B0604030504040204" pitchFamily="50" charset="-128"/>
              </a:rPr>
              <a:t>OK</a:t>
            </a:r>
            <a:r>
              <a:rPr kumimoji="1" lang="ja-JP" altLang="en-US" sz="700"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6726093" y="2905846"/>
            <a:ext cx="1833324" cy="112288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6726093" y="5367481"/>
            <a:ext cx="1915620" cy="965535"/>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8835605" y="5530631"/>
            <a:ext cx="2575942" cy="984885"/>
          </a:xfrm>
          <a:prstGeom prst="rect">
            <a:avLst/>
          </a:prstGeom>
          <a:noFill/>
        </p:spPr>
        <p:txBody>
          <a:bodyPr wrap="square">
            <a:spAutoFit/>
          </a:bodyPr>
          <a:lstStyle/>
          <a:p>
            <a:endParaRPr kumimoji="1" lang="en-US" altLang="ja-JP" sz="800" dirty="0">
              <a:latin typeface="メイリオ" panose="020B0604030504040204" pitchFamily="50" charset="-128"/>
              <a:ea typeface="メイリオ" panose="020B0604030504040204" pitchFamily="50" charset="-128"/>
            </a:endParaRPr>
          </a:p>
          <a:p>
            <a:r>
              <a:rPr lang="ja-JP" altLang="en-US" sz="800" dirty="0">
                <a:latin typeface="メイリオ" panose="020B0604030504040204" pitchFamily="50" charset="-128"/>
                <a:ea typeface="メイリオ" panose="020B0604030504040204" pitchFamily="50" charset="-128"/>
              </a:rPr>
              <a:t>毎日バットを振ることでポイントが貯まります。</a:t>
            </a:r>
            <a:br>
              <a:rPr lang="en-US" altLang="ja-JP" sz="800" dirty="0">
                <a:latin typeface="メイリオ" panose="020B0604030504040204" pitchFamily="50" charset="-128"/>
                <a:ea typeface="メイリオ" panose="020B0604030504040204" pitchFamily="50" charset="-128"/>
              </a:rPr>
            </a:br>
            <a:r>
              <a:rPr lang="ja-JP" altLang="en-US" sz="80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kumimoji="1" lang="en-US" altLang="ja-JP" sz="800" b="1" dirty="0">
              <a:solidFill>
                <a:srgbClr val="FF0000"/>
              </a:solidFill>
              <a:latin typeface="メイリオ" panose="020B0604030504040204" pitchFamily="50" charset="-128"/>
              <a:ea typeface="メイリオ" panose="020B0604030504040204" pitchFamily="50" charset="-128"/>
            </a:endParaRPr>
          </a:p>
          <a:p>
            <a:br>
              <a:rPr lang="en-US" altLang="ja-JP" sz="800" dirty="0">
                <a:latin typeface="メイリオ" panose="020B0604030504040204" pitchFamily="50" charset="-128"/>
                <a:ea typeface="メイリオ" panose="020B0604030504040204" pitchFamily="50" charset="-128"/>
              </a:rPr>
            </a:br>
            <a:endParaRPr lang="ja-JP" altLang="en-US" dirty="0"/>
          </a:p>
        </p:txBody>
      </p:sp>
    </p:spTree>
    <p:extLst>
      <p:ext uri="{BB962C8B-B14F-4D97-AF65-F5344CB8AC3E}">
        <p14:creationId xmlns:p14="http://schemas.microsoft.com/office/powerpoint/2010/main" val="2011458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1014949" y="1730002"/>
            <a:ext cx="2221396" cy="2961861"/>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895162" y="1083671"/>
            <a:ext cx="2460970" cy="646331"/>
          </a:xfrm>
          <a:prstGeom prst="rect">
            <a:avLst/>
          </a:prstGeom>
          <a:noFill/>
        </p:spPr>
        <p:txBody>
          <a:bodyPr wrap="square" rtlCol="0">
            <a:spAutoFit/>
          </a:bodyPr>
          <a:lstStyle/>
          <a:p>
            <a:pPr algn="ctr"/>
            <a:r>
              <a:rPr lang="ja-JP" altLang="en-US" b="1" dirty="0">
                <a:latin typeface="メイリオ" panose="020B0604030504040204" pitchFamily="50" charset="-128"/>
                <a:ea typeface="メイリオ" panose="020B0604030504040204" pitchFamily="50" charset="-128"/>
              </a:rPr>
              <a:t>少年野球用</a:t>
            </a:r>
            <a:br>
              <a:rPr lang="en-US" altLang="ja-JP" b="1" dirty="0">
                <a:latin typeface="メイリオ" panose="020B0604030504040204" pitchFamily="50" charset="-128"/>
                <a:ea typeface="メイリオ" panose="020B0604030504040204" pitchFamily="50" charset="-128"/>
              </a:rPr>
            </a:br>
            <a:r>
              <a:rPr lang="ja-JP" altLang="en-US" b="1" dirty="0">
                <a:latin typeface="メイリオ" panose="020B0604030504040204" pitchFamily="50" charset="-128"/>
                <a:ea typeface="メイリオ" panose="020B0604030504040204" pitchFamily="50" charset="-128"/>
              </a:rPr>
              <a:t>素振り練習補助装置</a:t>
            </a:r>
            <a:endParaRPr kumimoji="1" lang="ja-JP" altLang="en-US" b="1" dirty="0">
              <a:latin typeface="メイリオ" panose="020B0604030504040204" pitchFamily="50" charset="-128"/>
              <a:ea typeface="メイリオ" panose="020B0604030504040204" pitchFamily="50" charset="-128"/>
            </a:endParaRPr>
          </a:p>
        </p:txBody>
      </p:sp>
      <p:sp>
        <p:nvSpPr>
          <p:cNvPr id="7" name="TextBox 6">
            <a:extLst>
              <a:ext uri="{FF2B5EF4-FFF2-40B4-BE49-F238E27FC236}">
                <a16:creationId xmlns:a16="http://schemas.microsoft.com/office/drawing/2014/main" id="{D9D41400-474B-0641-D344-A6A6641BAFA8}"/>
              </a:ext>
            </a:extLst>
          </p:cNvPr>
          <p:cNvSpPr txBox="1"/>
          <p:nvPr/>
        </p:nvSpPr>
        <p:spPr>
          <a:xfrm>
            <a:off x="227934" y="4550251"/>
            <a:ext cx="3795426" cy="1177245"/>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子ども達が素振りを</a:t>
            </a:r>
            <a:r>
              <a:rPr lang="ja-JP" altLang="en-US" sz="1050" b="1" dirty="0">
                <a:solidFill>
                  <a:srgbClr val="FF0000"/>
                </a:solidFill>
                <a:latin typeface="メイリオ" panose="020B0604030504040204" pitchFamily="50" charset="-128"/>
                <a:ea typeface="メイリオ" panose="020B0604030504040204" pitchFamily="50" charset="-128"/>
              </a:rPr>
              <a:t>「続けたくなる」</a:t>
            </a:r>
            <a:r>
              <a:rPr lang="ja-JP" altLang="en-US" sz="1000" dirty="0">
                <a:latin typeface="メイリオ" panose="020B0604030504040204" pitchFamily="50" charset="-128"/>
                <a:ea typeface="メイリオ" panose="020B0604030504040204" pitchFamily="50" charset="-128"/>
              </a:rPr>
              <a:t>ための小型デバイスです。</a:t>
            </a:r>
            <a:br>
              <a:rPr lang="en-US" altLang="ja-JP" sz="1000" dirty="0">
                <a:latin typeface="メイリオ" panose="020B0604030504040204" pitchFamily="50" charset="-128"/>
                <a:ea typeface="メイリオ" panose="020B0604030504040204" pitchFamily="50" charset="-128"/>
              </a:rPr>
            </a:br>
            <a:br>
              <a:rPr lang="en-US" altLang="ja-JP" sz="1000" dirty="0">
                <a:latin typeface="メイリオ" panose="020B0604030504040204" pitchFamily="50" charset="-128"/>
                <a:ea typeface="メイリオ" panose="020B0604030504040204" pitchFamily="50" charset="-128"/>
              </a:rPr>
            </a:br>
            <a:r>
              <a:rPr lang="ja-JP" altLang="en-US" sz="1000"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1000" dirty="0">
                <a:latin typeface="メイリオ" panose="020B0604030504040204" pitchFamily="50" charset="-128"/>
                <a:ea typeface="メイリオ" panose="020B0604030504040204" pitchFamily="50" charset="-128"/>
              </a:rPr>
              <a:t>100</a:t>
            </a:r>
            <a:r>
              <a:rPr lang="ja-JP" altLang="en-US" sz="1000" dirty="0">
                <a:latin typeface="メイリオ" panose="020B0604030504040204" pitchFamily="50" charset="-128"/>
                <a:ea typeface="メイリオ" panose="020B0604030504040204" pitchFamily="50" charset="-128"/>
              </a:rPr>
              <a:t>～</a:t>
            </a:r>
            <a:r>
              <a:rPr lang="en-US" altLang="ja-JP" sz="1000" dirty="0">
                <a:latin typeface="メイリオ" panose="020B0604030504040204" pitchFamily="50" charset="-128"/>
                <a:ea typeface="メイリオ" panose="020B0604030504040204" pitchFamily="50" charset="-128"/>
              </a:rPr>
              <a:t>999</a:t>
            </a:r>
            <a:r>
              <a:rPr lang="ja-JP" altLang="en-US" sz="1000" dirty="0">
                <a:latin typeface="メイリオ" panose="020B0604030504040204" pitchFamily="50" charset="-128"/>
                <a:ea typeface="メイリオ" panose="020B0604030504040204" pitchFamily="50" charset="-128"/>
              </a:rPr>
              <a:t>点のスコアで見える化します。</a:t>
            </a:r>
            <a:endParaRPr lang="en-US" altLang="ja-JP" sz="1000" dirty="0">
              <a:latin typeface="メイリオ" panose="020B0604030504040204" pitchFamily="50" charset="-128"/>
              <a:ea typeface="メイリオ" panose="020B0604030504040204" pitchFamily="50" charset="-128"/>
            </a:endParaRPr>
          </a:p>
          <a:p>
            <a:endParaRPr lang="en-US" altLang="ja-JP"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1000" b="1" dirty="0">
                <a:solidFill>
                  <a:srgbClr val="FF0000"/>
                </a:solidFill>
                <a:latin typeface="メイリオ" panose="020B0604030504040204" pitchFamily="50" charset="-128"/>
                <a:ea typeface="メイリオ" panose="020B0604030504040204" pitchFamily="50" charset="-128"/>
              </a:rPr>
              <a:t>楽しみながら継続</a:t>
            </a:r>
            <a:r>
              <a:rPr lang="ja-JP" altLang="en-US" sz="1000"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4317396" y="256735"/>
            <a:ext cx="2460970" cy="369332"/>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仕組み</a:t>
            </a:r>
            <a:endParaRPr kumimoji="1" lang="ja-JP" altLang="en-US" b="1" dirty="0">
              <a:latin typeface="メイリオ" panose="020B0604030504040204" pitchFamily="50" charset="-128"/>
              <a:ea typeface="メイリオ" panose="020B0604030504040204" pitchFamily="50" charset="-128"/>
            </a:endParaRPr>
          </a:p>
        </p:txBody>
      </p:sp>
      <p:sp>
        <p:nvSpPr>
          <p:cNvPr id="19" name="TextBox 18">
            <a:extLst>
              <a:ext uri="{FF2B5EF4-FFF2-40B4-BE49-F238E27FC236}">
                <a16:creationId xmlns:a16="http://schemas.microsoft.com/office/drawing/2014/main" id="{E8CDA70B-4B05-99BF-31D8-590B8DBB8931}"/>
              </a:ext>
            </a:extLst>
          </p:cNvPr>
          <p:cNvSpPr txBox="1"/>
          <p:nvPr/>
        </p:nvSpPr>
        <p:spPr>
          <a:xfrm>
            <a:off x="4517674" y="587704"/>
            <a:ext cx="7124371" cy="2092881"/>
          </a:xfrm>
          <a:prstGeom prst="rect">
            <a:avLst/>
          </a:prstGeom>
          <a:noFill/>
        </p:spPr>
        <p:txBody>
          <a:bodyPr wrap="square">
            <a:spAutoFit/>
          </a:bodyPr>
          <a:lstStyle/>
          <a:p>
            <a:r>
              <a:rPr lang="ja-JP" altLang="en-US" sz="1000" dirty="0">
                <a:latin typeface="メイリオ" panose="020B0604030504040204" pitchFamily="50" charset="-128"/>
                <a:ea typeface="メイリオ" panose="020B0604030504040204" pitchFamily="50" charset="-128"/>
              </a:rPr>
              <a:t>本体に内蔵されたセンサーで、スイング中の</a:t>
            </a:r>
            <a:r>
              <a:rPr lang="en-US" altLang="ja-JP" sz="1000" dirty="0">
                <a:latin typeface="メイリオ" panose="020B0604030504040204" pitchFamily="50" charset="-128"/>
                <a:ea typeface="メイリオ" panose="020B0604030504040204" pitchFamily="50" charset="-128"/>
              </a:rPr>
              <a:t>2</a:t>
            </a:r>
            <a:r>
              <a:rPr lang="ja-JP" altLang="en-US" sz="1000" dirty="0">
                <a:latin typeface="メイリオ" panose="020B0604030504040204" pitchFamily="50" charset="-128"/>
                <a:ea typeface="メイリオ" panose="020B0604030504040204" pitchFamily="50" charset="-128"/>
              </a:rPr>
              <a:t>つの動きを読み取ります。</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FF0000"/>
                </a:solidFill>
                <a:latin typeface="メイリオ" panose="020B0604030504040204" pitchFamily="50" charset="-128"/>
                <a:ea typeface="メイリオ" panose="020B0604030504040204" pitchFamily="50" charset="-128"/>
              </a:rPr>
              <a:t>1. </a:t>
            </a:r>
            <a:r>
              <a:rPr lang="ja-JP" altLang="en-US" sz="1000" b="1" dirty="0">
                <a:solidFill>
                  <a:srgbClr val="FF0000"/>
                </a:solidFill>
                <a:latin typeface="メイリオ" panose="020B0604030504040204" pitchFamily="50" charset="-128"/>
                <a:ea typeface="メイリオ" panose="020B0604030504040204" pitchFamily="50" charset="-128"/>
              </a:rPr>
              <a:t>加速度</a:t>
            </a:r>
          </a:p>
          <a:p>
            <a:r>
              <a:rPr lang="ja-JP" altLang="en-US" sz="1000" dirty="0">
                <a:latin typeface="メイリオ" panose="020B0604030504040204" pitchFamily="50" charset="-128"/>
                <a:ea typeface="メイリオ" panose="020B0604030504040204" pitchFamily="50" charset="-128"/>
              </a:rPr>
              <a:t>   どれだけ力強くバットを動かしたか</a:t>
            </a:r>
          </a:p>
          <a:p>
            <a:endParaRPr lang="ja-JP" altLang="en-US" sz="1000" dirty="0">
              <a:latin typeface="メイリオ" panose="020B0604030504040204" pitchFamily="50" charset="-128"/>
              <a:ea typeface="メイリオ" panose="020B0604030504040204" pitchFamily="50" charset="-128"/>
            </a:endParaRPr>
          </a:p>
          <a:p>
            <a:r>
              <a:rPr lang="en-US" altLang="ja-JP" sz="1000" b="1" dirty="0">
                <a:solidFill>
                  <a:srgbClr val="0070C0"/>
                </a:solidFill>
                <a:latin typeface="メイリオ" panose="020B0604030504040204" pitchFamily="50" charset="-128"/>
                <a:ea typeface="メイリオ" panose="020B0604030504040204" pitchFamily="50" charset="-128"/>
              </a:rPr>
              <a:t>2. </a:t>
            </a:r>
            <a:r>
              <a:rPr lang="ja-JP" altLang="en-US" sz="1000" b="1" dirty="0">
                <a:solidFill>
                  <a:srgbClr val="0070C0"/>
                </a:solidFill>
                <a:latin typeface="メイリオ" panose="020B0604030504040204" pitchFamily="50" charset="-128"/>
                <a:ea typeface="メイリオ" panose="020B0604030504040204" pitchFamily="50" charset="-128"/>
              </a:rPr>
              <a:t>回転速度</a:t>
            </a:r>
          </a:p>
          <a:p>
            <a:r>
              <a:rPr lang="ja-JP" altLang="en-US" sz="1000" dirty="0">
                <a:latin typeface="メイリオ" panose="020B0604030504040204" pitchFamily="50" charset="-128"/>
                <a:ea typeface="メイリオ" panose="020B0604030504040204" pitchFamily="50" charset="-128"/>
              </a:rPr>
              <a:t>   どれだけ速くバットが回ったか</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スコアは、</a:t>
            </a:r>
            <a:r>
              <a:rPr lang="ja-JP" altLang="en-US" sz="1000" b="1" dirty="0">
                <a:solidFill>
                  <a:srgbClr val="FF0000"/>
                </a:solidFill>
                <a:latin typeface="メイリオ" panose="020B0604030504040204" pitchFamily="50" charset="-128"/>
                <a:ea typeface="メイリオ" panose="020B0604030504040204" pitchFamily="50" charset="-128"/>
              </a:rPr>
              <a:t>強い加速度</a:t>
            </a:r>
            <a:r>
              <a:rPr lang="ja-JP" altLang="en-US" sz="1000" dirty="0">
                <a:latin typeface="メイリオ" panose="020B0604030504040204" pitchFamily="50" charset="-128"/>
                <a:ea typeface="メイリオ" panose="020B0604030504040204" pitchFamily="50" charset="-128"/>
              </a:rPr>
              <a:t>がどれだけ続いたかと、</a:t>
            </a:r>
          </a:p>
          <a:p>
            <a:r>
              <a:rPr lang="ja-JP" altLang="en-US" sz="1000" dirty="0">
                <a:latin typeface="メイリオ" panose="020B0604030504040204" pitchFamily="50" charset="-128"/>
                <a:ea typeface="メイリオ" panose="020B0604030504040204" pitchFamily="50" charset="-128"/>
              </a:rPr>
              <a:t>スイング中の</a:t>
            </a:r>
            <a:r>
              <a:rPr lang="ja-JP" altLang="en-US" sz="1000" b="1" dirty="0">
                <a:solidFill>
                  <a:srgbClr val="0070C0"/>
                </a:solidFill>
                <a:latin typeface="メイリオ" panose="020B0604030504040204" pitchFamily="50" charset="-128"/>
                <a:ea typeface="メイリオ" panose="020B0604030504040204" pitchFamily="50" charset="-128"/>
              </a:rPr>
              <a:t>回転速度の高さ</a:t>
            </a:r>
            <a:r>
              <a:rPr lang="ja-JP" altLang="en-US" sz="1000" dirty="0">
                <a:latin typeface="メイリオ" panose="020B0604030504040204" pitchFamily="50" charset="-128"/>
                <a:ea typeface="メイリオ" panose="020B0604030504040204" pitchFamily="50" charset="-128"/>
              </a:rPr>
              <a:t>をもとに計算しています。</a:t>
            </a:r>
          </a:p>
          <a:p>
            <a:endParaRPr lang="ja-JP" altLang="en-US" sz="1000" dirty="0">
              <a:latin typeface="メイリオ" panose="020B0604030504040204" pitchFamily="50" charset="-128"/>
              <a:ea typeface="メイリオ" panose="020B0604030504040204" pitchFamily="50" charset="-128"/>
            </a:endParaRPr>
          </a:p>
          <a:p>
            <a:r>
              <a:rPr lang="ja-JP" altLang="en-US" sz="1000"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1000" dirty="0">
                <a:latin typeface="メイリオ" panose="020B0604030504040204" pitchFamily="50" charset="-128"/>
                <a:ea typeface="メイリオ" panose="020B0604030504040204" pitchFamily="50" charset="-128"/>
              </a:rPr>
              <a:t>※</a:t>
            </a:r>
            <a:r>
              <a:rPr lang="ja-JP" altLang="en-US" sz="1000"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4520655" y="2680585"/>
            <a:ext cx="6269266" cy="3798317"/>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8315403" y="4916970"/>
            <a:ext cx="3762628" cy="185145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8386659" y="5015763"/>
            <a:ext cx="2254236" cy="276999"/>
          </a:xfrm>
          <a:prstGeom prst="rect">
            <a:avLst/>
          </a:prstGeom>
          <a:noFill/>
        </p:spPr>
        <p:txBody>
          <a:bodyPr wrap="square" rtlCol="0">
            <a:spAutoFit/>
          </a:bodyPr>
          <a:lstStyle/>
          <a:p>
            <a:r>
              <a:rPr lang="en-US" altLang="ja-JP" sz="1200" b="1" dirty="0">
                <a:effectLst>
                  <a:glow rad="127000">
                    <a:schemeClr val="bg1"/>
                  </a:glow>
                </a:effectLst>
                <a:latin typeface="メイリオ" panose="020B0604030504040204" pitchFamily="50" charset="-128"/>
                <a:ea typeface="メイリオ" panose="020B0604030504040204" pitchFamily="50" charset="-128"/>
              </a:rPr>
              <a:t>329</a:t>
            </a:r>
            <a:r>
              <a:rPr lang="ja-JP" altLang="en-US" sz="12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200" b="1" dirty="0">
              <a:effectLst>
                <a:glow rad="127000">
                  <a:schemeClr val="bg1"/>
                </a:glow>
              </a:effectLst>
              <a:latin typeface="メイリオ" panose="020B0604030504040204" pitchFamily="50" charset="-128"/>
              <a:ea typeface="メイリオ" panose="020B0604030504040204" pitchFamily="50" charset="-128"/>
            </a:endParaRPr>
          </a:p>
        </p:txBody>
      </p:sp>
      <p:sp>
        <p:nvSpPr>
          <p:cNvPr id="20" name="TextBox 19">
            <a:extLst>
              <a:ext uri="{FF2B5EF4-FFF2-40B4-BE49-F238E27FC236}">
                <a16:creationId xmlns:a16="http://schemas.microsoft.com/office/drawing/2014/main" id="{E6165A23-AE5F-0508-3F9E-0BAFDF83FC77}"/>
              </a:ext>
            </a:extLst>
          </p:cNvPr>
          <p:cNvSpPr txBox="1"/>
          <p:nvPr/>
        </p:nvSpPr>
        <p:spPr>
          <a:xfrm>
            <a:off x="4520655" y="2850937"/>
            <a:ext cx="2254236" cy="338554"/>
          </a:xfrm>
          <a:prstGeom prst="rect">
            <a:avLst/>
          </a:prstGeom>
          <a:noFill/>
        </p:spPr>
        <p:txBody>
          <a:bodyPr wrap="square" rtlCol="0">
            <a:spAutoFit/>
          </a:bodyPr>
          <a:lstStyle/>
          <a:p>
            <a:r>
              <a:rPr lang="ja-JP" altLang="en-US" sz="1600" b="1" dirty="0">
                <a:effectLst>
                  <a:glow rad="127000">
                    <a:schemeClr val="bg1"/>
                  </a:glow>
                </a:effectLst>
                <a:latin typeface="メイリオ" panose="020B0604030504040204" pitchFamily="50" charset="-128"/>
                <a:ea typeface="メイリオ" panose="020B0604030504040204" pitchFamily="50" charset="-128"/>
              </a:rPr>
              <a:t>例）</a:t>
            </a:r>
            <a:r>
              <a:rPr lang="en-US" altLang="ja-JP" sz="1600" b="1" dirty="0">
                <a:effectLst>
                  <a:glow rad="127000">
                    <a:schemeClr val="bg1"/>
                  </a:glow>
                </a:effectLst>
                <a:latin typeface="メイリオ" panose="020B0604030504040204" pitchFamily="50" charset="-128"/>
                <a:ea typeface="メイリオ" panose="020B0604030504040204" pitchFamily="50" charset="-128"/>
              </a:rPr>
              <a:t>751</a:t>
            </a:r>
            <a:r>
              <a:rPr lang="ja-JP" altLang="en-US" sz="1600" b="1" dirty="0">
                <a:effectLst>
                  <a:glow rad="127000">
                    <a:schemeClr val="bg1"/>
                  </a:glow>
                </a:effectLst>
                <a:latin typeface="メイリオ" panose="020B0604030504040204" pitchFamily="50" charset="-128"/>
                <a:ea typeface="メイリオ" panose="020B0604030504040204" pitchFamily="50" charset="-128"/>
              </a:rPr>
              <a:t>点のスイング</a:t>
            </a:r>
            <a:endParaRPr kumimoji="1" lang="ja-JP" altLang="en-US" sz="1600" b="1" dirty="0">
              <a:effectLst>
                <a:glow rad="127000">
                  <a:schemeClr val="bg1"/>
                </a:glow>
              </a:effectLst>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026169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254442" y="1049572"/>
            <a:ext cx="3431918" cy="2072786"/>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254442" y="3506523"/>
            <a:ext cx="3457820" cy="2072787"/>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6171245" y="1049570"/>
            <a:ext cx="3446800" cy="2072788"/>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6170353" y="3429000"/>
            <a:ext cx="3447692" cy="2072788"/>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3824577" y="1129085"/>
            <a:ext cx="2083242" cy="1631216"/>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757</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kumimoji="1" lang="en-US" altLang="ja-JP" sz="700"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kumimoji="1" lang="en-US" altLang="ja-JP" sz="700" dirty="0">
              <a:latin typeface="メイリオ" panose="020B0604030504040204" pitchFamily="50" charset="-128"/>
              <a:ea typeface="メイリオ" panose="020B0604030504040204" pitchFamily="50" charset="-128"/>
            </a:endParaRPr>
          </a:p>
          <a:p>
            <a:br>
              <a:rPr lang="en-US" altLang="ja-JP" sz="700" dirty="0">
                <a:latin typeface="メイリオ" panose="020B0604030504040204" pitchFamily="50" charset="-128"/>
                <a:ea typeface="メイリオ" panose="020B0604030504040204" pitchFamily="50" charset="-128"/>
              </a:rPr>
            </a:br>
            <a:r>
              <a:rPr lang="ja-JP" altLang="en-US" sz="700" dirty="0">
                <a:latin typeface="メイリオ" panose="020B0604030504040204" pitchFamily="50" charset="-128"/>
                <a:ea typeface="メイリオ" panose="020B0604030504040204" pitchFamily="50" charset="-128"/>
              </a:rPr>
              <a:t>高得点。</a:t>
            </a:r>
            <a:endParaRPr kumimoji="1" lang="en-US" altLang="ja-JP" sz="700"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3824577" y="3578087"/>
            <a:ext cx="2083242" cy="784830"/>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470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加速が弱く、長く続いている割にはピークが低い。</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力を抜いてゆっくり振ったスイング。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9854316" y="1129085"/>
            <a:ext cx="2083242" cy="1538883"/>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680</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kumimoji="1"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典型的な「手振りスイング」。</a:t>
            </a:r>
            <a:endParaRPr kumimoji="1" lang="en-US" altLang="ja-JP" sz="700"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9880579" y="3578087"/>
            <a:ext cx="2083242" cy="1215717"/>
          </a:xfrm>
          <a:prstGeom prst="rect">
            <a:avLst/>
          </a:prstGeom>
          <a:noFill/>
        </p:spPr>
        <p:txBody>
          <a:bodyPr wrap="square" rtlCol="0">
            <a:spAutoFit/>
          </a:bodyPr>
          <a:lstStyle/>
          <a:p>
            <a:r>
              <a:rPr kumimoji="1" lang="ja-JP" altLang="en-US" sz="1000" b="1" dirty="0">
                <a:latin typeface="メイリオ" panose="020B0604030504040204" pitchFamily="50" charset="-128"/>
                <a:ea typeface="メイリオ" panose="020B0604030504040204" pitchFamily="50" charset="-128"/>
              </a:rPr>
              <a:t>スコア＝</a:t>
            </a:r>
            <a:r>
              <a:rPr kumimoji="1" lang="en-US" altLang="ja-JP" sz="1000" b="1" dirty="0">
                <a:latin typeface="メイリオ" panose="020B0604030504040204" pitchFamily="50" charset="-128"/>
                <a:ea typeface="メイリオ" panose="020B0604030504040204" pitchFamily="50" charset="-128"/>
              </a:rPr>
              <a:t>655</a:t>
            </a:r>
            <a:r>
              <a:rPr kumimoji="1" lang="ja-JP" altLang="en-US" sz="1000" b="1" dirty="0">
                <a:latin typeface="メイリオ" panose="020B0604030504040204" pitchFamily="50" charset="-128"/>
                <a:ea typeface="メイリオ" panose="020B0604030504040204" pitchFamily="50" charset="-128"/>
              </a:rPr>
              <a:t>点</a:t>
            </a:r>
            <a:endParaRPr kumimoji="1" lang="en-US" altLang="ja-JP" sz="1000" b="1" dirty="0">
              <a:latin typeface="メイリオ" panose="020B0604030504040204" pitchFamily="50" charset="-128"/>
              <a:ea typeface="メイリオ" panose="020B0604030504040204" pitchFamily="50" charset="-128"/>
            </a:endParaRPr>
          </a:p>
          <a:p>
            <a:endParaRPr lang="en-US" altLang="ja-JP" sz="700" dirty="0">
              <a:latin typeface="メイリオ" panose="020B0604030504040204" pitchFamily="50" charset="-128"/>
              <a:ea typeface="メイリオ" panose="020B0604030504040204" pitchFamily="50" charset="-128"/>
            </a:endParaRPr>
          </a:p>
          <a:p>
            <a:r>
              <a:rPr kumimoji="1" lang="ja-JP" altLang="en-US" sz="700" dirty="0">
                <a:latin typeface="メイリオ" panose="020B0604030504040204" pitchFamily="50" charset="-128"/>
                <a:ea typeface="メイリオ" panose="020B0604030504040204" pitchFamily="50" charset="-128"/>
              </a:rPr>
              <a:t>加速は十分に継続しているが、回転速度がそれについてきていない。</a:t>
            </a:r>
            <a:br>
              <a:rPr kumimoji="1" lang="en-US" altLang="ja-JP" sz="700" dirty="0">
                <a:latin typeface="メイリオ" panose="020B0604030504040204" pitchFamily="50" charset="-128"/>
                <a:ea typeface="メイリオ" panose="020B0604030504040204" pitchFamily="50" charset="-128"/>
              </a:rPr>
            </a:br>
            <a:endParaRPr kumimoji="1" lang="en-US" altLang="ja-JP" sz="700" dirty="0">
              <a:latin typeface="メイリオ" panose="020B0604030504040204" pitchFamily="50" charset="-128"/>
              <a:ea typeface="メイリオ" panose="020B0604030504040204" pitchFamily="50" charset="-128"/>
            </a:endParaRPr>
          </a:p>
          <a:p>
            <a:r>
              <a:rPr lang="ja-JP" altLang="en-US" sz="700"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700" dirty="0">
                <a:latin typeface="メイリオ" panose="020B0604030504040204" pitchFamily="50" charset="-128"/>
                <a:ea typeface="メイリオ" panose="020B0604030504040204" pitchFamily="50" charset="-128"/>
              </a:rPr>
            </a:br>
            <a:br>
              <a:rPr kumimoji="1" lang="en-US" altLang="ja-JP" sz="700" dirty="0">
                <a:latin typeface="メイリオ" panose="020B0604030504040204" pitchFamily="50" charset="-128"/>
                <a:ea typeface="メイリオ" panose="020B0604030504040204" pitchFamily="50" charset="-128"/>
              </a:rPr>
            </a:br>
            <a:r>
              <a:rPr kumimoji="1" lang="ja-JP" altLang="en-US" sz="700"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kumimoji="1" lang="en-US" altLang="ja-JP"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6" b="11122"/>
          <a:stretch>
            <a:fillRect/>
          </a:stretch>
        </p:blipFill>
        <p:spPr>
          <a:xfrm>
            <a:off x="2366442" y="2297927"/>
            <a:ext cx="7459116" cy="3690362"/>
          </a:xfrm>
          <a:prstGeom prst="roundRect">
            <a:avLst>
              <a:gd name="adj" fmla="val 2021"/>
            </a:avLst>
          </a:prstGeom>
          <a:ln>
            <a:solidFill>
              <a:schemeClr val="accent1">
                <a:lumMod val="75000"/>
              </a:schemeClr>
            </a:solidFill>
          </a:ln>
          <a:effectLst>
            <a:outerShdw blurRad="50800" dist="38100" algn="l" rotWithShape="0">
              <a:prstClr val="black">
                <a:alpha val="40000"/>
              </a:prstClr>
            </a:outerShdw>
          </a:effectLst>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3609892" y="3695369"/>
            <a:ext cx="1192696" cy="799106"/>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4783231" y="2926780"/>
            <a:ext cx="1192696" cy="414314"/>
          </a:xfrm>
          <a:prstGeom prst="wedgeRoundRectCallout">
            <a:avLst>
              <a:gd name="adj1" fmla="val 64852"/>
              <a:gd name="adj2" fmla="val 3806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b="1" dirty="0">
                <a:solidFill>
                  <a:srgbClr val="FF0000"/>
                </a:solidFill>
                <a:latin typeface="メイリオ" panose="020B0604030504040204" pitchFamily="50" charset="-128"/>
                <a:ea typeface="メイリオ" panose="020B0604030504040204" pitchFamily="50" charset="-128"/>
              </a:rPr>
              <a:t>加速度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が最大に。</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5163654" y="4634459"/>
            <a:ext cx="1192696" cy="585241"/>
          </a:xfrm>
          <a:prstGeom prst="wedgeRoundRectCallout">
            <a:avLst>
              <a:gd name="adj1" fmla="val 20514"/>
              <a:gd name="adj2" fmla="val -8214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インパクトへ向けて動きが強まり、</a:t>
            </a:r>
          </a:p>
          <a:p>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6812422" y="3089827"/>
            <a:ext cx="1372728" cy="633303"/>
          </a:xfrm>
          <a:prstGeom prst="wedgeRoundRectCallout">
            <a:avLst>
              <a:gd name="adj1" fmla="val -80527"/>
              <a:gd name="adj2" fmla="val 73238"/>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800" b="1" dirty="0">
                <a:solidFill>
                  <a:srgbClr val="0070C0"/>
                </a:solidFill>
                <a:latin typeface="メイリオ" panose="020B0604030504040204" pitchFamily="50" charset="-128"/>
                <a:ea typeface="メイリオ" panose="020B0604030504040204" pitchFamily="50" charset="-128"/>
              </a:rPr>
              <a:t>回転速度</a:t>
            </a:r>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7498786" y="3928430"/>
            <a:ext cx="1192696" cy="620125"/>
          </a:xfrm>
          <a:prstGeom prst="wedgeRoundRectCallout">
            <a:avLst>
              <a:gd name="adj1" fmla="val -83513"/>
              <a:gd name="adj2" fmla="val -5406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800" dirty="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pic>
        <p:nvPicPr>
          <p:cNvPr id="2" name="Picture 1">
            <a:extLst>
              <a:ext uri="{FF2B5EF4-FFF2-40B4-BE49-F238E27FC236}">
                <a16:creationId xmlns:a16="http://schemas.microsoft.com/office/drawing/2014/main" id="{42DE7409-1584-A268-5110-14E8BDB151D2}"/>
              </a:ext>
            </a:extLst>
          </p:cNvPr>
          <p:cNvPicPr>
            <a:picLocks noChangeAspect="1"/>
          </p:cNvPicPr>
          <p:nvPr/>
        </p:nvPicPr>
        <p:blipFill>
          <a:blip r:embed="rId3"/>
          <a:stretch>
            <a:fillRect/>
          </a:stretch>
        </p:blipFill>
        <p:spPr>
          <a:xfrm>
            <a:off x="8315403" y="306870"/>
            <a:ext cx="3762628" cy="1851452"/>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7C296E35-6E68-D4E4-24CF-7B0CC7BE092B}"/>
              </a:ext>
            </a:extLst>
          </p:cNvPr>
          <p:cNvSpPr txBox="1"/>
          <p:nvPr/>
        </p:nvSpPr>
        <p:spPr>
          <a:xfrm>
            <a:off x="10147300" y="3976844"/>
            <a:ext cx="2044700" cy="1631216"/>
          </a:xfrm>
          <a:prstGeom prst="rect">
            <a:avLst/>
          </a:prstGeom>
          <a:noFill/>
        </p:spPr>
        <p:txBody>
          <a:bodyPr wrap="square" rtlCol="0">
            <a:spAutoFit/>
          </a:bodyPr>
          <a:lstStyle/>
          <a:p>
            <a:r>
              <a:rPr lang="ja-JP" altLang="en-US" sz="1000" b="1" dirty="0">
                <a:latin typeface="メイリオ" panose="020B0604030504040204" pitchFamily="50" charset="-128"/>
                <a:ea typeface="メイリオ" panose="020B0604030504040204" pitchFamily="50" charset="-128"/>
              </a:rPr>
              <a:t>装置内部では、</a:t>
            </a:r>
            <a:endParaRPr lang="en-US" altLang="ja-JP" sz="1000" b="1" dirty="0">
              <a:latin typeface="メイリオ" panose="020B0604030504040204" pitchFamily="50" charset="-128"/>
              <a:ea typeface="メイリオ" panose="020B0604030504040204" pitchFamily="50" charset="-128"/>
            </a:endParaRPr>
          </a:p>
          <a:p>
            <a:br>
              <a:rPr lang="en-US" altLang="ja-JP" sz="1000" b="1" dirty="0">
                <a:latin typeface="メイリオ" panose="020B0604030504040204" pitchFamily="50" charset="-128"/>
                <a:ea typeface="メイリオ" panose="020B0604030504040204" pitchFamily="50" charset="-128"/>
              </a:rPr>
            </a:br>
            <a:r>
              <a:rPr lang="ja-JP" altLang="en-US" sz="1000" b="1" dirty="0">
                <a:latin typeface="メイリオ" panose="020B0604030504040204" pitchFamily="50" charset="-128"/>
                <a:ea typeface="メイリオ" panose="020B0604030504040204" pitchFamily="50" charset="-128"/>
              </a:rPr>
              <a:t>　　 の面積と</a:t>
            </a:r>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　</a:t>
            </a:r>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　　 の高さ</a:t>
            </a:r>
            <a:endParaRPr lang="en-US" altLang="ja-JP" sz="1000" b="1" dirty="0">
              <a:latin typeface="メイリオ" panose="020B0604030504040204" pitchFamily="50" charset="-128"/>
              <a:ea typeface="メイリオ" panose="020B0604030504040204" pitchFamily="50" charset="-128"/>
            </a:endParaRPr>
          </a:p>
          <a:p>
            <a:endParaRPr lang="en-US" altLang="ja-JP" sz="1000" b="1" dirty="0">
              <a:latin typeface="メイリオ" panose="020B0604030504040204" pitchFamily="50" charset="-128"/>
              <a:ea typeface="メイリオ" panose="020B0604030504040204" pitchFamily="50" charset="-128"/>
            </a:endParaRPr>
          </a:p>
          <a:p>
            <a:r>
              <a:rPr lang="ja-JP" altLang="en-US" sz="1000" b="1" dirty="0">
                <a:latin typeface="メイリオ" panose="020B0604030504040204" pitchFamily="50" charset="-128"/>
                <a:ea typeface="メイリオ" panose="020B0604030504040204" pitchFamily="50" charset="-128"/>
              </a:rPr>
              <a:t>を元にスコアを算出しています。</a:t>
            </a:r>
            <a:br>
              <a:rPr lang="en-US" altLang="ja-JP" sz="1000" b="1" dirty="0">
                <a:latin typeface="メイリオ" panose="020B0604030504040204" pitchFamily="50" charset="-128"/>
                <a:ea typeface="メイリオ" panose="020B0604030504040204" pitchFamily="50" charset="-128"/>
              </a:rPr>
            </a:br>
            <a:br>
              <a:rPr lang="en-US" altLang="ja-JP" sz="1000" b="1" dirty="0">
                <a:latin typeface="メイリオ" panose="020B0604030504040204" pitchFamily="50" charset="-128"/>
                <a:ea typeface="メイリオ" panose="020B0604030504040204" pitchFamily="50" charset="-128"/>
              </a:rPr>
            </a:br>
            <a:endParaRPr lang="en-US" altLang="ja-JP" sz="1000" b="1" dirty="0">
              <a:latin typeface="メイリオ" panose="020B0604030504040204" pitchFamily="50" charset="-128"/>
              <a:ea typeface="メイリオ" panose="020B0604030504040204" pitchFamily="50" charset="-128"/>
            </a:endParaRPr>
          </a:p>
          <a:p>
            <a:endParaRPr kumimoji="1" lang="ja-JP" altLang="en-US" sz="1000" b="1" dirty="0">
              <a:latin typeface="メイリオ" panose="020B0604030504040204" pitchFamily="50" charset="-128"/>
              <a:ea typeface="メイリオ" panose="020B0604030504040204" pitchFamily="50" charset="-128"/>
            </a:endParaRPr>
          </a:p>
        </p:txBody>
      </p:sp>
      <p:sp>
        <p:nvSpPr>
          <p:cNvPr id="35" name="Right Triangle 34">
            <a:extLst>
              <a:ext uri="{FF2B5EF4-FFF2-40B4-BE49-F238E27FC236}">
                <a16:creationId xmlns:a16="http://schemas.microsoft.com/office/drawing/2014/main" id="{F738E0DD-2374-8EE7-9403-360A4ADF9E0C}"/>
              </a:ext>
            </a:extLst>
          </p:cNvPr>
          <p:cNvSpPr/>
          <p:nvPr/>
        </p:nvSpPr>
        <p:spPr>
          <a:xfrm flipH="1">
            <a:off x="10240949" y="4299387"/>
            <a:ext cx="191824" cy="152676"/>
          </a:xfrm>
          <a:prstGeom prst="rtTriangle">
            <a:avLst/>
          </a:prstGeom>
          <a:solidFill>
            <a:srgbClr val="F0DAD0"/>
          </a:solidFill>
          <a:ln>
            <a:solidFill>
              <a:srgbClr val="BA51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1" name="Picture 40">
            <a:extLst>
              <a:ext uri="{FF2B5EF4-FFF2-40B4-BE49-F238E27FC236}">
                <a16:creationId xmlns:a16="http://schemas.microsoft.com/office/drawing/2014/main" id="{E87E0DA9-8F7A-F8FD-30B6-C0FD46C734F1}"/>
              </a:ext>
            </a:extLst>
          </p:cNvPr>
          <p:cNvPicPr>
            <a:picLocks noChangeAspect="1"/>
          </p:cNvPicPr>
          <p:nvPr/>
        </p:nvPicPr>
        <p:blipFill>
          <a:blip r:embed="rId4"/>
          <a:stretch>
            <a:fillRect/>
          </a:stretch>
        </p:blipFill>
        <p:spPr>
          <a:xfrm>
            <a:off x="10240949" y="4552103"/>
            <a:ext cx="242014" cy="242014"/>
          </a:xfrm>
          <a:prstGeom prst="rect">
            <a:avLst/>
          </a:prstGeom>
        </p:spPr>
      </p:pic>
    </p:spTree>
    <p:extLst>
      <p:ext uri="{BB962C8B-B14F-4D97-AF65-F5344CB8AC3E}">
        <p14:creationId xmlns:p14="http://schemas.microsoft.com/office/powerpoint/2010/main" val="3231599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688A577-4AF9-B1ED-3EBD-3A4FB80BD14E}"/>
              </a:ext>
            </a:extLst>
          </p:cNvPr>
          <p:cNvPicPr>
            <a:picLocks noChangeAspect="1"/>
          </p:cNvPicPr>
          <p:nvPr/>
        </p:nvPicPr>
        <p:blipFill>
          <a:blip r:embed="rId2"/>
          <a:stretch/>
        </p:blipFill>
        <p:spPr>
          <a:xfrm>
            <a:off x="654381" y="1014983"/>
            <a:ext cx="2221396" cy="2961861"/>
          </a:xfrm>
          <a:prstGeom prst="rect">
            <a:avLst/>
          </a:prstGeom>
        </p:spPr>
      </p:pic>
      <p:grpSp>
        <p:nvGrpSpPr>
          <p:cNvPr id="14" name="Group 13">
            <a:extLst>
              <a:ext uri="{FF2B5EF4-FFF2-40B4-BE49-F238E27FC236}">
                <a16:creationId xmlns:a16="http://schemas.microsoft.com/office/drawing/2014/main" id="{FA52F8F6-EB52-8E2C-2FBA-722CA6984644}"/>
              </a:ext>
            </a:extLst>
          </p:cNvPr>
          <p:cNvGrpSpPr/>
          <p:nvPr/>
        </p:nvGrpSpPr>
        <p:grpSpPr>
          <a:xfrm>
            <a:off x="6883" y="0"/>
            <a:ext cx="12178234" cy="6858000"/>
            <a:chOff x="6883" y="0"/>
            <a:chExt cx="12178234" cy="6858000"/>
          </a:xfrm>
        </p:grpSpPr>
        <p:pic>
          <p:nvPicPr>
            <p:cNvPr id="4" name="Picture 3">
              <a:extLst>
                <a:ext uri="{FF2B5EF4-FFF2-40B4-BE49-F238E27FC236}">
                  <a16:creationId xmlns:a16="http://schemas.microsoft.com/office/drawing/2014/main" id="{A819E6B1-4BE1-26CC-06FC-18FC07167D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3" y="0"/>
              <a:ext cx="12178234" cy="6858000"/>
            </a:xfrm>
            <a:prstGeom prst="rect">
              <a:avLst/>
            </a:prstGeom>
          </p:spPr>
        </p:pic>
        <p:sp>
          <p:nvSpPr>
            <p:cNvPr id="13" name="Rectangle 12">
              <a:extLst>
                <a:ext uri="{FF2B5EF4-FFF2-40B4-BE49-F238E27FC236}">
                  <a16:creationId xmlns:a16="http://schemas.microsoft.com/office/drawing/2014/main" id="{8D0DBBD1-9B73-2EE3-6774-DC609A3BD4D6}"/>
                </a:ext>
              </a:extLst>
            </p:cNvPr>
            <p:cNvSpPr/>
            <p:nvPr/>
          </p:nvSpPr>
          <p:spPr>
            <a:xfrm>
              <a:off x="3829050" y="1193800"/>
              <a:ext cx="5003800" cy="4406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3" name="Picture 22">
            <a:extLst>
              <a:ext uri="{FF2B5EF4-FFF2-40B4-BE49-F238E27FC236}">
                <a16:creationId xmlns:a16="http://schemas.microsoft.com/office/drawing/2014/main" id="{22DC0AA4-AAC7-4E51-6169-4E004B22E0BA}"/>
              </a:ext>
            </a:extLst>
          </p:cNvPr>
          <p:cNvPicPr>
            <a:picLocks noChangeAspect="1"/>
          </p:cNvPicPr>
          <p:nvPr/>
        </p:nvPicPr>
        <p:blipFill>
          <a:blip r:embed="rId2"/>
          <a:stretch/>
        </p:blipFill>
        <p:spPr>
          <a:xfrm>
            <a:off x="701533" y="1066403"/>
            <a:ext cx="2221396" cy="2961861"/>
          </a:xfrm>
          <a:prstGeom prst="rect">
            <a:avLst/>
          </a:prstGeom>
          <a:effectLst>
            <a:outerShdw blurRad="50800" dist="38100" dir="2700000" algn="tl" rotWithShape="0">
              <a:prstClr val="black">
                <a:alpha val="40000"/>
              </a:prstClr>
            </a:outerShdw>
          </a:effectLst>
        </p:spPr>
      </p:pic>
      <p:pic>
        <p:nvPicPr>
          <p:cNvPr id="32" name="Picture 31">
            <a:extLst>
              <a:ext uri="{FF2B5EF4-FFF2-40B4-BE49-F238E27FC236}">
                <a16:creationId xmlns:a16="http://schemas.microsoft.com/office/drawing/2014/main" id="{CF60CE18-7F12-4421-B96B-CA188C9F1A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17619" y="1095693"/>
            <a:ext cx="7620000" cy="2602731"/>
          </a:xfrm>
          <a:prstGeom prst="rect">
            <a:avLst/>
          </a:prstGeom>
        </p:spPr>
      </p:pic>
      <p:pic>
        <p:nvPicPr>
          <p:cNvPr id="47" name="Picture 46">
            <a:extLst>
              <a:ext uri="{FF2B5EF4-FFF2-40B4-BE49-F238E27FC236}">
                <a16:creationId xmlns:a16="http://schemas.microsoft.com/office/drawing/2014/main" id="{6A34154F-6612-41EA-C36D-0A6B8E3B0BF0}"/>
              </a:ext>
            </a:extLst>
          </p:cNvPr>
          <p:cNvPicPr>
            <a:picLocks noChangeAspect="1"/>
          </p:cNvPicPr>
          <p:nvPr/>
        </p:nvPicPr>
        <p:blipFill>
          <a:blip r:embed="rId5"/>
          <a:stretch>
            <a:fillRect/>
          </a:stretch>
        </p:blipFill>
        <p:spPr>
          <a:xfrm>
            <a:off x="10257792" y="4178096"/>
            <a:ext cx="1503680" cy="1185254"/>
          </a:xfrm>
          <a:prstGeom prst="rect">
            <a:avLst/>
          </a:prstGeom>
        </p:spPr>
      </p:pic>
      <p:pic>
        <p:nvPicPr>
          <p:cNvPr id="56" name="Picture 55">
            <a:extLst>
              <a:ext uri="{FF2B5EF4-FFF2-40B4-BE49-F238E27FC236}">
                <a16:creationId xmlns:a16="http://schemas.microsoft.com/office/drawing/2014/main" id="{4A41588D-8233-ECEF-102D-E41FD70200A7}"/>
              </a:ext>
            </a:extLst>
          </p:cNvPr>
          <p:cNvPicPr>
            <a:picLocks noChangeAspect="1"/>
          </p:cNvPicPr>
          <p:nvPr/>
        </p:nvPicPr>
        <p:blipFill>
          <a:blip r:embed="rId6"/>
          <a:stretch>
            <a:fillRect/>
          </a:stretch>
        </p:blipFill>
        <p:spPr>
          <a:xfrm>
            <a:off x="4113834" y="3651712"/>
            <a:ext cx="5952642" cy="2997836"/>
          </a:xfrm>
          <a:prstGeom prst="rect">
            <a:avLst/>
          </a:prstGeom>
        </p:spPr>
      </p:pic>
      <p:sp>
        <p:nvSpPr>
          <p:cNvPr id="21" name="TextBox 20">
            <a:extLst>
              <a:ext uri="{FF2B5EF4-FFF2-40B4-BE49-F238E27FC236}">
                <a16:creationId xmlns:a16="http://schemas.microsoft.com/office/drawing/2014/main" id="{D6F60707-5C74-6624-DCBE-9C680BDFFA6E}"/>
              </a:ext>
            </a:extLst>
          </p:cNvPr>
          <p:cNvSpPr txBox="1"/>
          <p:nvPr/>
        </p:nvSpPr>
        <p:spPr>
          <a:xfrm flipH="1">
            <a:off x="4136922" y="3696234"/>
            <a:ext cx="5864328" cy="274260"/>
          </a:xfrm>
          <a:prstGeom prst="round2SameRect">
            <a:avLst/>
          </a:prstGeom>
          <a:solidFill>
            <a:srgbClr val="0070C0"/>
          </a:solidFill>
        </p:spPr>
        <p:txBody>
          <a:bodyPr wrap="square" rtlCol="0" anchor="ctr">
            <a:spAutoFit/>
          </a:bodyPr>
          <a:lstStyle/>
          <a:p>
            <a:pPr algn="ctr"/>
            <a:r>
              <a:rPr lang="ja-JP" altLang="en-US" sz="1050" b="1" dirty="0">
                <a:solidFill>
                  <a:schemeClr val="bg1"/>
                </a:solidFill>
                <a:effectLst/>
                <a:latin typeface="メイリオ" panose="020B0604030504040204" pitchFamily="50" charset="-128"/>
                <a:ea typeface="メイリオ" panose="020B0604030504040204" pitchFamily="50" charset="-128"/>
              </a:rPr>
              <a:t>例）</a:t>
            </a:r>
            <a:r>
              <a:rPr lang="en-US" altLang="ja-JP" sz="1050" b="1" dirty="0">
                <a:solidFill>
                  <a:schemeClr val="bg1"/>
                </a:solidFill>
                <a:effectLst/>
                <a:latin typeface="メイリオ" panose="020B0604030504040204" pitchFamily="50" charset="-128"/>
                <a:ea typeface="メイリオ" panose="020B0604030504040204" pitchFamily="50" charset="-128"/>
              </a:rPr>
              <a:t>751</a:t>
            </a:r>
            <a:r>
              <a:rPr lang="ja-JP" altLang="en-US" sz="1050" b="1" dirty="0">
                <a:solidFill>
                  <a:schemeClr val="bg1"/>
                </a:solidFill>
                <a:effectLst/>
                <a:latin typeface="メイリオ" panose="020B0604030504040204" pitchFamily="50" charset="-128"/>
                <a:ea typeface="メイリオ" panose="020B0604030504040204" pitchFamily="50" charset="-128"/>
              </a:rPr>
              <a:t>点のスイング</a:t>
            </a:r>
            <a:endParaRPr kumimoji="1" lang="ja-JP" altLang="en-US" sz="1050" b="1" dirty="0">
              <a:solidFill>
                <a:schemeClr val="bg1"/>
              </a:solidFill>
              <a:effectLst/>
              <a:latin typeface="メイリオ" panose="020B0604030504040204" pitchFamily="50" charset="-128"/>
              <a:ea typeface="メイリオ" panose="020B0604030504040204" pitchFamily="50" charset="-128"/>
            </a:endParaRPr>
          </a:p>
        </p:txBody>
      </p:sp>
      <p:pic>
        <p:nvPicPr>
          <p:cNvPr id="18" name="Picture 17">
            <a:extLst>
              <a:ext uri="{FF2B5EF4-FFF2-40B4-BE49-F238E27FC236}">
                <a16:creationId xmlns:a16="http://schemas.microsoft.com/office/drawing/2014/main" id="{44ADC162-AAE3-1EBE-6A85-A90F8EEBC27D}"/>
              </a:ext>
            </a:extLst>
          </p:cNvPr>
          <p:cNvPicPr>
            <a:picLocks noChangeAspect="1"/>
          </p:cNvPicPr>
          <p:nvPr/>
        </p:nvPicPr>
        <p:blipFill>
          <a:blip r:embed="rId7"/>
          <a:stretch>
            <a:fillRect/>
          </a:stretch>
        </p:blipFill>
        <p:spPr>
          <a:xfrm>
            <a:off x="9212889" y="5358379"/>
            <a:ext cx="2739899" cy="1348204"/>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3" name="Speech Bubble: Rectangle with Corners Rounded 32">
            <a:extLst>
              <a:ext uri="{FF2B5EF4-FFF2-40B4-BE49-F238E27FC236}">
                <a16:creationId xmlns:a16="http://schemas.microsoft.com/office/drawing/2014/main" id="{84ECD810-C288-76B2-B5B1-FCC29AE1D238}"/>
              </a:ext>
            </a:extLst>
          </p:cNvPr>
          <p:cNvSpPr/>
          <p:nvPr/>
        </p:nvSpPr>
        <p:spPr>
          <a:xfrm>
            <a:off x="9503552" y="5665507"/>
            <a:ext cx="847708" cy="440753"/>
          </a:xfrm>
          <a:prstGeom prst="wedgeRoundRectCallout">
            <a:avLst>
              <a:gd name="adj1" fmla="val 30422"/>
              <a:gd name="adj2" fmla="val -3890"/>
              <a:gd name="adj3" fmla="val 16667"/>
            </a:avLst>
          </a:prstGeom>
          <a:solidFill>
            <a:schemeClr val="bg1"/>
          </a:solidFill>
          <a:ln w="9525">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600" dirty="0">
                <a:solidFill>
                  <a:schemeClr val="tx1">
                    <a:lumMod val="65000"/>
                    <a:lumOff val="35000"/>
                  </a:schemeClr>
                </a:solidFill>
                <a:latin typeface="メイリオ" panose="020B0604030504040204" pitchFamily="50" charset="-128"/>
                <a:ea typeface="メイリオ" panose="020B0604030504040204" pitchFamily="50" charset="-128"/>
              </a:rPr>
              <a:t>ピークが低く、立ち上がりも遅い「キレのない」</a:t>
            </a:r>
            <a:br>
              <a:rPr kumimoji="1" lang="en-US" altLang="ja-JP" sz="600" dirty="0">
                <a:solidFill>
                  <a:schemeClr val="tx1">
                    <a:lumMod val="65000"/>
                    <a:lumOff val="35000"/>
                  </a:schemeClr>
                </a:solidFill>
                <a:latin typeface="メイリオ" panose="020B0604030504040204" pitchFamily="50" charset="-128"/>
                <a:ea typeface="メイリオ" panose="020B0604030504040204" pitchFamily="50" charset="-128"/>
              </a:rPr>
            </a:br>
            <a:r>
              <a:rPr kumimoji="1" lang="ja-JP" altLang="en-US" sz="600" dirty="0">
                <a:solidFill>
                  <a:schemeClr val="tx1">
                    <a:lumMod val="65000"/>
                    <a:lumOff val="35000"/>
                  </a:schemeClr>
                </a:solidFill>
                <a:latin typeface="メイリオ" panose="020B0604030504040204" pitchFamily="50" charset="-128"/>
                <a:ea typeface="メイリオ" panose="020B0604030504040204" pitchFamily="50" charset="-128"/>
              </a:rPr>
              <a:t>スイング。</a:t>
            </a:r>
          </a:p>
        </p:txBody>
      </p:sp>
      <p:sp>
        <p:nvSpPr>
          <p:cNvPr id="48" name="TextBox 47">
            <a:extLst>
              <a:ext uri="{FF2B5EF4-FFF2-40B4-BE49-F238E27FC236}">
                <a16:creationId xmlns:a16="http://schemas.microsoft.com/office/drawing/2014/main" id="{E039A9B9-9F03-35B3-78AF-78A4FE13A949}"/>
              </a:ext>
            </a:extLst>
          </p:cNvPr>
          <p:cNvSpPr txBox="1"/>
          <p:nvPr/>
        </p:nvSpPr>
        <p:spPr>
          <a:xfrm flipH="1">
            <a:off x="9212887" y="5353244"/>
            <a:ext cx="2739897" cy="209729"/>
          </a:xfrm>
          <a:prstGeom prst="round2SameRect">
            <a:avLst/>
          </a:prstGeom>
          <a:solidFill>
            <a:srgbClr val="0070C0"/>
          </a:solidFill>
        </p:spPr>
        <p:txBody>
          <a:bodyPr wrap="square" rtlCol="0" anchor="ctr">
            <a:spAutoFit/>
          </a:bodyPr>
          <a:lstStyle/>
          <a:p>
            <a:pPr algn="ctr"/>
            <a:r>
              <a:rPr lang="ja-JP" altLang="en-US" sz="700" b="1" dirty="0">
                <a:solidFill>
                  <a:schemeClr val="bg1"/>
                </a:solidFill>
                <a:effectLst/>
                <a:latin typeface="メイリオ" panose="020B0604030504040204" pitchFamily="50" charset="-128"/>
                <a:ea typeface="メイリオ" panose="020B0604030504040204" pitchFamily="50" charset="-128"/>
              </a:rPr>
              <a:t>例）</a:t>
            </a:r>
            <a:r>
              <a:rPr lang="en-US" altLang="ja-JP" sz="700" b="1" dirty="0">
                <a:solidFill>
                  <a:schemeClr val="bg1"/>
                </a:solidFill>
                <a:effectLst/>
                <a:latin typeface="メイリオ" panose="020B0604030504040204" pitchFamily="50" charset="-128"/>
                <a:ea typeface="メイリオ" panose="020B0604030504040204" pitchFamily="50" charset="-128"/>
              </a:rPr>
              <a:t>325</a:t>
            </a:r>
            <a:r>
              <a:rPr lang="ja-JP" altLang="en-US" sz="700" b="1" dirty="0">
                <a:solidFill>
                  <a:schemeClr val="bg1"/>
                </a:solidFill>
                <a:effectLst/>
                <a:latin typeface="メイリオ" panose="020B0604030504040204" pitchFamily="50" charset="-128"/>
                <a:ea typeface="メイリオ" panose="020B0604030504040204" pitchFamily="50" charset="-128"/>
              </a:rPr>
              <a:t>点のスイング</a:t>
            </a:r>
            <a:endParaRPr kumimoji="1" lang="ja-JP" altLang="en-US" sz="700" b="1" dirty="0">
              <a:solidFill>
                <a:schemeClr val="bg1"/>
              </a:solidFill>
              <a:effectLst/>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627106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3239" y="0"/>
            <a:ext cx="12185522" cy="6858000"/>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934907"/>
                <a:chOff x="4708363" y="1010723"/>
                <a:chExt cx="1155813" cy="93490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6"/>
                  <a:ext cx="333906"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ON</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8" y="1573156"/>
                  <a:ext cx="430548" cy="200055"/>
                </a:xfrm>
                <a:prstGeom prst="rect">
                  <a:avLst/>
                </a:prstGeom>
                <a:noFill/>
              </p:spPr>
              <p:txBody>
                <a:bodyPr wrap="square" rtlCol="0">
                  <a:spAutoFit/>
                </a:bodyPr>
                <a:lstStyle/>
                <a:p>
                  <a:r>
                    <a:rPr kumimoji="1" lang="en-US" altLang="ja-JP" sz="700" b="1" dirty="0">
                      <a:solidFill>
                        <a:schemeClr val="bg1"/>
                      </a:solidFill>
                      <a:latin typeface="メイリオ" panose="020B0604030504040204" pitchFamily="50" charset="-128"/>
                      <a:ea typeface="メイリオ" panose="020B0604030504040204" pitchFamily="50" charset="-128"/>
                    </a:rPr>
                    <a:t>OFF</a:t>
                  </a:r>
                  <a:endParaRPr kumimoji="1" lang="ja-JP" altLang="en-US" sz="700"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7497187" y="1377386"/>
            <a:ext cx="1188888" cy="1188888"/>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7480405" y="2334189"/>
            <a:ext cx="1188888" cy="1426288"/>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7721374" y="3760417"/>
            <a:ext cx="740515" cy="743803"/>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7953410" y="3554295"/>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7762485" y="356615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kumimoji="1" lang="en-US" altLang="ja-JP" sz="8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016444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3239" y="0"/>
            <a:ext cx="12185522" cy="6858000"/>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24148054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1726</TotalTime>
  <Words>1195</Words>
  <Application>Microsoft Office PowerPoint</Application>
  <PresentationFormat>Widescreen</PresentationFormat>
  <Paragraphs>115</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メイリオ</vt:lpstr>
      <vt:lpstr>游ゴシック</vt:lpstr>
      <vt:lpstr>游ゴシック Light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1</cp:revision>
  <cp:lastPrinted>2026-06-04T04:49:15Z</cp:lastPrinted>
  <dcterms:created xsi:type="dcterms:W3CDTF">2026-06-01T01:11:22Z</dcterms:created>
  <dcterms:modified xsi:type="dcterms:W3CDTF">2026-06-04T05:01:08Z</dcterms:modified>
</cp:coreProperties>
</file>