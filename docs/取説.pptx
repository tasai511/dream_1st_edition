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13"/>
  </p:notesMasterIdLst>
  <p:sldIdLst>
    <p:sldId id="257" r:id="rId2"/>
    <p:sldId id="273" r:id="rId3"/>
    <p:sldId id="271" r:id="rId4"/>
    <p:sldId id="272" r:id="rId5"/>
    <p:sldId id="269" r:id="rId6"/>
    <p:sldId id="274" r:id="rId7"/>
    <p:sldId id="268" r:id="rId8"/>
    <p:sldId id="267" r:id="rId9"/>
    <p:sldId id="277" r:id="rId10"/>
    <p:sldId id="276" r:id="rId11"/>
    <p:sldId id="278" r:id="rId12"/>
  </p:sldIdLst>
  <p:sldSz cx="6858000" cy="9906000" type="A4"/>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C0000"/>
    <a:srgbClr val="FEFDFE"/>
    <a:srgbClr val="FEFEFE"/>
    <a:srgbClr val="FEFEFD"/>
    <a:srgbClr val="FBFBFB"/>
    <a:srgbClr val="F5F6FB"/>
    <a:srgbClr val="3563DB"/>
    <a:srgbClr val="BA5121"/>
    <a:srgbClr val="F0DAD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C7A42A3-34E5-C58F-8496-8C370057BE45}" v="102" dt="2026-06-27T16:13:48.83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60"/>
  </p:normalViewPr>
  <p:slideViewPr>
    <p:cSldViewPr snapToGrid="0">
      <p:cViewPr varScale="1">
        <p:scale>
          <a:sx n="105" d="100"/>
          <a:sy n="105" d="100"/>
        </p:scale>
        <p:origin x="4332"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5/10/relationships/revisionInfo" Target="revisionInfo.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E9D66A-2526-4FC1-89B3-0D05722C13AE}" type="datetimeFigureOut">
              <a:rPr kumimoji="1" lang="ja-JP" altLang="en-US" smtClean="0"/>
              <a:t>2026/6/27</a:t>
            </a:fld>
            <a:endParaRPr kumimoji="1" lang="ja-JP" altLang="en-US"/>
          </a:p>
        </p:txBody>
      </p:sp>
      <p:sp>
        <p:nvSpPr>
          <p:cNvPr id="4" name="Slide Image Placeholder 3"/>
          <p:cNvSpPr>
            <a:spLocks noGrp="1" noRot="1" noChangeAspect="1"/>
          </p:cNvSpPr>
          <p:nvPr>
            <p:ph type="sldImg" idx="2"/>
          </p:nvPr>
        </p:nvSpPr>
        <p:spPr>
          <a:xfrm>
            <a:off x="2360613" y="1143000"/>
            <a:ext cx="2136775"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en-US" altLang="ja-JP"/>
              <a:t>Click to edit Master text styles</a:t>
            </a:r>
          </a:p>
          <a:p>
            <a:pPr lvl="1"/>
            <a:r>
              <a:rPr kumimoji="1" lang="en-US" altLang="ja-JP"/>
              <a:t>Second level</a:t>
            </a:r>
          </a:p>
          <a:p>
            <a:pPr lvl="2"/>
            <a:r>
              <a:rPr kumimoji="1" lang="en-US" altLang="ja-JP"/>
              <a:t>Third level</a:t>
            </a:r>
          </a:p>
          <a:p>
            <a:pPr lvl="3"/>
            <a:r>
              <a:rPr kumimoji="1" lang="en-US" altLang="ja-JP"/>
              <a:t>Fourth level</a:t>
            </a:r>
          </a:p>
          <a:p>
            <a:pPr lvl="4"/>
            <a:r>
              <a:rPr kumimoji="1" lang="en-US" altLang="ja-JP"/>
              <a:t>Fifth level</a:t>
            </a:r>
            <a:endParaRPr kumimoji="1" lang="ja-JP" alt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F39F1C-8E04-474D-A6ED-5359B72CC8AF}" type="slidenum">
              <a:rPr kumimoji="1" lang="ja-JP" altLang="en-US" smtClean="0"/>
              <a:t>‹#›</a:t>
            </a:fld>
            <a:endParaRPr kumimoji="1" lang="ja-JP" altLang="en-US"/>
          </a:p>
        </p:txBody>
      </p:sp>
    </p:spTree>
    <p:extLst>
      <p:ext uri="{BB962C8B-B14F-4D97-AF65-F5344CB8AC3E}">
        <p14:creationId xmlns:p14="http://schemas.microsoft.com/office/powerpoint/2010/main" val="1389208570"/>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621191"/>
            <a:ext cx="5829300" cy="3448756"/>
          </a:xfrm>
        </p:spPr>
        <p:txBody>
          <a:bodyPr anchor="b"/>
          <a:lstStyle>
            <a:lvl1pPr algn="ctr">
              <a:defRPr sz="4500"/>
            </a:lvl1pPr>
          </a:lstStyle>
          <a:p>
            <a:r>
              <a:rPr lang="en-US" altLang="ja-JP"/>
              <a:t>Click to edit Master title style</a:t>
            </a:r>
            <a:endParaRPr lang="en-US" dirty="0"/>
          </a:p>
        </p:txBody>
      </p:sp>
      <p:sp>
        <p:nvSpPr>
          <p:cNvPr id="3" name="Subtitle 2"/>
          <p:cNvSpPr>
            <a:spLocks noGrp="1"/>
          </p:cNvSpPr>
          <p:nvPr>
            <p:ph type="subTitle" idx="1"/>
          </p:nvPr>
        </p:nvSpPr>
        <p:spPr>
          <a:xfrm>
            <a:off x="857250" y="5202944"/>
            <a:ext cx="5143500" cy="2391656"/>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ltLang="ja-JP"/>
              <a:t>Click to edit Master subtitle style</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766942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idx="1"/>
          </p:nvPr>
        </p:nvSpPr>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4456299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469624"/>
            <a:ext cx="5915025" cy="4120620"/>
          </a:xfrm>
        </p:spPr>
        <p:txBody>
          <a:bodyPr anchor="b"/>
          <a:lstStyle>
            <a:lvl1pPr>
              <a:defRPr sz="4500"/>
            </a:lvl1pPr>
          </a:lstStyle>
          <a:p>
            <a:r>
              <a:rPr lang="en-US" altLang="ja-JP"/>
              <a:t>Click to edit Master title style</a:t>
            </a:r>
            <a:endParaRPr lang="en-US" dirty="0"/>
          </a:p>
        </p:txBody>
      </p:sp>
      <p:sp>
        <p:nvSpPr>
          <p:cNvPr id="3" name="Text Placeholder 2"/>
          <p:cNvSpPr>
            <a:spLocks noGrp="1"/>
          </p:cNvSpPr>
          <p:nvPr>
            <p:ph type="body" idx="1"/>
          </p:nvPr>
        </p:nvSpPr>
        <p:spPr>
          <a:xfrm>
            <a:off x="467916" y="6629226"/>
            <a:ext cx="5915025" cy="216693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ltLang="ja-JP"/>
              <a:t>Click to edit Master text styles</a:t>
            </a:r>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58964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Content Placeholder 2"/>
          <p:cNvSpPr>
            <a:spLocks noGrp="1"/>
          </p:cNvSpPr>
          <p:nvPr>
            <p:ph sz="half" idx="1"/>
          </p:nvPr>
        </p:nvSpPr>
        <p:spPr>
          <a:xfrm>
            <a:off x="471488"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Content Placeholder 3"/>
          <p:cNvSpPr>
            <a:spLocks noGrp="1"/>
          </p:cNvSpPr>
          <p:nvPr>
            <p:ph sz="half" idx="2"/>
          </p:nvPr>
        </p:nvSpPr>
        <p:spPr>
          <a:xfrm>
            <a:off x="3471863" y="2637014"/>
            <a:ext cx="2914650" cy="6285266"/>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15821689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527405"/>
            <a:ext cx="5915025" cy="1914702"/>
          </a:xfrm>
        </p:spPr>
        <p:txBody>
          <a:bodyPr/>
          <a:lstStyle/>
          <a:p>
            <a:r>
              <a:rPr lang="en-US" altLang="ja-JP"/>
              <a:t>Click to edit Master title style</a:t>
            </a:r>
            <a:endParaRPr lang="en-US" dirty="0"/>
          </a:p>
        </p:txBody>
      </p:sp>
      <p:sp>
        <p:nvSpPr>
          <p:cNvPr id="3" name="Text Placeholder 2"/>
          <p:cNvSpPr>
            <a:spLocks noGrp="1"/>
          </p:cNvSpPr>
          <p:nvPr>
            <p:ph type="body" idx="1"/>
          </p:nvPr>
        </p:nvSpPr>
        <p:spPr>
          <a:xfrm>
            <a:off x="472381" y="2428347"/>
            <a:ext cx="2901255"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4" name="Content Placeholder 3"/>
          <p:cNvSpPr>
            <a:spLocks noGrp="1"/>
          </p:cNvSpPr>
          <p:nvPr>
            <p:ph sz="half" idx="2"/>
          </p:nvPr>
        </p:nvSpPr>
        <p:spPr>
          <a:xfrm>
            <a:off x="472381" y="3618442"/>
            <a:ext cx="2901255"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5" name="Text Placeholder 4"/>
          <p:cNvSpPr>
            <a:spLocks noGrp="1"/>
          </p:cNvSpPr>
          <p:nvPr>
            <p:ph type="body" sz="quarter" idx="3"/>
          </p:nvPr>
        </p:nvSpPr>
        <p:spPr>
          <a:xfrm>
            <a:off x="3471863" y="2428347"/>
            <a:ext cx="2915543" cy="1190095"/>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ja-JP"/>
              <a:t>Click to edit Master text styles</a:t>
            </a:r>
          </a:p>
        </p:txBody>
      </p:sp>
      <p:sp>
        <p:nvSpPr>
          <p:cNvPr id="6" name="Content Placeholder 5"/>
          <p:cNvSpPr>
            <a:spLocks noGrp="1"/>
          </p:cNvSpPr>
          <p:nvPr>
            <p:ph sz="quarter" idx="4"/>
          </p:nvPr>
        </p:nvSpPr>
        <p:spPr>
          <a:xfrm>
            <a:off x="3471863" y="3618442"/>
            <a:ext cx="2915543" cy="5322183"/>
          </a:xfrm>
        </p:spPr>
        <p:txBody>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7" name="Date Placeholder 6"/>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6974270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Date Placeholder 2"/>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686685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353645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Content Placeholder 2"/>
          <p:cNvSpPr>
            <a:spLocks noGrp="1"/>
          </p:cNvSpPr>
          <p:nvPr>
            <p:ph idx="1"/>
          </p:nvPr>
        </p:nvSpPr>
        <p:spPr>
          <a:xfrm>
            <a:off x="2915543" y="1426283"/>
            <a:ext cx="3471863" cy="7039681"/>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060420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60400"/>
            <a:ext cx="2211884" cy="2311400"/>
          </a:xfrm>
        </p:spPr>
        <p:txBody>
          <a:bodyPr anchor="b"/>
          <a:lstStyle>
            <a:lvl1pPr>
              <a:defRPr sz="2400"/>
            </a:lvl1pPr>
          </a:lstStyle>
          <a:p>
            <a:r>
              <a:rPr lang="en-US" altLang="ja-JP"/>
              <a:t>Click to edit Master title style</a:t>
            </a:r>
            <a:endParaRPr lang="en-US" dirty="0"/>
          </a:p>
        </p:txBody>
      </p:sp>
      <p:sp>
        <p:nvSpPr>
          <p:cNvPr id="3" name="Picture Placeholder 2"/>
          <p:cNvSpPr>
            <a:spLocks noGrp="1" noChangeAspect="1"/>
          </p:cNvSpPr>
          <p:nvPr>
            <p:ph type="pic" idx="1"/>
          </p:nvPr>
        </p:nvSpPr>
        <p:spPr>
          <a:xfrm>
            <a:off x="2915543" y="1426283"/>
            <a:ext cx="3471863" cy="7039681"/>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ltLang="ja-JP"/>
              <a:t>Click icon to add picture</a:t>
            </a:r>
            <a:endParaRPr lang="en-US" dirty="0"/>
          </a:p>
        </p:txBody>
      </p:sp>
      <p:sp>
        <p:nvSpPr>
          <p:cNvPr id="4" name="Text Placeholder 3"/>
          <p:cNvSpPr>
            <a:spLocks noGrp="1"/>
          </p:cNvSpPr>
          <p:nvPr>
            <p:ph type="body" sz="half" idx="2"/>
          </p:nvPr>
        </p:nvSpPr>
        <p:spPr>
          <a:xfrm>
            <a:off x="472381" y="2971800"/>
            <a:ext cx="2211884" cy="550562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ltLang="ja-JP"/>
              <a:t>Click to edit Master text styles</a:t>
            </a:r>
          </a:p>
        </p:txBody>
      </p:sp>
      <p:sp>
        <p:nvSpPr>
          <p:cNvPr id="5" name="Date Placeholder 4"/>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1523745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ja-JP"/>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9343572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527403"/>
            <a:ext cx="1478756" cy="8394877"/>
          </a:xfrm>
        </p:spPr>
        <p:txBody>
          <a:bodyPr vert="eaVert"/>
          <a:lstStyle/>
          <a:p>
            <a:r>
              <a:rPr lang="en-US" altLang="ja-JP"/>
              <a:t>Click to edit Master title style</a:t>
            </a:r>
            <a:endParaRPr lang="en-US" dirty="0"/>
          </a:p>
        </p:txBody>
      </p:sp>
      <p:sp>
        <p:nvSpPr>
          <p:cNvPr id="3" name="Vertical Text Placeholder 2"/>
          <p:cNvSpPr>
            <a:spLocks noGrp="1"/>
          </p:cNvSpPr>
          <p:nvPr>
            <p:ph type="body" orient="vert" idx="1"/>
          </p:nvPr>
        </p:nvSpPr>
        <p:spPr>
          <a:xfrm>
            <a:off x="471488" y="527403"/>
            <a:ext cx="4350544" cy="8394877"/>
          </a:xfrm>
        </p:spPr>
        <p:txBody>
          <a:bodyPr vert="eaVert"/>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10"/>
          </p:nvPr>
        </p:nvSpPr>
        <p:spPr/>
        <p:txBody>
          <a:body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58849594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527405"/>
            <a:ext cx="5915025" cy="1914702"/>
          </a:xfrm>
          <a:prstGeom prst="rect">
            <a:avLst/>
          </a:prstGeom>
        </p:spPr>
        <p:txBody>
          <a:bodyPr vert="horz" lIns="91440" tIns="45720" rIns="91440" bIns="45720" rtlCol="0" anchor="ctr">
            <a:normAutofit/>
          </a:bodyPr>
          <a:lstStyle/>
          <a:p>
            <a:r>
              <a:rPr lang="en-US" altLang="ja-JP"/>
              <a:t>Click to edit Master title style</a:t>
            </a:r>
            <a:endParaRPr lang="en-US" dirty="0"/>
          </a:p>
        </p:txBody>
      </p:sp>
      <p:sp>
        <p:nvSpPr>
          <p:cNvPr id="3" name="Text Placeholder 2"/>
          <p:cNvSpPr>
            <a:spLocks noGrp="1"/>
          </p:cNvSpPr>
          <p:nvPr>
            <p:ph type="body" idx="1"/>
          </p:nvPr>
        </p:nvSpPr>
        <p:spPr>
          <a:xfrm>
            <a:off x="471488" y="2637014"/>
            <a:ext cx="5915025" cy="6285266"/>
          </a:xfrm>
          <a:prstGeom prst="rect">
            <a:avLst/>
          </a:prstGeom>
        </p:spPr>
        <p:txBody>
          <a:bodyPr vert="horz" lIns="91440" tIns="45720" rIns="91440" bIns="45720" rtlCol="0">
            <a:normAutofit/>
          </a:bodyPr>
          <a:lstStyle/>
          <a:p>
            <a:pPr lvl="0"/>
            <a:r>
              <a:rPr lang="en-US" altLang="ja-JP"/>
              <a:t>Click to edit Master text styles</a:t>
            </a:r>
          </a:p>
          <a:p>
            <a:pPr lvl="1"/>
            <a:r>
              <a:rPr lang="en-US" altLang="ja-JP"/>
              <a:t>Second level</a:t>
            </a:r>
          </a:p>
          <a:p>
            <a:pPr lvl="2"/>
            <a:r>
              <a:rPr lang="en-US" altLang="ja-JP"/>
              <a:t>Third level</a:t>
            </a:r>
          </a:p>
          <a:p>
            <a:pPr lvl="3"/>
            <a:r>
              <a:rPr lang="en-US" altLang="ja-JP"/>
              <a:t>Fourth level</a:t>
            </a:r>
          </a:p>
          <a:p>
            <a:pPr lvl="4"/>
            <a:r>
              <a:rPr lang="en-US" altLang="ja-JP"/>
              <a:t>Fifth level</a:t>
            </a:r>
            <a:endParaRPr lang="en-US" dirty="0"/>
          </a:p>
        </p:txBody>
      </p:sp>
      <p:sp>
        <p:nvSpPr>
          <p:cNvPr id="4" name="Date Placeholder 3"/>
          <p:cNvSpPr>
            <a:spLocks noGrp="1"/>
          </p:cNvSpPr>
          <p:nvPr>
            <p:ph type="dt" sz="half" idx="2"/>
          </p:nvPr>
        </p:nvSpPr>
        <p:spPr>
          <a:xfrm>
            <a:off x="471488" y="9181397"/>
            <a:ext cx="1543050" cy="527403"/>
          </a:xfrm>
          <a:prstGeom prst="rect">
            <a:avLst/>
          </a:prstGeom>
        </p:spPr>
        <p:txBody>
          <a:bodyPr vert="horz" lIns="91440" tIns="45720" rIns="91440" bIns="45720" rtlCol="0" anchor="ctr"/>
          <a:lstStyle>
            <a:lvl1pPr algn="l">
              <a:defRPr sz="900">
                <a:solidFill>
                  <a:schemeClr val="tx1">
                    <a:tint val="82000"/>
                  </a:schemeClr>
                </a:solidFill>
              </a:defRPr>
            </a:lvl1pPr>
          </a:lstStyle>
          <a:p>
            <a:fld id="{83E79B65-5D6B-4729-97EE-BDFF2B52EAE5}" type="datetimeFigureOut">
              <a:rPr kumimoji="1" lang="ja-JP" altLang="en-US" smtClean="0"/>
              <a:t>2026/6/27</a:t>
            </a:fld>
            <a:endParaRPr kumimoji="1" lang="ja-JP" altLang="en-US"/>
          </a:p>
        </p:txBody>
      </p:sp>
      <p:sp>
        <p:nvSpPr>
          <p:cNvPr id="5" name="Footer Placeholder 4"/>
          <p:cNvSpPr>
            <a:spLocks noGrp="1"/>
          </p:cNvSpPr>
          <p:nvPr>
            <p:ph type="ftr" sz="quarter" idx="3"/>
          </p:nvPr>
        </p:nvSpPr>
        <p:spPr>
          <a:xfrm>
            <a:off x="2271713" y="9181397"/>
            <a:ext cx="2314575" cy="52740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9181397"/>
            <a:ext cx="1543050" cy="527403"/>
          </a:xfrm>
          <a:prstGeom prst="rect">
            <a:avLst/>
          </a:prstGeom>
        </p:spPr>
        <p:txBody>
          <a:bodyPr vert="horz" lIns="91440" tIns="45720" rIns="91440" bIns="45720" rtlCol="0" anchor="ctr"/>
          <a:lstStyle>
            <a:lvl1pPr algn="r">
              <a:defRPr sz="900">
                <a:solidFill>
                  <a:schemeClr val="tx1">
                    <a:tint val="82000"/>
                  </a:schemeClr>
                </a:solidFill>
              </a:defRPr>
            </a:lvl1pPr>
          </a:lstStyle>
          <a:p>
            <a:fld id="{3FD841C9-C8A6-463B-8D9B-A65E865B5BD6}" type="slidenum">
              <a:rPr kumimoji="1" lang="ja-JP" altLang="en-US" smtClean="0"/>
              <a:t>‹#›</a:t>
            </a:fld>
            <a:endParaRPr kumimoji="1" lang="ja-JP" altLang="en-US"/>
          </a:p>
        </p:txBody>
      </p:sp>
    </p:spTree>
    <p:extLst>
      <p:ext uri="{BB962C8B-B14F-4D97-AF65-F5344CB8AC3E}">
        <p14:creationId xmlns:p14="http://schemas.microsoft.com/office/powerpoint/2010/main" val="32565727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0.png"/><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image" Target="../media/image13.png"/><Relationship Id="rId7" Type="http://schemas.openxmlformats.org/officeDocument/2006/relationships/image" Target="../media/image16.svg"/><Relationship Id="rId2" Type="http://schemas.openxmlformats.org/officeDocument/2006/relationships/image" Target="../media/image12.png"/><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5.png"/><Relationship Id="rId10" Type="http://schemas.openxmlformats.org/officeDocument/2006/relationships/image" Target="../media/image18.png"/><Relationship Id="rId4" Type="http://schemas.openxmlformats.org/officeDocument/2006/relationships/image" Target="../media/image14.svg"/><Relationship Id="rId9"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9.png"/><Relationship Id="rId7"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7.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7.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29.jpg"/><Relationship Id="rId7"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31.png"/><Relationship Id="rId4" Type="http://schemas.openxmlformats.org/officeDocument/2006/relationships/image" Target="../media/image30.jpg"/><Relationship Id="rId9" Type="http://schemas.openxmlformats.org/officeDocument/2006/relationships/image" Target="../media/image28.png"/></Relationships>
</file>

<file path=ppt/slides/_rels/slide9.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5.png"/><Relationship Id="rId7" Type="http://schemas.openxmlformats.org/officeDocument/2006/relationships/image" Target="../media/image34.jpeg"/><Relationship Id="rId2" Type="http://schemas.openxmlformats.org/officeDocument/2006/relationships/image" Target="../media/image3.png"/><Relationship Id="rId1" Type="http://schemas.openxmlformats.org/officeDocument/2006/relationships/slideLayout" Target="../slideLayouts/slideLayout7.xml"/><Relationship Id="rId6" Type="http://schemas.openxmlformats.org/officeDocument/2006/relationships/image" Target="../media/image33.jpeg"/><Relationship Id="rId5" Type="http://schemas.openxmlformats.org/officeDocument/2006/relationships/image" Target="../media/image32.jpeg"/><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5.png"/><Relationship Id="rId7" Type="http://schemas.openxmlformats.org/officeDocument/2006/relationships/image" Target="../media/image16.svg"/><Relationship Id="rId12"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Layout" Target="../slideLayouts/slideLayout7.xml"/><Relationship Id="rId6" Type="http://schemas.openxmlformats.org/officeDocument/2006/relationships/image" Target="../media/image3.png"/><Relationship Id="rId11" Type="http://schemas.openxmlformats.org/officeDocument/2006/relationships/image" Target="../media/image17.png"/><Relationship Id="rId5" Type="http://schemas.openxmlformats.org/officeDocument/2006/relationships/image" Target="../media/image37.png"/><Relationship Id="rId10" Type="http://schemas.openxmlformats.org/officeDocument/2006/relationships/image" Target="../media/image1.png"/><Relationship Id="rId4" Type="http://schemas.openxmlformats.org/officeDocument/2006/relationships/image" Target="../media/image36.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0.jpg"/><Relationship Id="rId7" Type="http://schemas.openxmlformats.org/officeDocument/2006/relationships/image" Target="../media/image27.png"/><Relationship Id="rId2" Type="http://schemas.openxmlformats.org/officeDocument/2006/relationships/image" Target="../media/image29.jpg"/><Relationship Id="rId1" Type="http://schemas.openxmlformats.org/officeDocument/2006/relationships/slideLayout" Target="../slideLayouts/slideLayout7.xml"/><Relationship Id="rId6" Type="http://schemas.openxmlformats.org/officeDocument/2006/relationships/image" Target="../media/image25.png"/><Relationship Id="rId11" Type="http://schemas.openxmlformats.org/officeDocument/2006/relationships/image" Target="../media/image39.png"/><Relationship Id="rId5" Type="http://schemas.openxmlformats.org/officeDocument/2006/relationships/image" Target="../media/image24.png"/><Relationship Id="rId10" Type="http://schemas.openxmlformats.org/officeDocument/2006/relationships/image" Target="../media/image26.png"/><Relationship Id="rId4" Type="http://schemas.openxmlformats.org/officeDocument/2006/relationships/image" Target="../media/image31.png"/><Relationship Id="rId9" Type="http://schemas.openxmlformats.org/officeDocument/2006/relationships/image" Target="../media/image38.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ED82475-5603-8C6C-7870-30DD4C3E63FA}"/>
              </a:ext>
            </a:extLst>
          </p:cNvPr>
          <p:cNvSpPr txBox="1"/>
          <p:nvPr/>
        </p:nvSpPr>
        <p:spPr>
          <a:xfrm>
            <a:off x="326501" y="3265708"/>
            <a:ext cx="2424154" cy="248209"/>
          </a:xfrm>
          <a:prstGeom prst="rect">
            <a:avLst/>
          </a:prstGeom>
          <a:noFill/>
        </p:spPr>
        <p:txBody>
          <a:bodyPr wrap="square" rtlCol="0">
            <a:spAutoFit/>
          </a:bodyPr>
          <a:lstStyle/>
          <a:p>
            <a:r>
              <a:rPr lang="ja-JP" altLang="en-US" sz="1013" dirty="0"/>
              <a:t>取扱説明書</a:t>
            </a:r>
          </a:p>
        </p:txBody>
      </p:sp>
      <p:pic>
        <p:nvPicPr>
          <p:cNvPr id="4" name="Picture 3">
            <a:extLst>
              <a:ext uri="{FF2B5EF4-FFF2-40B4-BE49-F238E27FC236}">
                <a16:creationId xmlns:a16="http://schemas.microsoft.com/office/drawing/2014/main" id="{1CE08612-12A9-FD81-5C8E-A2607145E13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557588" y="3910620"/>
            <a:ext cx="2489673" cy="2489673"/>
          </a:xfrm>
          <a:prstGeom prst="rect">
            <a:avLst/>
          </a:prstGeom>
        </p:spPr>
      </p:pic>
      <p:pic>
        <p:nvPicPr>
          <p:cNvPr id="6" name="Picture 5">
            <a:extLst>
              <a:ext uri="{FF2B5EF4-FFF2-40B4-BE49-F238E27FC236}">
                <a16:creationId xmlns:a16="http://schemas.microsoft.com/office/drawing/2014/main" id="{D0854AB7-8CFB-F2B0-D232-10C57A13BFF4}"/>
              </a:ext>
            </a:extLst>
          </p:cNvPr>
          <p:cNvPicPr>
            <a:picLocks noChangeAspect="1"/>
          </p:cNvPicPr>
          <p:nvPr/>
        </p:nvPicPr>
        <p:blipFill>
          <a:blip r:embed="rId3">
            <a:duotone>
              <a:schemeClr val="accent2">
                <a:shade val="45000"/>
                <a:satMod val="135000"/>
              </a:schemeClr>
              <a:prstClr val="white"/>
            </a:duotone>
            <a:extLst>
              <a:ext uri="{BEBA8EAE-BF5A-486C-A8C5-ECC9F3942E4B}">
                <a14:imgProps xmlns:a14="http://schemas.microsoft.com/office/drawing/2010/main">
                  <a14:imgLayer r:embed="rId4">
                    <a14:imgEffect>
                      <a14:sharpenSoften amount="50000"/>
                    </a14:imgEffect>
                  </a14:imgLayer>
                </a14:imgProps>
              </a:ext>
              <a:ext uri="{28A0092B-C50C-407E-A947-70E740481C1C}">
                <a14:useLocalDpi xmlns:a14="http://schemas.microsoft.com/office/drawing/2010/main" val="0"/>
              </a:ext>
            </a:extLst>
          </a:blip>
          <a:stretch>
            <a:fillRect/>
          </a:stretch>
        </p:blipFill>
        <p:spPr>
          <a:xfrm>
            <a:off x="471487" y="3817599"/>
            <a:ext cx="2489673" cy="2489673"/>
          </a:xfrm>
          <a:prstGeom prst="rect">
            <a:avLst/>
          </a:prstGeom>
        </p:spPr>
      </p:pic>
      <p:sp>
        <p:nvSpPr>
          <p:cNvPr id="13" name="Rectangle 12">
            <a:extLst>
              <a:ext uri="{FF2B5EF4-FFF2-40B4-BE49-F238E27FC236}">
                <a16:creationId xmlns:a16="http://schemas.microsoft.com/office/drawing/2014/main" id="{96AC0A3D-24FD-A099-2DB5-353B14B6DE79}"/>
              </a:ext>
            </a:extLst>
          </p:cNvPr>
          <p:cNvSpPr/>
          <p:nvPr/>
        </p:nvSpPr>
        <p:spPr>
          <a:xfrm>
            <a:off x="1121569" y="3756574"/>
            <a:ext cx="78581" cy="129194"/>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Tree>
    <p:extLst>
      <p:ext uri="{BB962C8B-B14F-4D97-AF65-F5344CB8AC3E}">
        <p14:creationId xmlns:p14="http://schemas.microsoft.com/office/powerpoint/2010/main" val="15503450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246F830-6DFD-6BC4-A3B0-8349B2A094E9}"/>
              </a:ext>
            </a:extLst>
          </p:cNvPr>
          <p:cNvPicPr>
            <a:picLocks noChangeAspect="1"/>
          </p:cNvPicPr>
          <p:nvPr/>
        </p:nvPicPr>
        <p:blipFill>
          <a:blip r:embed="rId2"/>
          <a:stretch/>
        </p:blipFill>
        <p:spPr>
          <a:xfrm>
            <a:off x="570909" y="3997314"/>
            <a:ext cx="1249535" cy="1666047"/>
          </a:xfrm>
          <a:prstGeom prst="rect">
            <a:avLst/>
          </a:prstGeom>
        </p:spPr>
      </p:pic>
      <p:sp>
        <p:nvSpPr>
          <p:cNvPr id="3" name="TextBox 2">
            <a:extLst>
              <a:ext uri="{FF2B5EF4-FFF2-40B4-BE49-F238E27FC236}">
                <a16:creationId xmlns:a16="http://schemas.microsoft.com/office/drawing/2014/main" id="{764ECC84-3695-AAA4-C9B6-83376AE701AC}"/>
              </a:ext>
            </a:extLst>
          </p:cNvPr>
          <p:cNvSpPr txBox="1"/>
          <p:nvPr/>
        </p:nvSpPr>
        <p:spPr>
          <a:xfrm>
            <a:off x="503528" y="3633753"/>
            <a:ext cx="1384296" cy="404085"/>
          </a:xfrm>
          <a:prstGeom prst="rect">
            <a:avLst/>
          </a:prstGeom>
          <a:noFill/>
        </p:spPr>
        <p:txBody>
          <a:bodyPr wrap="square" rtlCol="0">
            <a:spAutoFit/>
          </a:bodyPr>
          <a:lstStyle/>
          <a:p>
            <a:pPr algn="ctr"/>
            <a:r>
              <a:rPr lang="ja-JP" altLang="en-US" sz="1013" b="1" dirty="0">
                <a:latin typeface="メイリオ" panose="020B0604030504040204" pitchFamily="50" charset="-128"/>
                <a:ea typeface="メイリオ" panose="020B0604030504040204" pitchFamily="50" charset="-128"/>
              </a:rPr>
              <a:t>少年野球用</a:t>
            </a:r>
            <a:br>
              <a:rPr lang="en-US" altLang="ja-JP" sz="1013" b="1" dirty="0">
                <a:latin typeface="メイリオ" panose="020B0604030504040204" pitchFamily="50" charset="-128"/>
                <a:ea typeface="メイリオ" panose="020B0604030504040204" pitchFamily="50" charset="-128"/>
              </a:rPr>
            </a:br>
            <a:r>
              <a:rPr lang="ja-JP" altLang="en-US" sz="1013" b="1" dirty="0">
                <a:latin typeface="メイリオ" panose="020B0604030504040204" pitchFamily="50" charset="-128"/>
                <a:ea typeface="メイリオ" panose="020B0604030504040204" pitchFamily="50" charset="-128"/>
              </a:rPr>
              <a:t>素振り練習補助装置</a:t>
            </a:r>
          </a:p>
        </p:txBody>
      </p:sp>
      <p:sp>
        <p:nvSpPr>
          <p:cNvPr id="7" name="TextBox 6">
            <a:extLst>
              <a:ext uri="{FF2B5EF4-FFF2-40B4-BE49-F238E27FC236}">
                <a16:creationId xmlns:a16="http://schemas.microsoft.com/office/drawing/2014/main" id="{D9D41400-474B-0641-D344-A6A6641BAFA8}"/>
              </a:ext>
            </a:extLst>
          </p:cNvPr>
          <p:cNvSpPr txBox="1"/>
          <p:nvPr/>
        </p:nvSpPr>
        <p:spPr>
          <a:xfrm>
            <a:off x="128213" y="5583704"/>
            <a:ext cx="2134927" cy="789640"/>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子ども達が素振りを</a:t>
            </a:r>
            <a:r>
              <a:rPr lang="ja-JP" altLang="en-US" sz="591" b="1" dirty="0">
                <a:solidFill>
                  <a:srgbClr val="FF0000"/>
                </a:solidFill>
                <a:latin typeface="メイリオ" panose="020B0604030504040204" pitchFamily="50" charset="-128"/>
                <a:ea typeface="メイリオ" panose="020B0604030504040204" pitchFamily="50" charset="-128"/>
              </a:rPr>
              <a:t>「続けたくなる」</a:t>
            </a:r>
            <a:r>
              <a:rPr lang="ja-JP" altLang="en-US" sz="563" dirty="0">
                <a:latin typeface="メイリオ" panose="020B0604030504040204" pitchFamily="50" charset="-128"/>
                <a:ea typeface="メイリオ" panose="020B0604030504040204" pitchFamily="50" charset="-128"/>
              </a:rPr>
              <a:t>ための小型デバイスです。</a:t>
            </a:r>
            <a:br>
              <a:rPr lang="en-US" altLang="ja-JP" sz="563" dirty="0">
                <a:latin typeface="メイリオ" panose="020B0604030504040204" pitchFamily="50" charset="-128"/>
                <a:ea typeface="メイリオ" panose="020B0604030504040204" pitchFamily="50" charset="-128"/>
              </a:rPr>
            </a:br>
            <a:br>
              <a:rPr lang="en-US" altLang="ja-JP" sz="563" dirty="0">
                <a:latin typeface="メイリオ" panose="020B0604030504040204" pitchFamily="50" charset="-128"/>
                <a:ea typeface="メイリオ" panose="020B0604030504040204" pitchFamily="50" charset="-128"/>
              </a:rPr>
            </a:br>
            <a:r>
              <a:rPr lang="ja-JP" altLang="en-US" sz="563" dirty="0">
                <a:latin typeface="メイリオ" panose="020B0604030504040204" pitchFamily="50" charset="-128"/>
                <a:ea typeface="メイリオ" panose="020B0604030504040204" pitchFamily="50" charset="-128"/>
              </a:rPr>
              <a:t>いつものバットに取り付けて素振りすることで、スイングを</a:t>
            </a:r>
            <a:r>
              <a:rPr lang="en-US" altLang="ja-JP" sz="563" dirty="0">
                <a:latin typeface="メイリオ" panose="020B0604030504040204" pitchFamily="50" charset="-128"/>
                <a:ea typeface="メイリオ" panose="020B0604030504040204" pitchFamily="50" charset="-128"/>
              </a:rPr>
              <a:t>100</a:t>
            </a:r>
            <a:r>
              <a:rPr lang="ja-JP" altLang="en-US" sz="563" dirty="0">
                <a:latin typeface="メイリオ" panose="020B0604030504040204" pitchFamily="50" charset="-128"/>
                <a:ea typeface="メイリオ" panose="020B0604030504040204" pitchFamily="50" charset="-128"/>
              </a:rPr>
              <a:t>～</a:t>
            </a:r>
            <a:r>
              <a:rPr lang="en-US" altLang="ja-JP" sz="563" dirty="0">
                <a:latin typeface="メイリオ" panose="020B0604030504040204" pitchFamily="50" charset="-128"/>
                <a:ea typeface="メイリオ" panose="020B0604030504040204" pitchFamily="50" charset="-128"/>
              </a:rPr>
              <a:t>999</a:t>
            </a:r>
            <a:r>
              <a:rPr lang="ja-JP" altLang="en-US" sz="563" dirty="0">
                <a:latin typeface="メイリオ" panose="020B0604030504040204" pitchFamily="50" charset="-128"/>
                <a:ea typeface="メイリオ" panose="020B0604030504040204" pitchFamily="50" charset="-128"/>
              </a:rPr>
              <a:t>点のスコアで見える化します。</a:t>
            </a:r>
            <a:endParaRPr lang="en-US" altLang="ja-JP" sz="563" dirty="0">
              <a:latin typeface="メイリオ" panose="020B0604030504040204" pitchFamily="50" charset="-128"/>
              <a:ea typeface="メイリオ" panose="020B0604030504040204" pitchFamily="50" charset="-128"/>
            </a:endParaRPr>
          </a:p>
          <a:p>
            <a:endParaRPr lang="en-US" altLang="ja-JP"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専用の記録アプリと合わせて使うことで素振り練習をゲーム化し、</a:t>
            </a:r>
            <a:r>
              <a:rPr lang="ja-JP" altLang="en-US" sz="563" b="1" dirty="0">
                <a:solidFill>
                  <a:srgbClr val="FF0000"/>
                </a:solidFill>
                <a:latin typeface="メイリオ" panose="020B0604030504040204" pitchFamily="50" charset="-128"/>
                <a:ea typeface="メイリオ" panose="020B0604030504040204" pitchFamily="50" charset="-128"/>
              </a:rPr>
              <a:t>楽しみながら継続</a:t>
            </a:r>
            <a:r>
              <a:rPr lang="ja-JP" altLang="en-US" sz="563" dirty="0">
                <a:latin typeface="メイリオ" panose="020B0604030504040204" pitchFamily="50" charset="-128"/>
                <a:ea typeface="メイリオ" panose="020B0604030504040204" pitchFamily="50" charset="-128"/>
              </a:rPr>
              <a:t>することをサポートします。</a:t>
            </a:r>
          </a:p>
        </p:txBody>
      </p:sp>
      <p:sp>
        <p:nvSpPr>
          <p:cNvPr id="18" name="TextBox 17">
            <a:extLst>
              <a:ext uri="{FF2B5EF4-FFF2-40B4-BE49-F238E27FC236}">
                <a16:creationId xmlns:a16="http://schemas.microsoft.com/office/drawing/2014/main" id="{6402B12D-BB96-9A46-BDD2-AE1E4EBFE5C0}"/>
              </a:ext>
            </a:extLst>
          </p:cNvPr>
          <p:cNvSpPr txBox="1"/>
          <p:nvPr/>
        </p:nvSpPr>
        <p:spPr>
          <a:xfrm>
            <a:off x="2428535" y="3168602"/>
            <a:ext cx="1384296" cy="248209"/>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仕組み</a:t>
            </a:r>
          </a:p>
        </p:txBody>
      </p:sp>
      <p:sp>
        <p:nvSpPr>
          <p:cNvPr id="19" name="TextBox 18">
            <a:extLst>
              <a:ext uri="{FF2B5EF4-FFF2-40B4-BE49-F238E27FC236}">
                <a16:creationId xmlns:a16="http://schemas.microsoft.com/office/drawing/2014/main" id="{E8CDA70B-4B05-99BF-31D8-590B8DBB8931}"/>
              </a:ext>
            </a:extLst>
          </p:cNvPr>
          <p:cNvSpPr txBox="1"/>
          <p:nvPr/>
        </p:nvSpPr>
        <p:spPr>
          <a:xfrm>
            <a:off x="2541192" y="3354771"/>
            <a:ext cx="4007459" cy="1218475"/>
          </a:xfrm>
          <a:prstGeom prst="rect">
            <a:avLst/>
          </a:prstGeom>
          <a:noFill/>
        </p:spPr>
        <p:txBody>
          <a:bodyPr wrap="square">
            <a:spAutoFit/>
          </a:bodyPr>
          <a:lstStyle/>
          <a:p>
            <a:r>
              <a:rPr lang="ja-JP" altLang="en-US" sz="563" dirty="0">
                <a:latin typeface="メイリオ" panose="020B0604030504040204" pitchFamily="50" charset="-128"/>
                <a:ea typeface="メイリオ" panose="020B0604030504040204" pitchFamily="50" charset="-128"/>
              </a:rPr>
              <a:t>本体に内蔵されたセンサーで、スイング中の</a:t>
            </a:r>
            <a:r>
              <a:rPr lang="en-US" altLang="ja-JP" sz="563" dirty="0">
                <a:latin typeface="メイリオ" panose="020B0604030504040204" pitchFamily="50" charset="-128"/>
                <a:ea typeface="メイリオ" panose="020B0604030504040204" pitchFamily="50" charset="-128"/>
              </a:rPr>
              <a:t>2</a:t>
            </a:r>
            <a:r>
              <a:rPr lang="ja-JP" altLang="en-US" sz="563" dirty="0">
                <a:latin typeface="メイリオ" panose="020B0604030504040204" pitchFamily="50" charset="-128"/>
                <a:ea typeface="メイリオ" panose="020B0604030504040204" pitchFamily="50" charset="-128"/>
              </a:rPr>
              <a:t>つの動きを読み取ります。</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FF0000"/>
                </a:solidFill>
                <a:latin typeface="メイリオ" panose="020B0604030504040204" pitchFamily="50" charset="-128"/>
                <a:ea typeface="メイリオ" panose="020B0604030504040204" pitchFamily="50" charset="-128"/>
              </a:rPr>
              <a:t>1. </a:t>
            </a:r>
            <a:r>
              <a:rPr lang="ja-JP" altLang="en-US" sz="563" b="1" dirty="0">
                <a:solidFill>
                  <a:srgbClr val="FF0000"/>
                </a:solidFill>
                <a:latin typeface="メイリオ" panose="020B0604030504040204" pitchFamily="50" charset="-128"/>
                <a:ea typeface="メイリオ" panose="020B0604030504040204" pitchFamily="50" charset="-128"/>
              </a:rPr>
              <a:t>加速度</a:t>
            </a:r>
          </a:p>
          <a:p>
            <a:r>
              <a:rPr lang="ja-JP" altLang="en-US" sz="563" dirty="0">
                <a:latin typeface="メイリオ" panose="020B0604030504040204" pitchFamily="50" charset="-128"/>
                <a:ea typeface="メイリオ" panose="020B0604030504040204" pitchFamily="50" charset="-128"/>
              </a:rPr>
              <a:t>   どれだけ力強くバットを動かしたか</a:t>
            </a:r>
          </a:p>
          <a:p>
            <a:endParaRPr lang="ja-JP" altLang="en-US" sz="563" dirty="0">
              <a:latin typeface="メイリオ" panose="020B0604030504040204" pitchFamily="50" charset="-128"/>
              <a:ea typeface="メイリオ" panose="020B0604030504040204" pitchFamily="50" charset="-128"/>
            </a:endParaRPr>
          </a:p>
          <a:p>
            <a:r>
              <a:rPr lang="en-US" altLang="ja-JP" sz="563" b="1" dirty="0">
                <a:solidFill>
                  <a:srgbClr val="0070C0"/>
                </a:solidFill>
                <a:latin typeface="メイリオ" panose="020B0604030504040204" pitchFamily="50" charset="-128"/>
                <a:ea typeface="メイリオ" panose="020B0604030504040204" pitchFamily="50" charset="-128"/>
              </a:rPr>
              <a:t>2. </a:t>
            </a:r>
            <a:r>
              <a:rPr lang="ja-JP" altLang="en-US" sz="563" b="1" dirty="0">
                <a:solidFill>
                  <a:srgbClr val="0070C0"/>
                </a:solidFill>
                <a:latin typeface="メイリオ" panose="020B0604030504040204" pitchFamily="50" charset="-128"/>
                <a:ea typeface="メイリオ" panose="020B0604030504040204" pitchFamily="50" charset="-128"/>
              </a:rPr>
              <a:t>回転速度</a:t>
            </a:r>
          </a:p>
          <a:p>
            <a:r>
              <a:rPr lang="ja-JP" altLang="en-US" sz="563" dirty="0">
                <a:latin typeface="メイリオ" panose="020B0604030504040204" pitchFamily="50" charset="-128"/>
                <a:ea typeface="メイリオ" panose="020B0604030504040204" pitchFamily="50" charset="-128"/>
              </a:rPr>
              <a:t>   どれだけ速くバットが回ったか</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スコアは、</a:t>
            </a:r>
            <a:r>
              <a:rPr lang="ja-JP" altLang="en-US" sz="563" b="1" dirty="0">
                <a:solidFill>
                  <a:srgbClr val="FF0000"/>
                </a:solidFill>
                <a:latin typeface="メイリオ" panose="020B0604030504040204" pitchFamily="50" charset="-128"/>
                <a:ea typeface="メイリオ" panose="020B0604030504040204" pitchFamily="50" charset="-128"/>
              </a:rPr>
              <a:t>強い加速度</a:t>
            </a:r>
            <a:r>
              <a:rPr lang="ja-JP" altLang="en-US" sz="563" dirty="0">
                <a:latin typeface="メイリオ" panose="020B0604030504040204" pitchFamily="50" charset="-128"/>
                <a:ea typeface="メイリオ" panose="020B0604030504040204" pitchFamily="50" charset="-128"/>
              </a:rPr>
              <a:t>がどれだけ続いたかと、</a:t>
            </a:r>
          </a:p>
          <a:p>
            <a:r>
              <a:rPr lang="ja-JP" altLang="en-US" sz="563" dirty="0">
                <a:latin typeface="メイリオ" panose="020B0604030504040204" pitchFamily="50" charset="-128"/>
                <a:ea typeface="メイリオ" panose="020B0604030504040204" pitchFamily="50" charset="-128"/>
              </a:rPr>
              <a:t>スイング中の</a:t>
            </a:r>
            <a:r>
              <a:rPr lang="ja-JP" altLang="en-US" sz="563" b="1" dirty="0">
                <a:solidFill>
                  <a:srgbClr val="0070C0"/>
                </a:solidFill>
                <a:latin typeface="メイリオ" panose="020B0604030504040204" pitchFamily="50" charset="-128"/>
                <a:ea typeface="メイリオ" panose="020B0604030504040204" pitchFamily="50" charset="-128"/>
              </a:rPr>
              <a:t>回転速度の高さ</a:t>
            </a:r>
            <a:r>
              <a:rPr lang="ja-JP" altLang="en-US" sz="563" dirty="0">
                <a:latin typeface="メイリオ" panose="020B0604030504040204" pitchFamily="50" charset="-128"/>
                <a:ea typeface="メイリオ" panose="020B0604030504040204" pitchFamily="50" charset="-128"/>
              </a:rPr>
              <a:t>をもとに計算しています。</a:t>
            </a:r>
          </a:p>
          <a:p>
            <a:endParaRPr lang="ja-JP" altLang="en-US" sz="563" dirty="0">
              <a:latin typeface="メイリオ" panose="020B0604030504040204" pitchFamily="50" charset="-128"/>
              <a:ea typeface="メイリオ" panose="020B0604030504040204" pitchFamily="50" charset="-128"/>
            </a:endParaRPr>
          </a:p>
          <a:p>
            <a:r>
              <a:rPr lang="ja-JP" altLang="en-US" sz="563" dirty="0">
                <a:latin typeface="メイリオ" panose="020B0604030504040204" pitchFamily="50" charset="-128"/>
                <a:ea typeface="メイリオ" panose="020B0604030504040204" pitchFamily="50" charset="-128"/>
              </a:rPr>
              <a:t>高得点は、力強く、速く、しっかり振れたスイングの目安です。</a:t>
            </a:r>
          </a:p>
          <a:p>
            <a:r>
              <a:rPr lang="en-US" altLang="ja-JP" sz="563" dirty="0">
                <a:latin typeface="メイリオ" panose="020B0604030504040204" pitchFamily="50" charset="-128"/>
                <a:ea typeface="メイリオ" panose="020B0604030504040204" pitchFamily="50" charset="-128"/>
              </a:rPr>
              <a:t>※</a:t>
            </a:r>
            <a:r>
              <a:rPr lang="ja-JP" altLang="en-US" sz="563" dirty="0">
                <a:latin typeface="メイリオ" panose="020B0604030504040204" pitchFamily="50" charset="-128"/>
                <a:ea typeface="メイリオ" panose="020B0604030504040204" pitchFamily="50" charset="-128"/>
              </a:rPr>
              <a:t>スコアは本格的な計測値ではなく、同じバット・同じ取り付け位置での自己比較用です。</a:t>
            </a:r>
          </a:p>
        </p:txBody>
      </p:sp>
      <p:pic>
        <p:nvPicPr>
          <p:cNvPr id="9" name="Picture 8">
            <a:extLst>
              <a:ext uri="{FF2B5EF4-FFF2-40B4-BE49-F238E27FC236}">
                <a16:creationId xmlns:a16="http://schemas.microsoft.com/office/drawing/2014/main" id="{5AF9A045-195B-A340-919A-DEE0F7C9024E}"/>
              </a:ext>
            </a:extLst>
          </p:cNvPr>
          <p:cNvPicPr>
            <a:picLocks noChangeAspect="1"/>
          </p:cNvPicPr>
          <p:nvPr/>
        </p:nvPicPr>
        <p:blipFill>
          <a:blip r:embed="rId3"/>
          <a:stretch>
            <a:fillRect/>
          </a:stretch>
        </p:blipFill>
        <p:spPr>
          <a:xfrm>
            <a:off x="2542869" y="4532018"/>
            <a:ext cx="3526462" cy="2136553"/>
          </a:xfrm>
          <a:prstGeom prst="rect">
            <a:avLst/>
          </a:prstGeom>
        </p:spPr>
      </p:pic>
      <p:pic>
        <p:nvPicPr>
          <p:cNvPr id="6" name="Picture 5">
            <a:extLst>
              <a:ext uri="{FF2B5EF4-FFF2-40B4-BE49-F238E27FC236}">
                <a16:creationId xmlns:a16="http://schemas.microsoft.com/office/drawing/2014/main" id="{B367CAFC-C32E-8292-EDA2-CE01A89E0C24}"/>
              </a:ext>
            </a:extLst>
          </p:cNvPr>
          <p:cNvPicPr>
            <a:picLocks noChangeAspect="1"/>
          </p:cNvPicPr>
          <p:nvPr/>
        </p:nvPicPr>
        <p:blipFill>
          <a:blip r:embed="rId4"/>
          <a:stretch>
            <a:fillRect/>
          </a:stretch>
        </p:blipFill>
        <p:spPr>
          <a:xfrm>
            <a:off x="4677414" y="5789983"/>
            <a:ext cx="2116478" cy="1041442"/>
          </a:xfrm>
          <a:prstGeom prst="rect">
            <a:avLst/>
          </a:prstGeom>
          <a:ln>
            <a:solidFill>
              <a:schemeClr val="accent1"/>
            </a:solidFill>
          </a:ln>
          <a:effectLst>
            <a:outerShdw blurRad="50800" dist="38100" dir="2700000" algn="tl" rotWithShape="0">
              <a:prstClr val="black">
                <a:alpha val="40000"/>
              </a:prstClr>
            </a:outerShdw>
          </a:effectLst>
        </p:spPr>
      </p:pic>
      <p:sp>
        <p:nvSpPr>
          <p:cNvPr id="10" name="TextBox 9">
            <a:extLst>
              <a:ext uri="{FF2B5EF4-FFF2-40B4-BE49-F238E27FC236}">
                <a16:creationId xmlns:a16="http://schemas.microsoft.com/office/drawing/2014/main" id="{B1776A78-1E81-CE7D-281E-A64255E62828}"/>
              </a:ext>
            </a:extLst>
          </p:cNvPr>
          <p:cNvSpPr txBox="1"/>
          <p:nvPr/>
        </p:nvSpPr>
        <p:spPr>
          <a:xfrm>
            <a:off x="4717496" y="5845555"/>
            <a:ext cx="1268008" cy="196208"/>
          </a:xfrm>
          <a:prstGeom prst="rect">
            <a:avLst/>
          </a:prstGeom>
          <a:noFill/>
        </p:spPr>
        <p:txBody>
          <a:bodyPr wrap="square" rtlCol="0">
            <a:spAutoFit/>
          </a:bodyPr>
          <a:lstStyle/>
          <a:p>
            <a:r>
              <a:rPr lang="en-US" altLang="ja-JP" sz="675" b="1" dirty="0">
                <a:effectLst>
                  <a:glow rad="127000">
                    <a:schemeClr val="bg1"/>
                  </a:glow>
                </a:effectLst>
                <a:latin typeface="メイリオ" panose="020B0604030504040204" pitchFamily="50" charset="-128"/>
                <a:ea typeface="メイリオ" panose="020B0604030504040204" pitchFamily="50" charset="-128"/>
              </a:rPr>
              <a:t>329</a:t>
            </a:r>
            <a:r>
              <a:rPr lang="ja-JP" altLang="en-US" sz="675" b="1" dirty="0">
                <a:effectLst>
                  <a:glow rad="127000">
                    <a:schemeClr val="bg1"/>
                  </a:glow>
                </a:effectLst>
                <a:latin typeface="メイリオ" panose="020B0604030504040204" pitchFamily="50" charset="-128"/>
                <a:ea typeface="メイリオ" panose="020B0604030504040204" pitchFamily="50" charset="-128"/>
              </a:rPr>
              <a:t>点のスイング</a:t>
            </a:r>
          </a:p>
        </p:txBody>
      </p:sp>
      <p:sp>
        <p:nvSpPr>
          <p:cNvPr id="20" name="TextBox 19">
            <a:extLst>
              <a:ext uri="{FF2B5EF4-FFF2-40B4-BE49-F238E27FC236}">
                <a16:creationId xmlns:a16="http://schemas.microsoft.com/office/drawing/2014/main" id="{E6165A23-AE5F-0508-3F9E-0BAFDF83FC77}"/>
              </a:ext>
            </a:extLst>
          </p:cNvPr>
          <p:cNvSpPr txBox="1"/>
          <p:nvPr/>
        </p:nvSpPr>
        <p:spPr>
          <a:xfrm>
            <a:off x="2542869" y="4627840"/>
            <a:ext cx="1268008" cy="369332"/>
          </a:xfrm>
          <a:prstGeom prst="rect">
            <a:avLst/>
          </a:prstGeom>
          <a:noFill/>
        </p:spPr>
        <p:txBody>
          <a:bodyPr wrap="square" rtlCol="0">
            <a:spAutoFit/>
          </a:bodyPr>
          <a:lstStyle/>
          <a:p>
            <a:r>
              <a:rPr lang="ja-JP" altLang="en-US" sz="900" b="1" dirty="0">
                <a:effectLst>
                  <a:glow rad="127000">
                    <a:schemeClr val="bg1"/>
                  </a:glow>
                </a:effectLst>
                <a:latin typeface="メイリオ" panose="020B0604030504040204" pitchFamily="50" charset="-128"/>
                <a:ea typeface="メイリオ" panose="020B0604030504040204" pitchFamily="50" charset="-128"/>
              </a:rPr>
              <a:t>例）</a:t>
            </a:r>
            <a:r>
              <a:rPr lang="en-US" altLang="ja-JP" sz="900" b="1" dirty="0">
                <a:effectLst>
                  <a:glow rad="127000">
                    <a:schemeClr val="bg1"/>
                  </a:glow>
                </a:effectLst>
                <a:latin typeface="メイリオ" panose="020B0604030504040204" pitchFamily="50" charset="-128"/>
                <a:ea typeface="メイリオ" panose="020B0604030504040204" pitchFamily="50" charset="-128"/>
              </a:rPr>
              <a:t>751</a:t>
            </a:r>
            <a:r>
              <a:rPr lang="ja-JP" altLang="en-US" sz="900" b="1" dirty="0">
                <a:effectLst>
                  <a:glow rad="127000">
                    <a:schemeClr val="bg1"/>
                  </a:glow>
                </a:effectLst>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12026169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8C9BEFF-ABDE-AE99-F42C-DE52672C3E01}"/>
              </a:ext>
            </a:extLst>
          </p:cNvPr>
          <p:cNvPicPr>
            <a:picLocks noChangeAspect="1"/>
          </p:cNvPicPr>
          <p:nvPr/>
        </p:nvPicPr>
        <p:blipFill>
          <a:blip r:embed="rId2"/>
          <a:srcRect l="1389" t="31779" r="1424" b="2665"/>
          <a:stretch>
            <a:fillRect/>
          </a:stretch>
        </p:blipFill>
        <p:spPr>
          <a:xfrm>
            <a:off x="143124" y="3614572"/>
            <a:ext cx="1930454" cy="1165942"/>
          </a:xfrm>
          <a:prstGeom prst="roundRect">
            <a:avLst>
              <a:gd name="adj" fmla="val 985"/>
            </a:avLst>
          </a:prstGeom>
          <a:ln>
            <a:solidFill>
              <a:schemeClr val="accent1"/>
            </a:solidFill>
          </a:ln>
        </p:spPr>
      </p:pic>
      <p:pic>
        <p:nvPicPr>
          <p:cNvPr id="5" name="Picture 4">
            <a:extLst>
              <a:ext uri="{FF2B5EF4-FFF2-40B4-BE49-F238E27FC236}">
                <a16:creationId xmlns:a16="http://schemas.microsoft.com/office/drawing/2014/main" id="{FEBF7FBA-D33A-0069-82F7-F6203026F32E}"/>
              </a:ext>
            </a:extLst>
          </p:cNvPr>
          <p:cNvPicPr>
            <a:picLocks noChangeAspect="1"/>
          </p:cNvPicPr>
          <p:nvPr/>
        </p:nvPicPr>
        <p:blipFill>
          <a:blip r:embed="rId3"/>
          <a:srcRect l="1164" t="31905" r="2154" b="3884"/>
          <a:stretch>
            <a:fillRect/>
          </a:stretch>
        </p:blipFill>
        <p:spPr>
          <a:xfrm>
            <a:off x="143124" y="4996607"/>
            <a:ext cx="1945024" cy="1165943"/>
          </a:xfrm>
          <a:prstGeom prst="roundRect">
            <a:avLst>
              <a:gd name="adj" fmla="val 1169"/>
            </a:avLst>
          </a:prstGeom>
          <a:ln>
            <a:solidFill>
              <a:schemeClr val="accent1"/>
            </a:solidFill>
          </a:ln>
        </p:spPr>
      </p:pic>
      <p:pic>
        <p:nvPicPr>
          <p:cNvPr id="7" name="Picture 6">
            <a:extLst>
              <a:ext uri="{FF2B5EF4-FFF2-40B4-BE49-F238E27FC236}">
                <a16:creationId xmlns:a16="http://schemas.microsoft.com/office/drawing/2014/main" id="{A7AE78DB-C7D2-7E03-020F-C8A7710A5F47}"/>
              </a:ext>
            </a:extLst>
          </p:cNvPr>
          <p:cNvPicPr>
            <a:picLocks noChangeAspect="1"/>
          </p:cNvPicPr>
          <p:nvPr/>
        </p:nvPicPr>
        <p:blipFill>
          <a:blip r:embed="rId4"/>
          <a:srcRect t="31880"/>
          <a:stretch>
            <a:fillRect/>
          </a:stretch>
        </p:blipFill>
        <p:spPr>
          <a:xfrm>
            <a:off x="3471325" y="3614571"/>
            <a:ext cx="1938825" cy="1165943"/>
          </a:xfrm>
          <a:prstGeom prst="roundRect">
            <a:avLst>
              <a:gd name="adj" fmla="val 889"/>
            </a:avLst>
          </a:prstGeom>
          <a:ln>
            <a:solidFill>
              <a:schemeClr val="accent1"/>
            </a:solidFill>
          </a:ln>
        </p:spPr>
      </p:pic>
      <p:pic>
        <p:nvPicPr>
          <p:cNvPr id="9" name="Picture 8">
            <a:extLst>
              <a:ext uri="{FF2B5EF4-FFF2-40B4-BE49-F238E27FC236}">
                <a16:creationId xmlns:a16="http://schemas.microsoft.com/office/drawing/2014/main" id="{1BC8A6E9-1BCA-ADBB-D9EB-C792FF300D47}"/>
              </a:ext>
            </a:extLst>
          </p:cNvPr>
          <p:cNvPicPr>
            <a:picLocks noChangeAspect="1"/>
          </p:cNvPicPr>
          <p:nvPr/>
        </p:nvPicPr>
        <p:blipFill>
          <a:blip r:embed="rId5"/>
          <a:srcRect t="31984"/>
          <a:stretch>
            <a:fillRect/>
          </a:stretch>
        </p:blipFill>
        <p:spPr>
          <a:xfrm>
            <a:off x="3470823" y="4953000"/>
            <a:ext cx="1939327" cy="1165943"/>
          </a:xfrm>
          <a:prstGeom prst="roundRect">
            <a:avLst>
              <a:gd name="adj" fmla="val 1009"/>
            </a:avLst>
          </a:prstGeom>
          <a:ln>
            <a:solidFill>
              <a:schemeClr val="accent1"/>
            </a:solidFill>
          </a:ln>
        </p:spPr>
      </p:pic>
      <p:sp>
        <p:nvSpPr>
          <p:cNvPr id="10" name="TextBox 9">
            <a:extLst>
              <a:ext uri="{FF2B5EF4-FFF2-40B4-BE49-F238E27FC236}">
                <a16:creationId xmlns:a16="http://schemas.microsoft.com/office/drawing/2014/main" id="{3BE3DECC-B78F-F2AC-D261-D0B40646DDE8}"/>
              </a:ext>
            </a:extLst>
          </p:cNvPr>
          <p:cNvSpPr txBox="1"/>
          <p:nvPr/>
        </p:nvSpPr>
        <p:spPr>
          <a:xfrm>
            <a:off x="2151324" y="3659298"/>
            <a:ext cx="1171824" cy="1028167"/>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757</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振り始めからどんどん加速し、ピークを迎えた直後に回転速度も最大に達している。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加速の強さ、加速の継続時間が十分で、その勢いでバットを回転させているのでヘッドスピードはかなり早いと想定される。</a:t>
            </a:r>
            <a:endParaRPr lang="en-US" altLang="ja-JP" sz="394"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加速度が高い割に回転速度は抑えられており、加速エネルギーはすべて回転に向かわず「並進（レベルスイング）」の区間がある。</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高得点。</a:t>
            </a:r>
            <a:endParaRPr lang="en-US" altLang="ja-JP" sz="394" dirty="0">
              <a:latin typeface="メイリオ" panose="020B0604030504040204" pitchFamily="50" charset="-128"/>
              <a:ea typeface="メイリオ" panose="020B0604030504040204" pitchFamily="50" charset="-128"/>
            </a:endParaRPr>
          </a:p>
        </p:txBody>
      </p:sp>
      <p:sp>
        <p:nvSpPr>
          <p:cNvPr id="11" name="TextBox 10">
            <a:extLst>
              <a:ext uri="{FF2B5EF4-FFF2-40B4-BE49-F238E27FC236}">
                <a16:creationId xmlns:a16="http://schemas.microsoft.com/office/drawing/2014/main" id="{64975E21-7CB1-73EE-5618-3B6D5A035936}"/>
              </a:ext>
            </a:extLst>
          </p:cNvPr>
          <p:cNvSpPr txBox="1"/>
          <p:nvPr/>
        </p:nvSpPr>
        <p:spPr>
          <a:xfrm>
            <a:off x="2151324" y="5036862"/>
            <a:ext cx="1171824" cy="48224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470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加速が弱く、長く続いている割にはピークが低い。</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力を抜いてゆっくり振ったスイング。</a:t>
            </a:r>
            <a:endParaRPr lang="en-US" altLang="ja-JP" sz="394" dirty="0">
              <a:latin typeface="メイリオ" panose="020B0604030504040204" pitchFamily="50" charset="-128"/>
              <a:ea typeface="メイリオ" panose="020B0604030504040204" pitchFamily="50" charset="-128"/>
            </a:endParaRPr>
          </a:p>
        </p:txBody>
      </p:sp>
      <p:sp>
        <p:nvSpPr>
          <p:cNvPr id="12" name="TextBox 11">
            <a:extLst>
              <a:ext uri="{FF2B5EF4-FFF2-40B4-BE49-F238E27FC236}">
                <a16:creationId xmlns:a16="http://schemas.microsoft.com/office/drawing/2014/main" id="{59FF35A6-599F-B04C-B25A-789FADBCE3C8}"/>
              </a:ext>
            </a:extLst>
          </p:cNvPr>
          <p:cNvSpPr txBox="1"/>
          <p:nvPr/>
        </p:nvSpPr>
        <p:spPr>
          <a:xfrm>
            <a:off x="5543053" y="3659298"/>
            <a:ext cx="1171824" cy="906851"/>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680</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加速度のピークはかなり高いが、立ち上がりが遅く、スイングの終盤で瞬間的に加速しただけでヘッドスピードはそんなに早くないと想定される。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それほど加速していない状態から急激に回転速度があがっており、加速がすべて回転に使われていることから「その場で小さくバットを回転させただけ」に見える。</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典型的な「手振りスイング」。</a:t>
            </a:r>
            <a:endParaRPr lang="en-US" altLang="ja-JP" sz="394"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4588C9D7-3CEC-E115-F186-5CA426BB5451}"/>
              </a:ext>
            </a:extLst>
          </p:cNvPr>
          <p:cNvSpPr txBox="1"/>
          <p:nvPr/>
        </p:nvSpPr>
        <p:spPr>
          <a:xfrm>
            <a:off x="5557826" y="5036861"/>
            <a:ext cx="1171824" cy="724878"/>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スコア＝</a:t>
            </a:r>
            <a:r>
              <a:rPr lang="en-US" altLang="ja-JP" sz="563" b="1" dirty="0">
                <a:latin typeface="メイリオ" panose="020B0604030504040204" pitchFamily="50" charset="-128"/>
                <a:ea typeface="メイリオ" panose="020B0604030504040204" pitchFamily="50" charset="-128"/>
              </a:rPr>
              <a:t>655</a:t>
            </a:r>
            <a:r>
              <a:rPr lang="ja-JP" altLang="en-US" sz="563" b="1" dirty="0">
                <a:latin typeface="メイリオ" panose="020B0604030504040204" pitchFamily="50" charset="-128"/>
                <a:ea typeface="メイリオ" panose="020B0604030504040204" pitchFamily="50" charset="-128"/>
              </a:rPr>
              <a:t>点</a:t>
            </a:r>
            <a:endParaRPr lang="en-US" altLang="ja-JP" sz="563" b="1" dirty="0">
              <a:latin typeface="メイリオ" panose="020B0604030504040204" pitchFamily="50" charset="-128"/>
              <a:ea typeface="メイリオ" panose="020B0604030504040204" pitchFamily="50" charset="-128"/>
            </a:endParaRPr>
          </a:p>
          <a:p>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加速は十分に継続しているが、回転速度がそれについてきていない。</a:t>
            </a:r>
            <a:br>
              <a:rPr lang="en-US" altLang="ja-JP" sz="394" dirty="0">
                <a:latin typeface="メイリオ" panose="020B0604030504040204" pitchFamily="50" charset="-128"/>
                <a:ea typeface="メイリオ" panose="020B0604030504040204" pitchFamily="50" charset="-128"/>
              </a:rPr>
            </a:b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「加速しているにも関わらず回転していない」は典型的な「ドアスイング」。</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身体からバットが離れて回転の中心が大きく動いていると想定される。</a:t>
            </a:r>
            <a:endParaRPr lang="en-US" altLang="ja-JP" sz="394"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393164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EFF0DFFD-C695-7F8B-3071-DE41AA2322E5}"/>
              </a:ext>
            </a:extLst>
          </p:cNvPr>
          <p:cNvPicPr>
            <a:picLocks noChangeAspect="1"/>
          </p:cNvPicPr>
          <p:nvPr/>
        </p:nvPicPr>
        <p:blipFill>
          <a:blip r:embed="rId2"/>
          <a:srcRect t="32816" b="11122"/>
          <a:stretch>
            <a:fillRect/>
          </a:stretch>
        </p:blipFill>
        <p:spPr>
          <a:xfrm>
            <a:off x="1331124" y="4316771"/>
            <a:ext cx="4195753" cy="2075829"/>
          </a:xfrm>
          <a:prstGeom prst="roundRect">
            <a:avLst>
              <a:gd name="adj" fmla="val 2021"/>
            </a:avLst>
          </a:prstGeom>
          <a:ln>
            <a:solidFill>
              <a:schemeClr val="accent1">
                <a:lumMod val="75000"/>
              </a:schemeClr>
            </a:solidFill>
          </a:ln>
          <a:effectLst>
            <a:outerShdw blurRad="50800" dist="38100" algn="l" rotWithShape="0">
              <a:prstClr val="black">
                <a:alpha val="40000"/>
              </a:prstClr>
            </a:outerShdw>
          </a:effectLst>
        </p:spPr>
      </p:pic>
      <p:sp>
        <p:nvSpPr>
          <p:cNvPr id="4" name="Speech Bubble: Rectangle with Corners Rounded 3">
            <a:extLst>
              <a:ext uri="{FF2B5EF4-FFF2-40B4-BE49-F238E27FC236}">
                <a16:creationId xmlns:a16="http://schemas.microsoft.com/office/drawing/2014/main" id="{905E4284-87A7-A6CE-E6B2-46E8D1D3BA92}"/>
              </a:ext>
            </a:extLst>
          </p:cNvPr>
          <p:cNvSpPr/>
          <p:nvPr/>
        </p:nvSpPr>
        <p:spPr>
          <a:xfrm>
            <a:off x="2030564" y="5102833"/>
            <a:ext cx="670892" cy="449497"/>
          </a:xfrm>
          <a:prstGeom prst="wedgeRoundRectCallout">
            <a:avLst>
              <a:gd name="adj1" fmla="val 37167"/>
              <a:gd name="adj2" fmla="val 7344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振り始めから</a:t>
            </a:r>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がしっかり積み上がり、それに伴ってバットの</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も上がっていく。</a:t>
            </a:r>
          </a:p>
        </p:txBody>
      </p:sp>
      <p:sp>
        <p:nvSpPr>
          <p:cNvPr id="5" name="Speech Bubble: Rectangle with Corners Rounded 4">
            <a:extLst>
              <a:ext uri="{FF2B5EF4-FFF2-40B4-BE49-F238E27FC236}">
                <a16:creationId xmlns:a16="http://schemas.microsoft.com/office/drawing/2014/main" id="{5EF0B6BC-963C-167B-0796-8204DAAAD7A8}"/>
              </a:ext>
            </a:extLst>
          </p:cNvPr>
          <p:cNvSpPr/>
          <p:nvPr/>
        </p:nvSpPr>
        <p:spPr>
          <a:xfrm>
            <a:off x="2690567" y="4670501"/>
            <a:ext cx="670892" cy="233052"/>
          </a:xfrm>
          <a:prstGeom prst="wedgeRoundRectCallout">
            <a:avLst>
              <a:gd name="adj1" fmla="val 64852"/>
              <a:gd name="adj2" fmla="val 3806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b="1" dirty="0">
                <a:solidFill>
                  <a:srgbClr val="FF0000"/>
                </a:solidFill>
                <a:latin typeface="メイリオ" panose="020B0604030504040204" pitchFamily="50" charset="-128"/>
                <a:ea typeface="メイリオ" panose="020B0604030504040204" pitchFamily="50" charset="-128"/>
              </a:rPr>
              <a:t>加速度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が最大に。</a:t>
            </a:r>
          </a:p>
        </p:txBody>
      </p:sp>
      <p:sp>
        <p:nvSpPr>
          <p:cNvPr id="6" name="Speech Bubble: Rectangle with Corners Rounded 5">
            <a:extLst>
              <a:ext uri="{FF2B5EF4-FFF2-40B4-BE49-F238E27FC236}">
                <a16:creationId xmlns:a16="http://schemas.microsoft.com/office/drawing/2014/main" id="{004DFEA2-CE62-CCE5-98C1-EF84650D8B10}"/>
              </a:ext>
            </a:extLst>
          </p:cNvPr>
          <p:cNvSpPr/>
          <p:nvPr/>
        </p:nvSpPr>
        <p:spPr>
          <a:xfrm>
            <a:off x="2904555" y="5631071"/>
            <a:ext cx="670892" cy="329198"/>
          </a:xfrm>
          <a:prstGeom prst="wedgeRoundRectCallout">
            <a:avLst>
              <a:gd name="adj1" fmla="val 20514"/>
              <a:gd name="adj2" fmla="val -82144"/>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インパクトへ向けて動きが強まり、</a:t>
            </a:r>
          </a:p>
          <a:p>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がもう一段アップ。</a:t>
            </a:r>
          </a:p>
        </p:txBody>
      </p:sp>
      <p:sp>
        <p:nvSpPr>
          <p:cNvPr id="8" name="Speech Bubble: Rectangle with Corners Rounded 7">
            <a:extLst>
              <a:ext uri="{FF2B5EF4-FFF2-40B4-BE49-F238E27FC236}">
                <a16:creationId xmlns:a16="http://schemas.microsoft.com/office/drawing/2014/main" id="{3AAECEF1-58C1-3BFF-F2D9-7C4E2D6640E8}"/>
              </a:ext>
            </a:extLst>
          </p:cNvPr>
          <p:cNvSpPr/>
          <p:nvPr/>
        </p:nvSpPr>
        <p:spPr>
          <a:xfrm>
            <a:off x="3831987" y="4762216"/>
            <a:ext cx="772160" cy="356233"/>
          </a:xfrm>
          <a:prstGeom prst="wedgeRoundRectCallout">
            <a:avLst>
              <a:gd name="adj1" fmla="val -80527"/>
              <a:gd name="adj2" fmla="val 73238"/>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加速度ピークの直後に</a:t>
            </a:r>
            <a:r>
              <a:rPr lang="ja-JP" altLang="en-US" sz="450" b="1" dirty="0">
                <a:solidFill>
                  <a:srgbClr val="0070C0"/>
                </a:solidFill>
                <a:latin typeface="メイリオ" panose="020B0604030504040204" pitchFamily="50" charset="-128"/>
                <a:ea typeface="メイリオ" panose="020B0604030504040204" pitchFamily="50" charset="-128"/>
              </a:rPr>
              <a:t>回転速度</a:t>
            </a:r>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も最大に。</a:t>
            </a: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強い入力が回転速度につながったスイング。</a:t>
            </a:r>
          </a:p>
        </p:txBody>
      </p:sp>
      <p:sp>
        <p:nvSpPr>
          <p:cNvPr id="9" name="Speech Bubble: Rectangle with Corners Rounded 8">
            <a:extLst>
              <a:ext uri="{FF2B5EF4-FFF2-40B4-BE49-F238E27FC236}">
                <a16:creationId xmlns:a16="http://schemas.microsoft.com/office/drawing/2014/main" id="{AEA68423-21B6-0409-DD6C-C150C157EA73}"/>
              </a:ext>
            </a:extLst>
          </p:cNvPr>
          <p:cNvSpPr/>
          <p:nvPr/>
        </p:nvSpPr>
        <p:spPr>
          <a:xfrm>
            <a:off x="4218067" y="5233930"/>
            <a:ext cx="670892" cy="348820"/>
          </a:xfrm>
          <a:prstGeom prst="wedgeRoundRectCallout">
            <a:avLst>
              <a:gd name="adj1" fmla="val -83513"/>
              <a:gd name="adj2" fmla="val -54065"/>
              <a:gd name="adj3" fmla="val 16667"/>
            </a:avLst>
          </a:prstGeom>
          <a:solidFill>
            <a:schemeClr val="bg1"/>
          </a:solidFill>
          <a:ln>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フォロースルーに入っても、しばらく回転は継続。</a:t>
            </a:r>
            <a:endParaRPr lang="en-US" altLang="ja-JP" sz="450" dirty="0">
              <a:solidFill>
                <a:schemeClr val="tx1">
                  <a:lumMod val="65000"/>
                  <a:lumOff val="35000"/>
                </a:schemeClr>
              </a:solidFill>
              <a:latin typeface="メイリオ" panose="020B0604030504040204" pitchFamily="50" charset="-128"/>
              <a:ea typeface="メイリオ" panose="020B0604030504040204" pitchFamily="50" charset="-128"/>
            </a:endParaRPr>
          </a:p>
          <a:p>
            <a:r>
              <a:rPr lang="ja-JP" altLang="en-US" sz="450" dirty="0">
                <a:solidFill>
                  <a:schemeClr val="tx1">
                    <a:lumMod val="65000"/>
                    <a:lumOff val="35000"/>
                  </a:schemeClr>
                </a:solidFill>
                <a:latin typeface="メイリオ" panose="020B0604030504040204" pitchFamily="50" charset="-128"/>
                <a:ea typeface="メイリオ" panose="020B0604030504040204" pitchFamily="50" charset="-128"/>
              </a:rPr>
              <a:t>（採点対象外）</a:t>
            </a:r>
          </a:p>
        </p:txBody>
      </p:sp>
      <p:pic>
        <p:nvPicPr>
          <p:cNvPr id="2" name="Picture 1">
            <a:extLst>
              <a:ext uri="{FF2B5EF4-FFF2-40B4-BE49-F238E27FC236}">
                <a16:creationId xmlns:a16="http://schemas.microsoft.com/office/drawing/2014/main" id="{42DE7409-1584-A268-5110-14E8BDB151D2}"/>
              </a:ext>
            </a:extLst>
          </p:cNvPr>
          <p:cNvPicPr>
            <a:picLocks noChangeAspect="1"/>
          </p:cNvPicPr>
          <p:nvPr/>
        </p:nvPicPr>
        <p:blipFill>
          <a:blip r:embed="rId3"/>
          <a:stretch>
            <a:fillRect/>
          </a:stretch>
        </p:blipFill>
        <p:spPr>
          <a:xfrm>
            <a:off x="4677414" y="3196802"/>
            <a:ext cx="2116478" cy="1041442"/>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7C296E35-6E68-D4E4-24CF-7B0CC7BE092B}"/>
              </a:ext>
            </a:extLst>
          </p:cNvPr>
          <p:cNvSpPr txBox="1"/>
          <p:nvPr/>
        </p:nvSpPr>
        <p:spPr>
          <a:xfrm>
            <a:off x="5707856" y="5261162"/>
            <a:ext cx="1150144" cy="1045223"/>
          </a:xfrm>
          <a:prstGeom prst="rect">
            <a:avLst/>
          </a:prstGeom>
          <a:noFill/>
        </p:spPr>
        <p:txBody>
          <a:bodyPr wrap="square" rtlCol="0">
            <a:spAutoFit/>
          </a:bodyPr>
          <a:lstStyle/>
          <a:p>
            <a:r>
              <a:rPr lang="ja-JP" altLang="en-US" sz="563" b="1" dirty="0">
                <a:latin typeface="メイリオ" panose="020B0604030504040204" pitchFamily="50" charset="-128"/>
                <a:ea typeface="メイリオ" panose="020B0604030504040204" pitchFamily="50" charset="-128"/>
              </a:rPr>
              <a:t>装置内部では、</a:t>
            </a:r>
            <a:endParaRPr lang="en-US" altLang="ja-JP" sz="563" b="1" dirty="0">
              <a:latin typeface="メイリオ" panose="020B0604030504040204" pitchFamily="50" charset="-128"/>
              <a:ea typeface="メイリオ" panose="020B0604030504040204" pitchFamily="50" charset="-128"/>
            </a:endParaRPr>
          </a:p>
          <a:p>
            <a:br>
              <a:rPr lang="en-US" altLang="ja-JP" sz="563" b="1" dirty="0">
                <a:latin typeface="メイリオ" panose="020B0604030504040204" pitchFamily="50" charset="-128"/>
                <a:ea typeface="メイリオ" panose="020B0604030504040204" pitchFamily="50" charset="-128"/>
              </a:rPr>
            </a:br>
            <a:r>
              <a:rPr lang="ja-JP" altLang="en-US" sz="563" b="1" dirty="0">
                <a:latin typeface="メイリオ" panose="020B0604030504040204" pitchFamily="50" charset="-128"/>
                <a:ea typeface="メイリオ" panose="020B0604030504040204" pitchFamily="50" charset="-128"/>
              </a:rPr>
              <a:t>　　 の面積と</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a:t>
            </a:r>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　　 の高さ</a:t>
            </a:r>
            <a:endParaRPr lang="en-US" altLang="ja-JP" sz="563" b="1" dirty="0">
              <a:latin typeface="メイリオ" panose="020B0604030504040204" pitchFamily="50" charset="-128"/>
              <a:ea typeface="メイリオ" panose="020B0604030504040204" pitchFamily="50" charset="-128"/>
            </a:endParaRPr>
          </a:p>
          <a:p>
            <a:endParaRPr lang="en-US" altLang="ja-JP" sz="563" b="1" dirty="0">
              <a:latin typeface="メイリオ" panose="020B0604030504040204" pitchFamily="50" charset="-128"/>
              <a:ea typeface="メイリオ" panose="020B0604030504040204" pitchFamily="50" charset="-128"/>
            </a:endParaRPr>
          </a:p>
          <a:p>
            <a:r>
              <a:rPr lang="ja-JP" altLang="en-US" sz="563" b="1" dirty="0">
                <a:latin typeface="メイリオ" panose="020B0604030504040204" pitchFamily="50" charset="-128"/>
                <a:ea typeface="メイリオ" panose="020B0604030504040204" pitchFamily="50" charset="-128"/>
              </a:rPr>
              <a:t>を元にスコアを算出しています。</a:t>
            </a:r>
            <a:br>
              <a:rPr lang="en-US" altLang="ja-JP" sz="563" b="1" dirty="0">
                <a:latin typeface="メイリオ" panose="020B0604030504040204" pitchFamily="50" charset="-128"/>
                <a:ea typeface="メイリオ" panose="020B0604030504040204" pitchFamily="50" charset="-128"/>
              </a:rPr>
            </a:br>
            <a:br>
              <a:rPr lang="en-US" altLang="ja-JP" sz="563" b="1" dirty="0">
                <a:latin typeface="メイリオ" panose="020B0604030504040204" pitchFamily="50" charset="-128"/>
                <a:ea typeface="メイリオ" panose="020B0604030504040204" pitchFamily="50" charset="-128"/>
              </a:rPr>
            </a:br>
            <a:endParaRPr lang="en-US" altLang="ja-JP" sz="563" b="1" dirty="0">
              <a:latin typeface="メイリオ" panose="020B0604030504040204" pitchFamily="50" charset="-128"/>
              <a:ea typeface="メイリオ" panose="020B0604030504040204" pitchFamily="50" charset="-128"/>
            </a:endParaRPr>
          </a:p>
          <a:p>
            <a:endParaRPr lang="ja-JP" altLang="en-US" sz="563" b="1" dirty="0">
              <a:latin typeface="メイリオ" panose="020B0604030504040204" pitchFamily="50" charset="-128"/>
              <a:ea typeface="メイリオ" panose="020B0604030504040204" pitchFamily="50" charset="-128"/>
            </a:endParaRPr>
          </a:p>
        </p:txBody>
      </p:sp>
      <p:sp>
        <p:nvSpPr>
          <p:cNvPr id="35" name="Right Triangle 34">
            <a:extLst>
              <a:ext uri="{FF2B5EF4-FFF2-40B4-BE49-F238E27FC236}">
                <a16:creationId xmlns:a16="http://schemas.microsoft.com/office/drawing/2014/main" id="{F738E0DD-2374-8EE7-9403-360A4ADF9E0C}"/>
              </a:ext>
            </a:extLst>
          </p:cNvPr>
          <p:cNvSpPr/>
          <p:nvPr/>
        </p:nvSpPr>
        <p:spPr>
          <a:xfrm flipH="1">
            <a:off x="5760534" y="5442593"/>
            <a:ext cx="107901" cy="85880"/>
          </a:xfrm>
          <a:prstGeom prst="rtTriangle">
            <a:avLst/>
          </a:prstGeom>
          <a:solidFill>
            <a:srgbClr val="F0DAD0"/>
          </a:solidFill>
          <a:ln>
            <a:solidFill>
              <a:srgbClr val="BA512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pic>
        <p:nvPicPr>
          <p:cNvPr id="41" name="Picture 40">
            <a:extLst>
              <a:ext uri="{FF2B5EF4-FFF2-40B4-BE49-F238E27FC236}">
                <a16:creationId xmlns:a16="http://schemas.microsoft.com/office/drawing/2014/main" id="{E87E0DA9-8F7A-F8FD-30B6-C0FD46C734F1}"/>
              </a:ext>
            </a:extLst>
          </p:cNvPr>
          <p:cNvPicPr>
            <a:picLocks noChangeAspect="1"/>
          </p:cNvPicPr>
          <p:nvPr/>
        </p:nvPicPr>
        <p:blipFill>
          <a:blip r:embed="rId4"/>
          <a:stretch>
            <a:fillRect/>
          </a:stretch>
        </p:blipFill>
        <p:spPr>
          <a:xfrm>
            <a:off x="5760534" y="5584745"/>
            <a:ext cx="136133" cy="136133"/>
          </a:xfrm>
          <a:prstGeom prst="rect">
            <a:avLst/>
          </a:prstGeom>
        </p:spPr>
      </p:pic>
    </p:spTree>
    <p:extLst>
      <p:ext uri="{BB962C8B-B14F-4D97-AF65-F5344CB8AC3E}">
        <p14:creationId xmlns:p14="http://schemas.microsoft.com/office/powerpoint/2010/main" val="32315993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E8C3DBA5-C020-DD00-EF86-DA82624D3ECC}"/>
              </a:ext>
            </a:extLst>
          </p:cNvPr>
          <p:cNvGrpSpPr/>
          <p:nvPr/>
        </p:nvGrpSpPr>
        <p:grpSpPr>
          <a:xfrm>
            <a:off x="1822" y="3024188"/>
            <a:ext cx="6854356" cy="3857625"/>
            <a:chOff x="1822" y="3024188"/>
            <a:chExt cx="6854356" cy="3857625"/>
          </a:xfrm>
        </p:grpSpPr>
        <p:grpSp>
          <p:nvGrpSpPr>
            <p:cNvPr id="21" name="Group 20">
              <a:extLst>
                <a:ext uri="{FF2B5EF4-FFF2-40B4-BE49-F238E27FC236}">
                  <a16:creationId xmlns:a16="http://schemas.microsoft.com/office/drawing/2014/main" id="{E0A5A876-6295-B396-A396-354602A74F2B}"/>
                </a:ext>
              </a:extLst>
            </p:cNvPr>
            <p:cNvGrpSpPr/>
            <p:nvPr/>
          </p:nvGrpSpPr>
          <p:grpSpPr>
            <a:xfrm>
              <a:off x="1822" y="3024188"/>
              <a:ext cx="6854356" cy="3857625"/>
              <a:chOff x="3239" y="0"/>
              <a:chExt cx="12185522" cy="6858000"/>
            </a:xfrm>
          </p:grpSpPr>
          <p:grpSp>
            <p:nvGrpSpPr>
              <p:cNvPr id="2" name="Group 1">
                <a:extLst>
                  <a:ext uri="{FF2B5EF4-FFF2-40B4-BE49-F238E27FC236}">
                    <a16:creationId xmlns:a16="http://schemas.microsoft.com/office/drawing/2014/main" id="{717E0518-1619-6A2D-6D52-249502CDCB58}"/>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A3A08E8-65B9-038B-CAEB-FD56DE7FA0B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4" name="Rectangle 3">
                  <a:extLst>
                    <a:ext uri="{FF2B5EF4-FFF2-40B4-BE49-F238E27FC236}">
                      <a16:creationId xmlns:a16="http://schemas.microsoft.com/office/drawing/2014/main" id="{B24833D6-549B-37CA-31EC-D71FC1743277}"/>
                    </a:ext>
                  </a:extLst>
                </p:cNvPr>
                <p:cNvSpPr/>
                <p:nvPr/>
              </p:nvSpPr>
              <p:spPr>
                <a:xfrm>
                  <a:off x="3608281" y="4811342"/>
                  <a:ext cx="849419" cy="151325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5" name="Rectangle 4">
                  <a:extLst>
                    <a:ext uri="{FF2B5EF4-FFF2-40B4-BE49-F238E27FC236}">
                      <a16:creationId xmlns:a16="http://schemas.microsoft.com/office/drawing/2014/main" id="{DC7ABE22-DC7D-9CF7-AB96-F17EB83CAD1E}"/>
                    </a:ext>
                  </a:extLst>
                </p:cNvPr>
                <p:cNvSpPr/>
                <p:nvPr/>
              </p:nvSpPr>
              <p:spPr>
                <a:xfrm>
                  <a:off x="3608281" y="753692"/>
                  <a:ext cx="1459019" cy="113860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6" name="Group 5">
                  <a:extLst>
                    <a:ext uri="{FF2B5EF4-FFF2-40B4-BE49-F238E27FC236}">
                      <a16:creationId xmlns:a16="http://schemas.microsoft.com/office/drawing/2014/main" id="{074AD783-0B56-A329-9F1A-B29DC36EBA8D}"/>
                    </a:ext>
                  </a:extLst>
                </p:cNvPr>
                <p:cNvGrpSpPr/>
                <p:nvPr/>
              </p:nvGrpSpPr>
              <p:grpSpPr>
                <a:xfrm>
                  <a:off x="3557302" y="4965701"/>
                  <a:ext cx="951376" cy="1456717"/>
                  <a:chOff x="5000711" y="5293669"/>
                  <a:chExt cx="799332" cy="1223912"/>
                </a:xfrm>
              </p:grpSpPr>
              <p:pic>
                <p:nvPicPr>
                  <p:cNvPr id="7" name="Picture 6">
                    <a:extLst>
                      <a:ext uri="{FF2B5EF4-FFF2-40B4-BE49-F238E27FC236}">
                        <a16:creationId xmlns:a16="http://schemas.microsoft.com/office/drawing/2014/main" id="{FE89297B-6B08-593D-F430-76522A93F0AE}"/>
                      </a:ext>
                    </a:extLst>
                  </p:cNvPr>
                  <p:cNvPicPr>
                    <a:picLocks noChangeAspect="1"/>
                  </p:cNvPicPr>
                  <p:nvPr/>
                </p:nvPicPr>
                <p:blipFill>
                  <a:blip r:embed="rId3"/>
                  <a:srcRect l="40487" t="36589" r="40487" b="44787"/>
                  <a:stretch>
                    <a:fillRect/>
                  </a:stretch>
                </p:blipFill>
                <p:spPr>
                  <a:xfrm>
                    <a:off x="5000711" y="5293669"/>
                    <a:ext cx="753569" cy="1098344"/>
                  </a:xfrm>
                  <a:prstGeom prst="rect">
                    <a:avLst/>
                  </a:prstGeom>
                </p:spPr>
              </p:pic>
              <p:pic>
                <p:nvPicPr>
                  <p:cNvPr id="8" name="Graphic 7" descr="Double Tap Gesture with solid fill">
                    <a:extLst>
                      <a:ext uri="{FF2B5EF4-FFF2-40B4-BE49-F238E27FC236}">
                        <a16:creationId xmlns:a16="http://schemas.microsoft.com/office/drawing/2014/main" id="{51D5819B-796D-4D94-1750-E6ED670EA60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9" name="Graphic 8" descr="Double Tap Gesture with solid fill">
                    <a:extLst>
                      <a:ext uri="{FF2B5EF4-FFF2-40B4-BE49-F238E27FC236}">
                        <a16:creationId xmlns:a16="http://schemas.microsoft.com/office/drawing/2014/main" id="{365BA237-0BD8-CD15-1277-9604AC75E6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pSp>
              <p:nvGrpSpPr>
                <p:cNvPr id="10" name="Group 9">
                  <a:extLst>
                    <a:ext uri="{FF2B5EF4-FFF2-40B4-BE49-F238E27FC236}">
                      <a16:creationId xmlns:a16="http://schemas.microsoft.com/office/drawing/2014/main" id="{818BACC8-9E4B-4B17-065B-C66EDA0AF7E7}"/>
                    </a:ext>
                  </a:extLst>
                </p:cNvPr>
                <p:cNvGrpSpPr/>
                <p:nvPr/>
              </p:nvGrpSpPr>
              <p:grpSpPr>
                <a:xfrm>
                  <a:off x="3692626" y="926131"/>
                  <a:ext cx="1155813" cy="1050087"/>
                  <a:chOff x="4708363" y="1010723"/>
                  <a:chExt cx="1155813" cy="1050087"/>
                </a:xfrm>
              </p:grpSpPr>
              <p:pic>
                <p:nvPicPr>
                  <p:cNvPr id="11" name="Picture 10">
                    <a:extLst>
                      <a:ext uri="{FF2B5EF4-FFF2-40B4-BE49-F238E27FC236}">
                        <a16:creationId xmlns:a16="http://schemas.microsoft.com/office/drawing/2014/main" id="{A863D090-4E67-49C2-93BF-E1F2BB40C00F}"/>
                      </a:ext>
                    </a:extLst>
                  </p:cNvPr>
                  <p:cNvPicPr>
                    <a:picLocks noChangeAspect="1"/>
                  </p:cNvPicPr>
                  <p:nvPr/>
                </p:nvPicPr>
                <p:blipFill>
                  <a:blip r:embed="rId5"/>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12" name="Arrow: Left 11">
                    <a:extLst>
                      <a:ext uri="{FF2B5EF4-FFF2-40B4-BE49-F238E27FC236}">
                        <a16:creationId xmlns:a16="http://schemas.microsoft.com/office/drawing/2014/main" id="{E89CE281-E703-B712-B89B-BA31050792AF}"/>
                      </a:ext>
                    </a:extLst>
                  </p:cNvPr>
                  <p:cNvSpPr/>
                  <p:nvPr/>
                </p:nvSpPr>
                <p:spPr>
                  <a:xfrm>
                    <a:off x="5185887" y="1757497"/>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13" name="TextBox 12">
                    <a:extLst>
                      <a:ext uri="{FF2B5EF4-FFF2-40B4-BE49-F238E27FC236}">
                        <a16:creationId xmlns:a16="http://schemas.microsoft.com/office/drawing/2014/main" id="{E7F563CE-C45F-335F-1903-CF1B1E62874E}"/>
                      </a:ext>
                    </a:extLst>
                  </p:cNvPr>
                  <p:cNvSpPr txBox="1"/>
                  <p:nvPr/>
                </p:nvSpPr>
                <p:spPr>
                  <a:xfrm>
                    <a:off x="5111611" y="1573155"/>
                    <a:ext cx="333906" cy="379819"/>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ON</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sp>
                <p:nvSpPr>
                  <p:cNvPr id="14" name="TextBox 13">
                    <a:extLst>
                      <a:ext uri="{FF2B5EF4-FFF2-40B4-BE49-F238E27FC236}">
                        <a16:creationId xmlns:a16="http://schemas.microsoft.com/office/drawing/2014/main" id="{99429C8A-D168-9E7C-B3B2-98141D16300A}"/>
                      </a:ext>
                    </a:extLst>
                  </p:cNvPr>
                  <p:cNvSpPr txBox="1"/>
                  <p:nvPr/>
                </p:nvSpPr>
                <p:spPr>
                  <a:xfrm>
                    <a:off x="5433629" y="1573155"/>
                    <a:ext cx="430547" cy="487655"/>
                  </a:xfrm>
                  <a:prstGeom prst="rect">
                    <a:avLst/>
                  </a:prstGeom>
                  <a:noFill/>
                </p:spPr>
                <p:txBody>
                  <a:bodyPr wrap="square" rtlCol="0">
                    <a:spAutoFit/>
                  </a:bodyPr>
                  <a:lstStyle/>
                  <a:p>
                    <a:r>
                      <a:rPr lang="en-US" altLang="ja-JP" sz="394" b="1" dirty="0">
                        <a:solidFill>
                          <a:schemeClr val="bg1"/>
                        </a:solidFill>
                        <a:latin typeface="メイリオ" panose="020B0604030504040204" pitchFamily="50" charset="-128"/>
                        <a:ea typeface="メイリオ" panose="020B0604030504040204" pitchFamily="50" charset="-128"/>
                      </a:rPr>
                      <a:t>OFF</a:t>
                    </a:r>
                    <a:endParaRPr lang="ja-JP" altLang="en-US" sz="394" b="1" dirty="0">
                      <a:solidFill>
                        <a:schemeClr val="bg1"/>
                      </a:solidFill>
                      <a:latin typeface="メイリオ" panose="020B0604030504040204" pitchFamily="50" charset="-128"/>
                      <a:ea typeface="メイリオ" panose="020B0604030504040204" pitchFamily="50" charset="-128"/>
                    </a:endParaRPr>
                  </a:p>
                </p:txBody>
              </p:sp>
            </p:grpSp>
            <p:sp>
              <p:nvSpPr>
                <p:cNvPr id="24" name="Rectangle 23">
                  <a:extLst>
                    <a:ext uri="{FF2B5EF4-FFF2-40B4-BE49-F238E27FC236}">
                      <a16:creationId xmlns:a16="http://schemas.microsoft.com/office/drawing/2014/main" id="{BDAFFAE8-FAE3-9634-E09A-AB3AD7DA7165}"/>
                    </a:ext>
                  </a:extLst>
                </p:cNvPr>
                <p:cNvSpPr/>
                <p:nvPr/>
              </p:nvSpPr>
              <p:spPr>
                <a:xfrm>
                  <a:off x="3570742" y="3246449"/>
                  <a:ext cx="1459018" cy="735001"/>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nvGrpSpPr>
                <p:cNvPr id="15" name="Group 14">
                  <a:extLst>
                    <a:ext uri="{FF2B5EF4-FFF2-40B4-BE49-F238E27FC236}">
                      <a16:creationId xmlns:a16="http://schemas.microsoft.com/office/drawing/2014/main" id="{5E36D2AF-1388-4280-B2D0-0C1DFDB4D68A}"/>
                    </a:ext>
                  </a:extLst>
                </p:cNvPr>
                <p:cNvGrpSpPr/>
                <p:nvPr/>
              </p:nvGrpSpPr>
              <p:grpSpPr>
                <a:xfrm>
                  <a:off x="3525676" y="3704266"/>
                  <a:ext cx="1364368" cy="554367"/>
                  <a:chOff x="4678374" y="3933053"/>
                  <a:chExt cx="1364368" cy="554367"/>
                </a:xfrm>
              </p:grpSpPr>
              <p:pic>
                <p:nvPicPr>
                  <p:cNvPr id="16" name="Picture 15">
                    <a:extLst>
                      <a:ext uri="{FF2B5EF4-FFF2-40B4-BE49-F238E27FC236}">
                        <a16:creationId xmlns:a16="http://schemas.microsoft.com/office/drawing/2014/main" id="{A04E2448-506F-E136-40C2-87760045F8E2}"/>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17" name="Group 16">
                    <a:extLst>
                      <a:ext uri="{FF2B5EF4-FFF2-40B4-BE49-F238E27FC236}">
                        <a16:creationId xmlns:a16="http://schemas.microsoft.com/office/drawing/2014/main" id="{0AE7DD66-EC2C-0BF1-53FB-9C074D5A57E4}"/>
                      </a:ext>
                    </a:extLst>
                  </p:cNvPr>
                  <p:cNvGrpSpPr/>
                  <p:nvPr/>
                </p:nvGrpSpPr>
                <p:grpSpPr>
                  <a:xfrm>
                    <a:off x="5616436" y="3933053"/>
                    <a:ext cx="426306" cy="316386"/>
                    <a:chOff x="5576551" y="4345284"/>
                    <a:chExt cx="426306" cy="316386"/>
                  </a:xfrm>
                  <a:solidFill>
                    <a:schemeClr val="bg1"/>
                  </a:solidFill>
                </p:grpSpPr>
                <p:pic>
                  <p:nvPicPr>
                    <p:cNvPr id="18" name="Graphic 17" descr="Music note with solid fill">
                      <a:extLst>
                        <a:ext uri="{FF2B5EF4-FFF2-40B4-BE49-F238E27FC236}">
                          <a16:creationId xmlns:a16="http://schemas.microsoft.com/office/drawing/2014/main" id="{AE5AD5CB-F198-E2D8-4E47-33466B7EB41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19" name="Graphic 18" descr="Music note with solid fill">
                      <a:extLst>
                        <a:ext uri="{FF2B5EF4-FFF2-40B4-BE49-F238E27FC236}">
                          <a16:creationId xmlns:a16="http://schemas.microsoft.com/office/drawing/2014/main" id="{CD9CF620-93D1-D0B8-A068-FF1AFCDF01C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sp>
            <p:nvSpPr>
              <p:cNvPr id="20" name="Rectangle 19">
                <a:extLst>
                  <a:ext uri="{FF2B5EF4-FFF2-40B4-BE49-F238E27FC236}">
                    <a16:creationId xmlns:a16="http://schemas.microsoft.com/office/drawing/2014/main" id="{68C75975-FEC3-786D-58EE-FA54953CF94B}"/>
                  </a:ext>
                </a:extLst>
              </p:cNvPr>
              <p:cNvSpPr/>
              <p:nvPr/>
            </p:nvSpPr>
            <p:spPr>
              <a:xfrm>
                <a:off x="7265881" y="1338532"/>
                <a:ext cx="1459019" cy="3220768"/>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grpSp>
          <p:nvGrpSpPr>
            <p:cNvPr id="32" name="Group 31">
              <a:extLst>
                <a:ext uri="{FF2B5EF4-FFF2-40B4-BE49-F238E27FC236}">
                  <a16:creationId xmlns:a16="http://schemas.microsoft.com/office/drawing/2014/main" id="{8088AD26-F92E-9A5B-2024-8D2EFF1248D0}"/>
                </a:ext>
              </a:extLst>
            </p:cNvPr>
            <p:cNvGrpSpPr/>
            <p:nvPr/>
          </p:nvGrpSpPr>
          <p:grpSpPr>
            <a:xfrm>
              <a:off x="4217168" y="3798967"/>
              <a:ext cx="668750" cy="668750"/>
              <a:chOff x="7497187" y="1526348"/>
              <a:chExt cx="1188888" cy="1188888"/>
            </a:xfrm>
          </p:grpSpPr>
          <p:pic>
            <p:nvPicPr>
              <p:cNvPr id="22" name="Picture 21">
                <a:extLst>
                  <a:ext uri="{FF2B5EF4-FFF2-40B4-BE49-F238E27FC236}">
                    <a16:creationId xmlns:a16="http://schemas.microsoft.com/office/drawing/2014/main" id="{2257534A-DB19-5281-CC56-18290C734E0D}"/>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497187" y="1526348"/>
                <a:ext cx="1188888" cy="1188888"/>
              </a:xfrm>
              <a:prstGeom prst="rect">
                <a:avLst/>
              </a:prstGeom>
            </p:spPr>
          </p:pic>
          <p:sp>
            <p:nvSpPr>
              <p:cNvPr id="23" name="Oval 22">
                <a:extLst>
                  <a:ext uri="{FF2B5EF4-FFF2-40B4-BE49-F238E27FC236}">
                    <a16:creationId xmlns:a16="http://schemas.microsoft.com/office/drawing/2014/main" id="{7267816C-AB55-155A-0C01-40E661A9DD76}"/>
                  </a:ext>
                </a:extLst>
              </p:cNvPr>
              <p:cNvSpPr/>
              <p:nvPr/>
            </p:nvSpPr>
            <p:spPr>
              <a:xfrm>
                <a:off x="7704240"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5" name="Oval 24">
                <a:extLst>
                  <a:ext uri="{FF2B5EF4-FFF2-40B4-BE49-F238E27FC236}">
                    <a16:creationId xmlns:a16="http://schemas.microsoft.com/office/drawing/2014/main" id="{7295DF66-5F82-0FA6-94D2-425807B9BCAB}"/>
                  </a:ext>
                </a:extLst>
              </p:cNvPr>
              <p:cNvSpPr/>
              <p:nvPr/>
            </p:nvSpPr>
            <p:spPr>
              <a:xfrm>
                <a:off x="8300687" y="1540835"/>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6" name="Oval 25">
                <a:extLst>
                  <a:ext uri="{FF2B5EF4-FFF2-40B4-BE49-F238E27FC236}">
                    <a16:creationId xmlns:a16="http://schemas.microsoft.com/office/drawing/2014/main" id="{DECD9BD9-E0DC-07F3-1F31-CC7D5ADBCA3F}"/>
                  </a:ext>
                </a:extLst>
              </p:cNvPr>
              <p:cNvSpPr/>
              <p:nvPr/>
            </p:nvSpPr>
            <p:spPr>
              <a:xfrm>
                <a:off x="7704240"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27" name="Oval 26">
                <a:extLst>
                  <a:ext uri="{FF2B5EF4-FFF2-40B4-BE49-F238E27FC236}">
                    <a16:creationId xmlns:a16="http://schemas.microsoft.com/office/drawing/2014/main" id="{915E728B-50BA-B45C-D4D1-B5B78474D080}"/>
                  </a:ext>
                </a:extLst>
              </p:cNvPr>
              <p:cNvSpPr/>
              <p:nvPr/>
            </p:nvSpPr>
            <p:spPr>
              <a:xfrm>
                <a:off x="8300687" y="2414831"/>
                <a:ext cx="179453" cy="17945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8" name="Picture 27">
              <a:extLst>
                <a:ext uri="{FF2B5EF4-FFF2-40B4-BE49-F238E27FC236}">
                  <a16:creationId xmlns:a16="http://schemas.microsoft.com/office/drawing/2014/main" id="{E58F2EED-3DDC-FC3B-44E5-C50470B8C78F}"/>
                </a:ext>
              </a:extLst>
            </p:cNvPr>
            <p:cNvPicPr>
              <a:picLocks noChangeAspect="1"/>
            </p:cNvPicPr>
            <p:nvPr/>
          </p:nvPicPr>
          <p:blipFill>
            <a:blip r:embed="rId9"/>
            <a:srcRect l="15765" r="15766" b="38394"/>
            <a:stretch>
              <a:fillRect/>
            </a:stretch>
          </p:blipFill>
          <p:spPr>
            <a:xfrm>
              <a:off x="4207728" y="4337169"/>
              <a:ext cx="668750" cy="802287"/>
            </a:xfrm>
            <a:prstGeom prst="rect">
              <a:avLst/>
            </a:prstGeom>
          </p:spPr>
        </p:pic>
        <p:pic>
          <p:nvPicPr>
            <p:cNvPr id="29" name="Picture 28">
              <a:extLst>
                <a:ext uri="{FF2B5EF4-FFF2-40B4-BE49-F238E27FC236}">
                  <a16:creationId xmlns:a16="http://schemas.microsoft.com/office/drawing/2014/main" id="{51AA582C-CD0B-D080-B3F1-7AD78EA46CFC}"/>
                </a:ext>
              </a:extLst>
            </p:cNvPr>
            <p:cNvPicPr>
              <a:picLocks noChangeAspect="1"/>
            </p:cNvPicPr>
            <p:nvPr/>
          </p:nvPicPr>
          <p:blipFill>
            <a:blip r:embed="rId10"/>
            <a:srcRect l="34773" t="62508" r="34520" b="11279"/>
            <a:stretch>
              <a:fillRect/>
            </a:stretch>
          </p:blipFill>
          <p:spPr>
            <a:xfrm>
              <a:off x="4343274" y="5139422"/>
              <a:ext cx="416540" cy="418389"/>
            </a:xfrm>
            <a:prstGeom prst="rect">
              <a:avLst/>
            </a:prstGeom>
            <a:effectLst>
              <a:outerShdw blurRad="50800" dist="38100" dir="2700000" algn="tl" rotWithShape="0">
                <a:prstClr val="black">
                  <a:alpha val="40000"/>
                </a:prstClr>
              </a:outerShdw>
            </a:effectLst>
          </p:spPr>
        </p:pic>
        <p:sp>
          <p:nvSpPr>
            <p:cNvPr id="30" name="Arrow: Left 29">
              <a:extLst>
                <a:ext uri="{FF2B5EF4-FFF2-40B4-BE49-F238E27FC236}">
                  <a16:creationId xmlns:a16="http://schemas.microsoft.com/office/drawing/2014/main" id="{E23A3EFF-5685-78E6-566C-D432110D02E5}"/>
                </a:ext>
              </a:extLst>
            </p:cNvPr>
            <p:cNvSpPr/>
            <p:nvPr/>
          </p:nvSpPr>
          <p:spPr>
            <a:xfrm rot="5400000">
              <a:off x="4473793" y="502347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sp>
          <p:nvSpPr>
            <p:cNvPr id="31" name="Arrow: Left 30">
              <a:extLst>
                <a:ext uri="{FF2B5EF4-FFF2-40B4-BE49-F238E27FC236}">
                  <a16:creationId xmlns:a16="http://schemas.microsoft.com/office/drawing/2014/main" id="{B3CCC9A3-8442-76E9-DA9C-D47F48E7EFC8}"/>
                </a:ext>
              </a:extLst>
            </p:cNvPr>
            <p:cNvSpPr/>
            <p:nvPr/>
          </p:nvSpPr>
          <p:spPr>
            <a:xfrm rot="16200000">
              <a:off x="4366399" y="5030149"/>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450" b="1" dirty="0">
                <a:latin typeface="メイリオ" panose="020B0604030504040204" pitchFamily="50" charset="-128"/>
                <a:ea typeface="メイリオ" panose="020B0604030504040204" pitchFamily="50" charset="-128"/>
              </a:endParaRPr>
            </a:p>
          </p:txBody>
        </p:sp>
      </p:grpSp>
      <p:sp>
        <p:nvSpPr>
          <p:cNvPr id="34" name="TextBox 33">
            <a:extLst>
              <a:ext uri="{FF2B5EF4-FFF2-40B4-BE49-F238E27FC236}">
                <a16:creationId xmlns:a16="http://schemas.microsoft.com/office/drawing/2014/main" id="{374A2ABB-E2A0-D18D-2CE1-6BEEE58CB6E7}"/>
              </a:ext>
            </a:extLst>
          </p:cNvPr>
          <p:cNvSpPr txBox="1"/>
          <p:nvPr/>
        </p:nvSpPr>
        <p:spPr>
          <a:xfrm>
            <a:off x="1283110" y="7322574"/>
            <a:ext cx="8494633" cy="646331"/>
          </a:xfrm>
          <a:prstGeom prst="rect">
            <a:avLst/>
          </a:prstGeom>
          <a:noFill/>
        </p:spPr>
        <p:txBody>
          <a:bodyPr wrap="none" rtlCol="0">
            <a:spAutoFit/>
          </a:bodyPr>
          <a:lstStyle/>
          <a:p>
            <a:r>
              <a:rPr kumimoji="1" lang="ja-JP" altLang="en-US" dirty="0"/>
              <a:t>しばらく動きがない状態が続くと、本体は省電力状態になります。</a:t>
            </a:r>
            <a:endParaRPr kumimoji="1" lang="en-US" altLang="ja-JP" dirty="0"/>
          </a:p>
          <a:p>
            <a:r>
              <a:rPr kumimoji="1" lang="ja-JP" altLang="en-US" dirty="0"/>
              <a:t>再開する場合は、電源スイッチを一度オフにしてから、もう一度オンにします。</a:t>
            </a:r>
          </a:p>
        </p:txBody>
      </p:sp>
    </p:spTree>
    <p:extLst>
      <p:ext uri="{BB962C8B-B14F-4D97-AF65-F5344CB8AC3E}">
        <p14:creationId xmlns:p14="http://schemas.microsoft.com/office/powerpoint/2010/main" val="5016444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688A577-4AF9-B1ED-3EBD-3A4FB80BD14E}"/>
              </a:ext>
            </a:extLst>
          </p:cNvPr>
          <p:cNvPicPr>
            <a:picLocks noChangeAspect="1"/>
          </p:cNvPicPr>
          <p:nvPr/>
        </p:nvPicPr>
        <p:blipFill>
          <a:blip r:embed="rId2"/>
          <a:stretch/>
        </p:blipFill>
        <p:spPr>
          <a:xfrm>
            <a:off x="368089" y="3595116"/>
            <a:ext cx="1249535" cy="1666047"/>
          </a:xfrm>
          <a:prstGeom prst="rect">
            <a:avLst/>
          </a:prstGeom>
        </p:spPr>
      </p:pic>
      <p:grpSp>
        <p:nvGrpSpPr>
          <p:cNvPr id="14" name="Group 13">
            <a:extLst>
              <a:ext uri="{FF2B5EF4-FFF2-40B4-BE49-F238E27FC236}">
                <a16:creationId xmlns:a16="http://schemas.microsoft.com/office/drawing/2014/main" id="{FA52F8F6-EB52-8E2C-2FBA-722CA6984644}"/>
              </a:ext>
            </a:extLst>
          </p:cNvPr>
          <p:cNvGrpSpPr/>
          <p:nvPr/>
        </p:nvGrpSpPr>
        <p:grpSpPr>
          <a:xfrm>
            <a:off x="3872" y="3024188"/>
            <a:ext cx="6850257" cy="3857625"/>
            <a:chOff x="6883" y="0"/>
            <a:chExt cx="12178234" cy="6858000"/>
          </a:xfrm>
        </p:grpSpPr>
        <p:pic>
          <p:nvPicPr>
            <p:cNvPr id="4" name="Picture 3">
              <a:extLst>
                <a:ext uri="{FF2B5EF4-FFF2-40B4-BE49-F238E27FC236}">
                  <a16:creationId xmlns:a16="http://schemas.microsoft.com/office/drawing/2014/main" id="{A819E6B1-4BE1-26CC-06FC-18FC07167D5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83" y="0"/>
              <a:ext cx="12178234" cy="6858000"/>
            </a:xfrm>
            <a:prstGeom prst="rect">
              <a:avLst/>
            </a:prstGeom>
          </p:spPr>
        </p:pic>
        <p:sp>
          <p:nvSpPr>
            <p:cNvPr id="13" name="Rectangle 12">
              <a:extLst>
                <a:ext uri="{FF2B5EF4-FFF2-40B4-BE49-F238E27FC236}">
                  <a16:creationId xmlns:a16="http://schemas.microsoft.com/office/drawing/2014/main" id="{8D0DBBD1-9B73-2EE3-6774-DC609A3BD4D6}"/>
                </a:ext>
              </a:extLst>
            </p:cNvPr>
            <p:cNvSpPr/>
            <p:nvPr/>
          </p:nvSpPr>
          <p:spPr>
            <a:xfrm>
              <a:off x="3829050" y="1193800"/>
              <a:ext cx="5003800" cy="44069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23" name="Picture 22">
            <a:extLst>
              <a:ext uri="{FF2B5EF4-FFF2-40B4-BE49-F238E27FC236}">
                <a16:creationId xmlns:a16="http://schemas.microsoft.com/office/drawing/2014/main" id="{22DC0AA4-AAC7-4E51-6169-4E004B22E0BA}"/>
              </a:ext>
            </a:extLst>
          </p:cNvPr>
          <p:cNvPicPr>
            <a:picLocks noChangeAspect="1"/>
          </p:cNvPicPr>
          <p:nvPr/>
        </p:nvPicPr>
        <p:blipFill>
          <a:blip r:embed="rId2"/>
          <a:stretch/>
        </p:blipFill>
        <p:spPr>
          <a:xfrm>
            <a:off x="394612" y="3624039"/>
            <a:ext cx="1249535" cy="1666047"/>
          </a:xfrm>
          <a:prstGeom prst="rect">
            <a:avLst/>
          </a:prstGeom>
          <a:effectLst>
            <a:outerShdw blurRad="50800" dist="38100" dir="2700000" algn="tl" rotWithShape="0">
              <a:prstClr val="black">
                <a:alpha val="40000"/>
              </a:prstClr>
            </a:outerShdw>
          </a:effectLst>
        </p:spPr>
      </p:pic>
      <p:pic>
        <p:nvPicPr>
          <p:cNvPr id="32" name="Picture 31">
            <a:extLst>
              <a:ext uri="{FF2B5EF4-FFF2-40B4-BE49-F238E27FC236}">
                <a16:creationId xmlns:a16="http://schemas.microsoft.com/office/drawing/2014/main" id="{CF60CE18-7F12-4421-B96B-CA188C9F1A1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03661" y="3640516"/>
            <a:ext cx="4286250" cy="1464036"/>
          </a:xfrm>
          <a:prstGeom prst="rect">
            <a:avLst/>
          </a:prstGeom>
        </p:spPr>
      </p:pic>
      <p:pic>
        <p:nvPicPr>
          <p:cNvPr id="47" name="Picture 46">
            <a:extLst>
              <a:ext uri="{FF2B5EF4-FFF2-40B4-BE49-F238E27FC236}">
                <a16:creationId xmlns:a16="http://schemas.microsoft.com/office/drawing/2014/main" id="{6A34154F-6612-41EA-C36D-0A6B8E3B0BF0}"/>
              </a:ext>
            </a:extLst>
          </p:cNvPr>
          <p:cNvPicPr>
            <a:picLocks noChangeAspect="1"/>
          </p:cNvPicPr>
          <p:nvPr/>
        </p:nvPicPr>
        <p:blipFill>
          <a:blip r:embed="rId5"/>
          <a:stretch>
            <a:fillRect/>
          </a:stretch>
        </p:blipFill>
        <p:spPr>
          <a:xfrm>
            <a:off x="5770008" y="5374367"/>
            <a:ext cx="845820" cy="666705"/>
          </a:xfrm>
          <a:prstGeom prst="rect">
            <a:avLst/>
          </a:prstGeom>
        </p:spPr>
      </p:pic>
      <p:pic>
        <p:nvPicPr>
          <p:cNvPr id="56" name="Picture 55">
            <a:extLst>
              <a:ext uri="{FF2B5EF4-FFF2-40B4-BE49-F238E27FC236}">
                <a16:creationId xmlns:a16="http://schemas.microsoft.com/office/drawing/2014/main" id="{4A41588D-8233-ECEF-102D-E41FD70200A7}"/>
              </a:ext>
            </a:extLst>
          </p:cNvPr>
          <p:cNvPicPr>
            <a:picLocks noChangeAspect="1"/>
          </p:cNvPicPr>
          <p:nvPr/>
        </p:nvPicPr>
        <p:blipFill>
          <a:blip r:embed="rId6"/>
          <a:stretch>
            <a:fillRect/>
          </a:stretch>
        </p:blipFill>
        <p:spPr>
          <a:xfrm>
            <a:off x="2314032" y="5078275"/>
            <a:ext cx="3348361" cy="1686283"/>
          </a:xfrm>
          <a:prstGeom prst="rect">
            <a:avLst/>
          </a:prstGeom>
        </p:spPr>
      </p:pic>
      <p:sp>
        <p:nvSpPr>
          <p:cNvPr id="21" name="TextBox 20">
            <a:extLst>
              <a:ext uri="{FF2B5EF4-FFF2-40B4-BE49-F238E27FC236}">
                <a16:creationId xmlns:a16="http://schemas.microsoft.com/office/drawing/2014/main" id="{D6F60707-5C74-6624-DCBE-9C680BDFFA6E}"/>
              </a:ext>
            </a:extLst>
          </p:cNvPr>
          <p:cNvSpPr txBox="1"/>
          <p:nvPr/>
        </p:nvSpPr>
        <p:spPr>
          <a:xfrm flipH="1">
            <a:off x="2327018" y="5084397"/>
            <a:ext cx="3298685" cy="192117"/>
          </a:xfrm>
          <a:prstGeom prst="round2SameRect">
            <a:avLst/>
          </a:prstGeom>
          <a:solidFill>
            <a:srgbClr val="0070C0"/>
          </a:solidFill>
        </p:spPr>
        <p:txBody>
          <a:bodyPr wrap="square" rtlCol="0" anchor="ctr">
            <a:spAutoFit/>
          </a:bodyPr>
          <a:lstStyle/>
          <a:p>
            <a:pPr algn="ctr"/>
            <a:r>
              <a:rPr lang="ja-JP" altLang="en-US" sz="591" b="1" dirty="0">
                <a:solidFill>
                  <a:schemeClr val="bg1"/>
                </a:solidFill>
                <a:latin typeface="メイリオ" panose="020B0604030504040204" pitchFamily="50" charset="-128"/>
                <a:ea typeface="メイリオ" panose="020B0604030504040204" pitchFamily="50" charset="-128"/>
              </a:rPr>
              <a:t>例）</a:t>
            </a:r>
            <a:r>
              <a:rPr lang="en-US" altLang="ja-JP" sz="591" b="1" dirty="0">
                <a:solidFill>
                  <a:schemeClr val="bg1"/>
                </a:solidFill>
                <a:latin typeface="メイリオ" panose="020B0604030504040204" pitchFamily="50" charset="-128"/>
                <a:ea typeface="メイリオ" panose="020B0604030504040204" pitchFamily="50" charset="-128"/>
              </a:rPr>
              <a:t>751</a:t>
            </a:r>
            <a:r>
              <a:rPr lang="ja-JP" altLang="en-US" sz="591" b="1" dirty="0">
                <a:solidFill>
                  <a:schemeClr val="bg1"/>
                </a:solidFill>
                <a:latin typeface="メイリオ" panose="020B0604030504040204" pitchFamily="50" charset="-128"/>
                <a:ea typeface="メイリオ" panose="020B0604030504040204" pitchFamily="50" charset="-128"/>
              </a:rPr>
              <a:t>点のスイング</a:t>
            </a:r>
          </a:p>
        </p:txBody>
      </p:sp>
      <p:pic>
        <p:nvPicPr>
          <p:cNvPr id="18" name="Picture 17">
            <a:extLst>
              <a:ext uri="{FF2B5EF4-FFF2-40B4-BE49-F238E27FC236}">
                <a16:creationId xmlns:a16="http://schemas.microsoft.com/office/drawing/2014/main" id="{44ADC162-AAE3-1EBE-6A85-A90F8EEBC27D}"/>
              </a:ext>
            </a:extLst>
          </p:cNvPr>
          <p:cNvPicPr>
            <a:picLocks noChangeAspect="1"/>
          </p:cNvPicPr>
          <p:nvPr/>
        </p:nvPicPr>
        <p:blipFill>
          <a:blip r:embed="rId7"/>
          <a:stretch>
            <a:fillRect/>
          </a:stretch>
        </p:blipFill>
        <p:spPr>
          <a:xfrm>
            <a:off x="5182250" y="6038276"/>
            <a:ext cx="1541193" cy="758365"/>
          </a:xfrm>
          <a:prstGeom prst="roundRect">
            <a:avLst>
              <a:gd name="adj" fmla="val 3634"/>
            </a:avLst>
          </a:prstGeom>
          <a:ln>
            <a:solidFill>
              <a:schemeClr val="accent1"/>
            </a:solidFill>
          </a:ln>
          <a:effectLst>
            <a:outerShdw blurRad="50800" dist="38100" dir="2700000" algn="tl" rotWithShape="0">
              <a:prstClr val="black">
                <a:alpha val="40000"/>
              </a:prstClr>
            </a:outerShdw>
          </a:effectLst>
        </p:spPr>
      </p:pic>
      <p:sp>
        <p:nvSpPr>
          <p:cNvPr id="33" name="Speech Bubble: Rectangle with Corners Rounded 32">
            <a:extLst>
              <a:ext uri="{FF2B5EF4-FFF2-40B4-BE49-F238E27FC236}">
                <a16:creationId xmlns:a16="http://schemas.microsoft.com/office/drawing/2014/main" id="{84ECD810-C288-76B2-B5B1-FCC29AE1D238}"/>
              </a:ext>
            </a:extLst>
          </p:cNvPr>
          <p:cNvSpPr/>
          <p:nvPr/>
        </p:nvSpPr>
        <p:spPr>
          <a:xfrm>
            <a:off x="5345748" y="6211035"/>
            <a:ext cx="476836" cy="247924"/>
          </a:xfrm>
          <a:prstGeom prst="wedgeRoundRectCallout">
            <a:avLst>
              <a:gd name="adj1" fmla="val 30422"/>
              <a:gd name="adj2" fmla="val -3890"/>
              <a:gd name="adj3" fmla="val 16667"/>
            </a:avLst>
          </a:prstGeom>
          <a:solidFill>
            <a:schemeClr val="bg1"/>
          </a:solidFill>
          <a:ln w="9525">
            <a:solidFill>
              <a:schemeClr val="tx1">
                <a:lumMod val="65000"/>
                <a:lumOff val="35000"/>
              </a:schemeClr>
            </a:solidFill>
          </a:ln>
          <a:effectLst>
            <a:outerShdw blurRad="50800" dist="38100" algn="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ピークが低く、立ち上がりも遅い「キレのない」</a:t>
            </a:r>
            <a:br>
              <a:rPr lang="en-US" altLang="ja-JP" sz="338" dirty="0">
                <a:solidFill>
                  <a:schemeClr val="tx1">
                    <a:lumMod val="65000"/>
                    <a:lumOff val="35000"/>
                  </a:schemeClr>
                </a:solidFill>
                <a:latin typeface="メイリオ" panose="020B0604030504040204" pitchFamily="50" charset="-128"/>
                <a:ea typeface="メイリオ" panose="020B0604030504040204" pitchFamily="50" charset="-128"/>
              </a:rPr>
            </a:br>
            <a:r>
              <a:rPr lang="ja-JP" altLang="en-US" sz="338" dirty="0">
                <a:solidFill>
                  <a:schemeClr val="tx1">
                    <a:lumMod val="65000"/>
                    <a:lumOff val="35000"/>
                  </a:schemeClr>
                </a:solidFill>
                <a:latin typeface="メイリオ" panose="020B0604030504040204" pitchFamily="50" charset="-128"/>
                <a:ea typeface="メイリオ" panose="020B0604030504040204" pitchFamily="50" charset="-128"/>
              </a:rPr>
              <a:t>スイング。</a:t>
            </a:r>
          </a:p>
        </p:txBody>
      </p:sp>
      <p:sp>
        <p:nvSpPr>
          <p:cNvPr id="48" name="TextBox 47">
            <a:extLst>
              <a:ext uri="{FF2B5EF4-FFF2-40B4-BE49-F238E27FC236}">
                <a16:creationId xmlns:a16="http://schemas.microsoft.com/office/drawing/2014/main" id="{E039A9B9-9F03-35B3-78AF-78A4FE13A949}"/>
              </a:ext>
            </a:extLst>
          </p:cNvPr>
          <p:cNvSpPr txBox="1"/>
          <p:nvPr/>
        </p:nvSpPr>
        <p:spPr>
          <a:xfrm flipH="1">
            <a:off x="5182249" y="6014179"/>
            <a:ext cx="1541192" cy="160389"/>
          </a:xfrm>
          <a:prstGeom prst="round2SameRect">
            <a:avLst/>
          </a:prstGeom>
          <a:solidFill>
            <a:srgbClr val="0070C0"/>
          </a:solidFill>
        </p:spPr>
        <p:txBody>
          <a:bodyPr wrap="square" rtlCol="0" anchor="ctr">
            <a:spAutoFit/>
          </a:bodyPr>
          <a:lstStyle/>
          <a:p>
            <a:pPr algn="ctr"/>
            <a:r>
              <a:rPr lang="ja-JP" altLang="en-US" sz="394" b="1" dirty="0">
                <a:solidFill>
                  <a:schemeClr val="bg1"/>
                </a:solidFill>
                <a:latin typeface="メイリオ" panose="020B0604030504040204" pitchFamily="50" charset="-128"/>
                <a:ea typeface="メイリオ" panose="020B0604030504040204" pitchFamily="50" charset="-128"/>
              </a:rPr>
              <a:t>例）</a:t>
            </a:r>
            <a:r>
              <a:rPr lang="en-US" altLang="ja-JP" sz="394" b="1" dirty="0">
                <a:solidFill>
                  <a:schemeClr val="bg1"/>
                </a:solidFill>
                <a:latin typeface="メイリオ" panose="020B0604030504040204" pitchFamily="50" charset="-128"/>
                <a:ea typeface="メイリオ" panose="020B0604030504040204" pitchFamily="50" charset="-128"/>
              </a:rPr>
              <a:t>325</a:t>
            </a:r>
            <a:r>
              <a:rPr lang="ja-JP" altLang="en-US" sz="394" b="1" dirty="0">
                <a:solidFill>
                  <a:schemeClr val="bg1"/>
                </a:solidFill>
                <a:latin typeface="メイリオ" panose="020B0604030504040204" pitchFamily="50" charset="-128"/>
                <a:ea typeface="メイリオ" panose="020B0604030504040204" pitchFamily="50" charset="-128"/>
              </a:rPr>
              <a:t>点のスイング</a:t>
            </a:r>
          </a:p>
        </p:txBody>
      </p:sp>
    </p:spTree>
    <p:extLst>
      <p:ext uri="{BB962C8B-B14F-4D97-AF65-F5344CB8AC3E}">
        <p14:creationId xmlns:p14="http://schemas.microsoft.com/office/powerpoint/2010/main" val="336271069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F14397CF-AEA7-9028-F38A-A6A67C3FA304}"/>
              </a:ext>
            </a:extLst>
          </p:cNvPr>
          <p:cNvGrpSpPr/>
          <p:nvPr/>
        </p:nvGrpSpPr>
        <p:grpSpPr>
          <a:xfrm>
            <a:off x="1822" y="3024188"/>
            <a:ext cx="6854356" cy="3857625"/>
            <a:chOff x="3239" y="0"/>
            <a:chExt cx="12185522" cy="6858000"/>
          </a:xfrm>
        </p:grpSpPr>
        <p:grpSp>
          <p:nvGrpSpPr>
            <p:cNvPr id="12" name="Group 11">
              <a:extLst>
                <a:ext uri="{FF2B5EF4-FFF2-40B4-BE49-F238E27FC236}">
                  <a16:creationId xmlns:a16="http://schemas.microsoft.com/office/drawing/2014/main" id="{5AE2E430-94C2-6CAB-913C-32F687E83327}"/>
                </a:ext>
              </a:extLst>
            </p:cNvPr>
            <p:cNvGrpSpPr/>
            <p:nvPr/>
          </p:nvGrpSpPr>
          <p:grpSpPr>
            <a:xfrm>
              <a:off x="3239" y="0"/>
              <a:ext cx="12185522" cy="6858000"/>
              <a:chOff x="3239" y="0"/>
              <a:chExt cx="12185522" cy="6858000"/>
            </a:xfrm>
          </p:grpSpPr>
          <p:pic>
            <p:nvPicPr>
              <p:cNvPr id="3" name="Picture 2">
                <a:extLst>
                  <a:ext uri="{FF2B5EF4-FFF2-40B4-BE49-F238E27FC236}">
                    <a16:creationId xmlns:a16="http://schemas.microsoft.com/office/drawing/2014/main" id="{4459CC01-435C-E3F2-5B66-ACF69057A1E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39" y="0"/>
                <a:ext cx="12185522" cy="6858000"/>
              </a:xfrm>
              <a:prstGeom prst="rect">
                <a:avLst/>
              </a:prstGeom>
            </p:spPr>
          </p:pic>
          <p:sp>
            <p:nvSpPr>
              <p:cNvPr id="8" name="Rectangle 7">
                <a:extLst>
                  <a:ext uri="{FF2B5EF4-FFF2-40B4-BE49-F238E27FC236}">
                    <a16:creationId xmlns:a16="http://schemas.microsoft.com/office/drawing/2014/main" id="{874DB423-87A1-B07E-DE93-367F605B3BD0}"/>
                  </a:ext>
                </a:extLst>
              </p:cNvPr>
              <p:cNvSpPr/>
              <p:nvPr/>
            </p:nvSpPr>
            <p:spPr>
              <a:xfrm>
                <a:off x="6586430" y="636549"/>
                <a:ext cx="2201970" cy="1801300"/>
              </a:xfrm>
              <a:prstGeom prst="rect">
                <a:avLst/>
              </a:prstGeom>
              <a:solidFill>
                <a:schemeClr val="bg1"/>
              </a:soli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9" name="Rectangle 8">
                <a:extLst>
                  <a:ext uri="{FF2B5EF4-FFF2-40B4-BE49-F238E27FC236}">
                    <a16:creationId xmlns:a16="http://schemas.microsoft.com/office/drawing/2014/main" id="{2EEAE46E-5232-36A1-7F3D-BD3D353996C5}"/>
                  </a:ext>
                </a:extLst>
              </p:cNvPr>
              <p:cNvSpPr/>
              <p:nvPr/>
            </p:nvSpPr>
            <p:spPr>
              <a:xfrm>
                <a:off x="6586430" y="2528350"/>
                <a:ext cx="2144820" cy="13261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0" name="Rectangle 9">
                <a:extLst>
                  <a:ext uri="{FF2B5EF4-FFF2-40B4-BE49-F238E27FC236}">
                    <a16:creationId xmlns:a16="http://schemas.microsoft.com/office/drawing/2014/main" id="{729C87C9-4F93-6997-4C22-F301E3A9BEE2}"/>
                  </a:ext>
                </a:extLst>
              </p:cNvPr>
              <p:cNvSpPr/>
              <p:nvPr/>
            </p:nvSpPr>
            <p:spPr>
              <a:xfrm>
                <a:off x="6586430" y="3973858"/>
                <a:ext cx="2144820" cy="112288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1" name="Rectangle 10">
                <a:extLst>
                  <a:ext uri="{FF2B5EF4-FFF2-40B4-BE49-F238E27FC236}">
                    <a16:creationId xmlns:a16="http://schemas.microsoft.com/office/drawing/2014/main" id="{DB616B07-B5CE-4D59-5DC5-22B93B23F7BB}"/>
                  </a:ext>
                </a:extLst>
              </p:cNvPr>
              <p:cNvSpPr/>
              <p:nvPr/>
            </p:nvSpPr>
            <p:spPr>
              <a:xfrm>
                <a:off x="6586430" y="5231527"/>
                <a:ext cx="2144820" cy="118832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grpSp>
        <p:pic>
          <p:nvPicPr>
            <p:cNvPr id="4" name="Picture 3">
              <a:extLst>
                <a:ext uri="{FF2B5EF4-FFF2-40B4-BE49-F238E27FC236}">
                  <a16:creationId xmlns:a16="http://schemas.microsoft.com/office/drawing/2014/main" id="{FBA09D22-E5C2-8CF1-B3EB-7278C1B4B6A3}"/>
                </a:ext>
              </a:extLst>
            </p:cNvPr>
            <p:cNvPicPr>
              <a:picLocks noChangeAspect="1"/>
            </p:cNvPicPr>
            <p:nvPr/>
          </p:nvPicPr>
          <p:blipFill>
            <a:blip r:embed="rId3"/>
            <a:stretch>
              <a:fillRect/>
            </a:stretch>
          </p:blipFill>
          <p:spPr>
            <a:xfrm>
              <a:off x="6836701" y="624012"/>
              <a:ext cx="1805012" cy="1754133"/>
            </a:xfrm>
            <a:prstGeom prst="roundRect">
              <a:avLst>
                <a:gd name="adj" fmla="val 3183"/>
              </a:avLst>
            </a:prstGeom>
            <a:ln>
              <a:solidFill>
                <a:schemeClr val="bg2">
                  <a:lumMod val="90000"/>
                </a:schemeClr>
              </a:solidFill>
            </a:ln>
            <a:effectLst>
              <a:outerShdw blurRad="50800" dist="38100" dir="2700000" algn="tl" rotWithShape="0">
                <a:prstClr val="black">
                  <a:alpha val="40000"/>
                </a:prstClr>
              </a:outerShdw>
            </a:effectLst>
          </p:spPr>
        </p:pic>
        <p:pic>
          <p:nvPicPr>
            <p:cNvPr id="6" name="Picture 5">
              <a:extLst>
                <a:ext uri="{FF2B5EF4-FFF2-40B4-BE49-F238E27FC236}">
                  <a16:creationId xmlns:a16="http://schemas.microsoft.com/office/drawing/2014/main" id="{87104565-295E-E465-98D8-AE583E4A2AF5}"/>
                </a:ext>
              </a:extLst>
            </p:cNvPr>
            <p:cNvPicPr>
              <a:picLocks noChangeAspect="1"/>
            </p:cNvPicPr>
            <p:nvPr/>
          </p:nvPicPr>
          <p:blipFill>
            <a:blip r:embed="rId4"/>
            <a:stretch>
              <a:fillRect/>
            </a:stretch>
          </p:blipFill>
          <p:spPr>
            <a:xfrm>
              <a:off x="6836701" y="2668199"/>
              <a:ext cx="1805012" cy="1105541"/>
            </a:xfrm>
            <a:prstGeom prst="rect">
              <a:avLst/>
            </a:prstGeom>
            <a:ln>
              <a:solidFill>
                <a:schemeClr val="bg2">
                  <a:lumMod val="90000"/>
                </a:schemeClr>
              </a:solidFill>
            </a:ln>
            <a:effectLst>
              <a:outerShdw blurRad="50800" dist="38100" dir="2700000" algn="tl" rotWithShape="0">
                <a:prstClr val="black">
                  <a:alpha val="40000"/>
                </a:prstClr>
              </a:outerShdw>
            </a:effectLst>
          </p:spPr>
        </p:pic>
        <p:pic>
          <p:nvPicPr>
            <p:cNvPr id="13" name="Picture 12">
              <a:extLst>
                <a:ext uri="{FF2B5EF4-FFF2-40B4-BE49-F238E27FC236}">
                  <a16:creationId xmlns:a16="http://schemas.microsoft.com/office/drawing/2014/main" id="{EAAA84F5-7F57-3476-B368-71BB1C46DC4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79210" y="1419318"/>
              <a:ext cx="1444752" cy="1444752"/>
            </a:xfrm>
            <a:prstGeom prst="rect">
              <a:avLst/>
            </a:prstGeom>
          </p:spPr>
        </p:pic>
        <p:pic>
          <p:nvPicPr>
            <p:cNvPr id="14" name="Picture 13">
              <a:extLst>
                <a:ext uri="{FF2B5EF4-FFF2-40B4-BE49-F238E27FC236}">
                  <a16:creationId xmlns:a16="http://schemas.microsoft.com/office/drawing/2014/main" id="{BDC887A9-EBC2-D9A2-3A58-676BD369B9EF}"/>
                </a:ext>
              </a:extLst>
            </p:cNvPr>
            <p:cNvPicPr>
              <a:picLocks noChangeAspect="1"/>
            </p:cNvPicPr>
            <p:nvPr/>
          </p:nvPicPr>
          <p:blipFill>
            <a:blip r:embed="rId6"/>
            <a:stretch>
              <a:fillRect/>
            </a:stretch>
          </p:blipFill>
          <p:spPr>
            <a:xfrm>
              <a:off x="6836700" y="4204208"/>
              <a:ext cx="1808307" cy="774989"/>
            </a:xfrm>
            <a:prstGeom prst="roundRect">
              <a:avLst>
                <a:gd name="adj" fmla="val 5651"/>
              </a:avLst>
            </a:prstGeom>
            <a:ln>
              <a:solidFill>
                <a:schemeClr val="bg2">
                  <a:lumMod val="90000"/>
                </a:schemeClr>
              </a:solidFill>
            </a:ln>
            <a:effectLst>
              <a:outerShdw blurRad="50800" dist="38100" dir="2700000" algn="tl" rotWithShape="0">
                <a:prstClr val="black">
                  <a:alpha val="40000"/>
                </a:prstClr>
              </a:outerShdw>
            </a:effectLst>
          </p:spPr>
        </p:pic>
        <p:pic>
          <p:nvPicPr>
            <p:cNvPr id="15" name="Picture 14">
              <a:extLst>
                <a:ext uri="{FF2B5EF4-FFF2-40B4-BE49-F238E27FC236}">
                  <a16:creationId xmlns:a16="http://schemas.microsoft.com/office/drawing/2014/main" id="{AB557D90-1DEB-9DC1-4934-6A6D036AC624}"/>
                </a:ext>
              </a:extLst>
            </p:cNvPr>
            <p:cNvPicPr>
              <a:picLocks noChangeAspect="1"/>
            </p:cNvPicPr>
            <p:nvPr/>
          </p:nvPicPr>
          <p:blipFill>
            <a:blip r:embed="rId7"/>
            <a:stretch>
              <a:fillRect/>
            </a:stretch>
          </p:blipFill>
          <p:spPr>
            <a:xfrm>
              <a:off x="6836699" y="5477092"/>
              <a:ext cx="1805013" cy="909785"/>
            </a:xfrm>
            <a:prstGeom prst="roundRect">
              <a:avLst>
                <a:gd name="adj" fmla="val 8633"/>
              </a:avLst>
            </a:prstGeom>
            <a:ln>
              <a:solidFill>
                <a:schemeClr val="bg2">
                  <a:lumMod val="90000"/>
                </a:schemeClr>
              </a:solidFill>
            </a:ln>
            <a:effectLst>
              <a:outerShdw blurRad="50800" dist="38100" dir="2700000" algn="tl" rotWithShape="0">
                <a:prstClr val="black">
                  <a:alpha val="40000"/>
                </a:prstClr>
              </a:outerShdw>
            </a:effectLst>
          </p:spPr>
        </p:pic>
      </p:grpSp>
    </p:spTree>
    <p:extLst>
      <p:ext uri="{BB962C8B-B14F-4D97-AF65-F5344CB8AC3E}">
        <p14:creationId xmlns:p14="http://schemas.microsoft.com/office/powerpoint/2010/main" val="38338077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BE1AF7A-E941-D3C5-3354-82594A1FFD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00802" y="3520167"/>
            <a:ext cx="581667" cy="581667"/>
          </a:xfrm>
          <a:prstGeom prst="rect">
            <a:avLst/>
          </a:prstGeom>
        </p:spPr>
      </p:pic>
      <p:sp>
        <p:nvSpPr>
          <p:cNvPr id="4" name="TextBox 3">
            <a:extLst>
              <a:ext uri="{FF2B5EF4-FFF2-40B4-BE49-F238E27FC236}">
                <a16:creationId xmlns:a16="http://schemas.microsoft.com/office/drawing/2014/main" id="{0FC49063-8CC8-7873-8DB0-236A2DEC3146}"/>
              </a:ext>
            </a:extLst>
          </p:cNvPr>
          <p:cNvSpPr txBox="1"/>
          <p:nvPr/>
        </p:nvSpPr>
        <p:spPr>
          <a:xfrm>
            <a:off x="136867" y="3266999"/>
            <a:ext cx="1003906" cy="404085"/>
          </a:xfrm>
          <a:prstGeom prst="rect">
            <a:avLst/>
          </a:prstGeom>
          <a:noFill/>
        </p:spPr>
        <p:txBody>
          <a:bodyPr wrap="square" rtlCol="0">
            <a:spAutoFit/>
          </a:bodyPr>
          <a:lstStyle/>
          <a:p>
            <a:r>
              <a:rPr lang="ja-JP" altLang="en-US" sz="1013" b="1" dirty="0">
                <a:latin typeface="メイリオ" panose="020B0604030504040204" pitchFamily="50" charset="-128"/>
                <a:ea typeface="メイリオ" panose="020B0604030504040204" pitchFamily="50" charset="-128"/>
              </a:rPr>
              <a:t>専用記録アプリ</a:t>
            </a:r>
          </a:p>
        </p:txBody>
      </p:sp>
      <p:pic>
        <p:nvPicPr>
          <p:cNvPr id="7" name="Picture 6">
            <a:extLst>
              <a:ext uri="{FF2B5EF4-FFF2-40B4-BE49-F238E27FC236}">
                <a16:creationId xmlns:a16="http://schemas.microsoft.com/office/drawing/2014/main" id="{8B7B6530-AF12-DFCF-FD8B-E3C61302B6AF}"/>
              </a:ext>
            </a:extLst>
          </p:cNvPr>
          <p:cNvPicPr>
            <a:picLocks noChangeAspect="1"/>
          </p:cNvPicPr>
          <p:nvPr/>
        </p:nvPicPr>
        <p:blipFill>
          <a:blip r:embed="rId3">
            <a:extLst>
              <a:ext uri="{28A0092B-C50C-407E-A947-70E740481C1C}">
                <a14:useLocalDpi xmlns:a14="http://schemas.microsoft.com/office/drawing/2010/main" val="0"/>
              </a:ext>
            </a:extLst>
          </a:blip>
          <a:srcRect t="89440"/>
          <a:stretch>
            <a:fillRect/>
          </a:stretch>
        </p:blipFill>
        <p:spPr>
          <a:xfrm>
            <a:off x="1376816" y="3665509"/>
            <a:ext cx="909042" cy="207749"/>
          </a:xfrm>
          <a:prstGeom prst="rect">
            <a:avLst/>
          </a:prstGeom>
          <a:effectLst>
            <a:outerShdw blurRad="50800" dist="38100" dir="2700000" algn="tl" rotWithShape="0">
              <a:prstClr val="black">
                <a:alpha val="40000"/>
              </a:prstClr>
            </a:outerShdw>
          </a:effectLst>
        </p:spPr>
      </p:pic>
      <p:pic>
        <p:nvPicPr>
          <p:cNvPr id="9" name="Picture 8">
            <a:extLst>
              <a:ext uri="{FF2B5EF4-FFF2-40B4-BE49-F238E27FC236}">
                <a16:creationId xmlns:a16="http://schemas.microsoft.com/office/drawing/2014/main" id="{E135CFD6-A90E-3B5A-83EB-36C596F08A42}"/>
              </a:ext>
            </a:extLst>
          </p:cNvPr>
          <p:cNvPicPr>
            <a:picLocks noChangeAspect="1"/>
          </p:cNvPicPr>
          <p:nvPr/>
        </p:nvPicPr>
        <p:blipFill>
          <a:blip r:embed="rId4">
            <a:extLst>
              <a:ext uri="{28A0092B-C50C-407E-A947-70E740481C1C}">
                <a14:useLocalDpi xmlns:a14="http://schemas.microsoft.com/office/drawing/2010/main" val="0"/>
              </a:ext>
            </a:extLst>
          </a:blip>
          <a:srcRect t="28613" b="28564"/>
          <a:stretch>
            <a:fillRect/>
          </a:stretch>
        </p:blipFill>
        <p:spPr>
          <a:xfrm>
            <a:off x="1376817" y="3976076"/>
            <a:ext cx="909042" cy="842486"/>
          </a:xfrm>
          <a:prstGeom prst="rect">
            <a:avLst/>
          </a:prstGeom>
          <a:effectLst>
            <a:outerShdw blurRad="50800" dist="38100" dir="2700000" algn="tl" rotWithShape="0">
              <a:prstClr val="black">
                <a:alpha val="40000"/>
              </a:prstClr>
            </a:outerShdw>
          </a:effectLst>
        </p:spPr>
      </p:pic>
      <p:sp>
        <p:nvSpPr>
          <p:cNvPr id="11" name="TextBox 10">
            <a:extLst>
              <a:ext uri="{FF2B5EF4-FFF2-40B4-BE49-F238E27FC236}">
                <a16:creationId xmlns:a16="http://schemas.microsoft.com/office/drawing/2014/main" id="{4ABF9D3C-DF57-5BA7-3608-7A4FF062D3F8}"/>
              </a:ext>
            </a:extLst>
          </p:cNvPr>
          <p:cNvSpPr txBox="1"/>
          <p:nvPr/>
        </p:nvSpPr>
        <p:spPr>
          <a:xfrm>
            <a:off x="1281953" y="3335926"/>
            <a:ext cx="766818"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iOS</a:t>
            </a:r>
            <a:r>
              <a:rPr lang="ja-JP" altLang="en-US" sz="788" b="1" dirty="0">
                <a:latin typeface="メイリオ" panose="020B0604030504040204" pitchFamily="50" charset="-128"/>
                <a:ea typeface="メイリオ" panose="020B0604030504040204" pitchFamily="50" charset="-128"/>
              </a:rPr>
              <a:t>の場合</a:t>
            </a:r>
          </a:p>
        </p:txBody>
      </p:sp>
      <p:sp>
        <p:nvSpPr>
          <p:cNvPr id="12" name="Oval 11">
            <a:extLst>
              <a:ext uri="{FF2B5EF4-FFF2-40B4-BE49-F238E27FC236}">
                <a16:creationId xmlns:a16="http://schemas.microsoft.com/office/drawing/2014/main" id="{1E21B763-2756-6A07-52CF-DA2EC27B9C12}"/>
              </a:ext>
            </a:extLst>
          </p:cNvPr>
          <p:cNvSpPr/>
          <p:nvPr/>
        </p:nvSpPr>
        <p:spPr>
          <a:xfrm>
            <a:off x="1766179" y="3717973"/>
            <a:ext cx="124043" cy="1240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3" name="TextBox 12">
            <a:extLst>
              <a:ext uri="{FF2B5EF4-FFF2-40B4-BE49-F238E27FC236}">
                <a16:creationId xmlns:a16="http://schemas.microsoft.com/office/drawing/2014/main" id="{566FBD40-8123-2FE1-A1E5-7593C3EBE4D9}"/>
              </a:ext>
            </a:extLst>
          </p:cNvPr>
          <p:cNvSpPr txBox="1"/>
          <p:nvPr/>
        </p:nvSpPr>
        <p:spPr>
          <a:xfrm>
            <a:off x="2380479" y="3717973"/>
            <a:ext cx="766818"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共有マークを選択。</a:t>
            </a:r>
          </a:p>
        </p:txBody>
      </p:sp>
      <p:sp>
        <p:nvSpPr>
          <p:cNvPr id="14" name="Rectangle: Rounded Corners 13">
            <a:extLst>
              <a:ext uri="{FF2B5EF4-FFF2-40B4-BE49-F238E27FC236}">
                <a16:creationId xmlns:a16="http://schemas.microsoft.com/office/drawing/2014/main" id="{CE878953-9BAA-2530-C943-2D491622423A}"/>
              </a:ext>
            </a:extLst>
          </p:cNvPr>
          <p:cNvSpPr/>
          <p:nvPr/>
        </p:nvSpPr>
        <p:spPr>
          <a:xfrm>
            <a:off x="1432113" y="4687010"/>
            <a:ext cx="792174" cy="124043"/>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p>
        </p:txBody>
      </p:sp>
      <p:sp>
        <p:nvSpPr>
          <p:cNvPr id="15" name="TextBox 14">
            <a:extLst>
              <a:ext uri="{FF2B5EF4-FFF2-40B4-BE49-F238E27FC236}">
                <a16:creationId xmlns:a16="http://schemas.microsoft.com/office/drawing/2014/main" id="{EBE74208-12CD-98B6-4E4A-C92850871DD1}"/>
              </a:ext>
            </a:extLst>
          </p:cNvPr>
          <p:cNvSpPr txBox="1"/>
          <p:nvPr/>
        </p:nvSpPr>
        <p:spPr>
          <a:xfrm>
            <a:off x="2380479" y="4280859"/>
            <a:ext cx="960919" cy="213648"/>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「もっと見る」を押すと出てくる「</a:t>
            </a:r>
            <a:r>
              <a:rPr lang="ja-JP" altLang="en-US" sz="394" b="1" dirty="0">
                <a:latin typeface="メイリオ" panose="020B0604030504040204" pitchFamily="50" charset="-128"/>
                <a:ea typeface="メイリオ" panose="020B0604030504040204" pitchFamily="50" charset="-128"/>
              </a:rPr>
              <a:t>ホーム画面に追加</a:t>
            </a:r>
            <a:r>
              <a:rPr lang="ja-JP" altLang="en-US" sz="394" dirty="0">
                <a:latin typeface="メイリオ" panose="020B0604030504040204" pitchFamily="50" charset="-128"/>
                <a:ea typeface="メイリオ" panose="020B0604030504040204" pitchFamily="50" charset="-128"/>
              </a:rPr>
              <a:t>」を選択。</a:t>
            </a:r>
          </a:p>
        </p:txBody>
      </p:sp>
      <p:pic>
        <p:nvPicPr>
          <p:cNvPr id="17" name="Picture 16">
            <a:extLst>
              <a:ext uri="{FF2B5EF4-FFF2-40B4-BE49-F238E27FC236}">
                <a16:creationId xmlns:a16="http://schemas.microsoft.com/office/drawing/2014/main" id="{AB717E5C-0185-05D4-161A-762F6A72BA5C}"/>
              </a:ext>
            </a:extLst>
          </p:cNvPr>
          <p:cNvPicPr>
            <a:picLocks noChangeAspect="1"/>
          </p:cNvPicPr>
          <p:nvPr/>
        </p:nvPicPr>
        <p:blipFill>
          <a:blip r:embed="rId5"/>
          <a:stretch>
            <a:fillRect/>
          </a:stretch>
        </p:blipFill>
        <p:spPr>
          <a:xfrm>
            <a:off x="1511556" y="4870843"/>
            <a:ext cx="544698" cy="544698"/>
          </a:xfrm>
          <a:prstGeom prst="rect">
            <a:avLst/>
          </a:prstGeom>
          <a:effectLst>
            <a:outerShdw blurRad="50800" dist="38100" dir="2700000" algn="tl" rotWithShape="0">
              <a:prstClr val="black">
                <a:alpha val="40000"/>
              </a:prstClr>
            </a:outerShdw>
          </a:effectLst>
        </p:spPr>
      </p:pic>
      <p:sp>
        <p:nvSpPr>
          <p:cNvPr id="18" name="TextBox 17">
            <a:extLst>
              <a:ext uri="{FF2B5EF4-FFF2-40B4-BE49-F238E27FC236}">
                <a16:creationId xmlns:a16="http://schemas.microsoft.com/office/drawing/2014/main" id="{14A57E12-2EDE-6330-4932-EDC0B1F7779D}"/>
              </a:ext>
            </a:extLst>
          </p:cNvPr>
          <p:cNvSpPr txBox="1"/>
          <p:nvPr/>
        </p:nvSpPr>
        <p:spPr>
          <a:xfrm>
            <a:off x="2380479" y="5056630"/>
            <a:ext cx="960919" cy="274306"/>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インストール完了。</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19" name="TextBox 18">
            <a:extLst>
              <a:ext uri="{FF2B5EF4-FFF2-40B4-BE49-F238E27FC236}">
                <a16:creationId xmlns:a16="http://schemas.microsoft.com/office/drawing/2014/main" id="{43A3BB4A-5EAD-14F4-519D-4871041A6781}"/>
              </a:ext>
            </a:extLst>
          </p:cNvPr>
          <p:cNvSpPr txBox="1"/>
          <p:nvPr/>
        </p:nvSpPr>
        <p:spPr>
          <a:xfrm>
            <a:off x="1376817" y="5529496"/>
            <a:ext cx="1034499" cy="213585"/>
          </a:xfrm>
          <a:prstGeom prst="rect">
            <a:avLst/>
          </a:prstGeom>
          <a:noFill/>
        </p:spPr>
        <p:txBody>
          <a:bodyPr wrap="square" rtlCol="0">
            <a:spAutoFit/>
          </a:bodyPr>
          <a:lstStyle/>
          <a:p>
            <a:r>
              <a:rPr lang="en-US" altLang="ja-JP" sz="788" b="1" dirty="0">
                <a:latin typeface="メイリオ" panose="020B0604030504040204" pitchFamily="50" charset="-128"/>
                <a:ea typeface="メイリオ" panose="020B0604030504040204" pitchFamily="50" charset="-128"/>
              </a:rPr>
              <a:t>Android</a:t>
            </a:r>
            <a:r>
              <a:rPr lang="ja-JP" altLang="en-US" sz="788" b="1" dirty="0">
                <a:latin typeface="メイリオ" panose="020B0604030504040204" pitchFamily="50" charset="-128"/>
                <a:ea typeface="メイリオ" panose="020B0604030504040204" pitchFamily="50" charset="-128"/>
              </a:rPr>
              <a:t>の場合</a:t>
            </a:r>
          </a:p>
        </p:txBody>
      </p:sp>
      <p:sp>
        <p:nvSpPr>
          <p:cNvPr id="21" name="TextBox 20">
            <a:extLst>
              <a:ext uri="{FF2B5EF4-FFF2-40B4-BE49-F238E27FC236}">
                <a16:creationId xmlns:a16="http://schemas.microsoft.com/office/drawing/2014/main" id="{8060E79E-2676-30D2-4A06-FB2E3D6332A2}"/>
              </a:ext>
            </a:extLst>
          </p:cNvPr>
          <p:cNvSpPr txBox="1"/>
          <p:nvPr/>
        </p:nvSpPr>
        <p:spPr>
          <a:xfrm>
            <a:off x="1471783" y="5706685"/>
            <a:ext cx="1869615" cy="961802"/>
          </a:xfrm>
          <a:prstGeom prst="rect">
            <a:avLst/>
          </a:prstGeom>
          <a:noFill/>
        </p:spPr>
        <p:txBody>
          <a:bodyPr wrap="square">
            <a:spAutoFit/>
          </a:bodyPr>
          <a:lstStyle/>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画面右上にある </a:t>
            </a:r>
            <a:r>
              <a:rPr lang="ja-JP" altLang="ja-JP" sz="450" b="1" dirty="0">
                <a:latin typeface="メイリオ" panose="020B0604030504040204" pitchFamily="50" charset="-128"/>
                <a:ea typeface="メイリオ" panose="020B0604030504040204" pitchFamily="50" charset="-128"/>
              </a:rPr>
              <a:t>「︙」（メニューアイコン）</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メニューの中にある </a:t>
            </a:r>
            <a:r>
              <a:rPr lang="ja-JP" altLang="ja-JP" sz="450" b="1" dirty="0">
                <a:latin typeface="メイリオ" panose="020B0604030504040204" pitchFamily="50" charset="-128"/>
                <a:ea typeface="メイリオ" panose="020B0604030504040204" pitchFamily="50" charset="-128"/>
              </a:rPr>
              <a:t>「アプリをインストール」</a:t>
            </a:r>
            <a:r>
              <a:rPr lang="ja-JP" altLang="ja-JP" sz="450" dirty="0">
                <a:latin typeface="メイリオ" panose="020B0604030504040204" pitchFamily="50" charset="-128"/>
                <a:ea typeface="メイリオ" panose="020B0604030504040204" pitchFamily="50" charset="-128"/>
              </a:rPr>
              <a:t> または </a:t>
            </a:r>
            <a:r>
              <a:rPr lang="ja-JP" altLang="ja-JP" sz="450" b="1" dirty="0">
                <a:latin typeface="メイリオ" panose="020B0604030504040204" pitchFamily="50" charset="-128"/>
                <a:ea typeface="メイリオ" panose="020B0604030504040204" pitchFamily="50" charset="-128"/>
              </a:rPr>
              <a:t>「ホーム画面に追加」</a:t>
            </a:r>
            <a:r>
              <a:rPr lang="ja-JP" altLang="ja-JP" sz="450" dirty="0">
                <a:latin typeface="メイリオ" panose="020B0604030504040204" pitchFamily="50" charset="-128"/>
                <a:ea typeface="メイリオ" panose="020B0604030504040204" pitchFamily="50" charset="-128"/>
              </a:rPr>
              <a:t> を選択します。</a:t>
            </a:r>
          </a:p>
          <a:p>
            <a:pPr>
              <a:spcBef>
                <a:spcPts val="506"/>
              </a:spcBef>
              <a:spcAft>
                <a:spcPts val="506"/>
              </a:spcAft>
              <a:buFont typeface="+mj-lt"/>
              <a:buAutoNum type="arabicPeriod"/>
            </a:pPr>
            <a:r>
              <a:rPr lang="ja-JP" altLang="ja-JP" sz="450" dirty="0">
                <a:latin typeface="メイリオ" panose="020B0604030504040204" pitchFamily="50" charset="-128"/>
                <a:ea typeface="メイリオ" panose="020B0604030504040204" pitchFamily="50" charset="-128"/>
              </a:rPr>
              <a:t>確認画面で </a:t>
            </a:r>
            <a:r>
              <a:rPr lang="ja-JP" altLang="ja-JP" sz="450" b="1" dirty="0">
                <a:latin typeface="メイリオ" panose="020B0604030504040204" pitchFamily="50" charset="-128"/>
                <a:ea typeface="メイリオ" panose="020B0604030504040204" pitchFamily="50" charset="-128"/>
              </a:rPr>
              <a:t>「インストール」</a:t>
            </a:r>
            <a:r>
              <a:rPr lang="ja-JP" altLang="ja-JP" sz="450" dirty="0">
                <a:latin typeface="メイリオ" panose="020B0604030504040204" pitchFamily="50" charset="-128"/>
                <a:ea typeface="メイリオ" panose="020B0604030504040204" pitchFamily="50" charset="-128"/>
              </a:rPr>
              <a:t> をタップします。</a:t>
            </a:r>
          </a:p>
          <a:p>
            <a:pPr>
              <a:spcBef>
                <a:spcPts val="506"/>
              </a:spcBef>
              <a:spcAft>
                <a:spcPts val="675"/>
              </a:spcAft>
            </a:pPr>
            <a:r>
              <a:rPr lang="ja-JP" altLang="ja-JP" sz="450" dirty="0">
                <a:latin typeface="メイリオ" panose="020B0604030504040204" pitchFamily="50" charset="-128"/>
                <a:ea typeface="メイリオ" panose="020B0604030504040204" pitchFamily="50" charset="-128"/>
              </a:rPr>
              <a:t>インストールが完了すると、アプリ一覧やホーム画面にアイコンが追加され、単体のアプリとして起動できるようになります。</a:t>
            </a:r>
          </a:p>
        </p:txBody>
      </p:sp>
      <p:sp>
        <p:nvSpPr>
          <p:cNvPr id="22" name="TextBox 21">
            <a:extLst>
              <a:ext uri="{FF2B5EF4-FFF2-40B4-BE49-F238E27FC236}">
                <a16:creationId xmlns:a16="http://schemas.microsoft.com/office/drawing/2014/main" id="{083B5F1D-000A-C7CB-41BD-FA0E8FF7D0BE}"/>
              </a:ext>
            </a:extLst>
          </p:cNvPr>
          <p:cNvSpPr txBox="1"/>
          <p:nvPr/>
        </p:nvSpPr>
        <p:spPr>
          <a:xfrm>
            <a:off x="226999" y="4125271"/>
            <a:ext cx="809210" cy="213648"/>
          </a:xfrm>
          <a:prstGeom prst="rect">
            <a:avLst/>
          </a:prstGeom>
          <a:noFill/>
        </p:spPr>
        <p:txBody>
          <a:bodyPr wrap="square" rtlCol="0">
            <a:spAutoFit/>
          </a:bodyPr>
          <a:lstStyle/>
          <a:p>
            <a:r>
              <a:rPr lang="en-US" altLang="ja-JP" sz="394" dirty="0">
                <a:latin typeface="メイリオ" panose="020B0604030504040204" pitchFamily="50" charset="-128"/>
                <a:ea typeface="メイリオ" panose="020B0604030504040204" pitchFamily="50" charset="-128"/>
              </a:rPr>
              <a:t>QR</a:t>
            </a:r>
            <a:r>
              <a:rPr lang="ja-JP" altLang="en-US" sz="394" dirty="0">
                <a:latin typeface="メイリオ" panose="020B0604030504040204" pitchFamily="50" charset="-128"/>
                <a:ea typeface="メイリオ" panose="020B0604030504040204" pitchFamily="50" charset="-128"/>
              </a:rPr>
              <a:t>コードを読んでください。ブラウザが開きます。</a:t>
            </a:r>
          </a:p>
        </p:txBody>
      </p:sp>
      <p:sp>
        <p:nvSpPr>
          <p:cNvPr id="23" name="TextBox 22">
            <a:extLst>
              <a:ext uri="{FF2B5EF4-FFF2-40B4-BE49-F238E27FC236}">
                <a16:creationId xmlns:a16="http://schemas.microsoft.com/office/drawing/2014/main" id="{749915FF-FAC0-17D9-2E02-48BDFE7800BF}"/>
              </a:ext>
            </a:extLst>
          </p:cNvPr>
          <p:cNvSpPr txBox="1"/>
          <p:nvPr/>
        </p:nvSpPr>
        <p:spPr>
          <a:xfrm>
            <a:off x="3647212" y="3335927"/>
            <a:ext cx="766818" cy="213585"/>
          </a:xfrm>
          <a:prstGeom prst="rect">
            <a:avLst/>
          </a:prstGeom>
          <a:noFill/>
        </p:spPr>
        <p:txBody>
          <a:bodyPr wrap="square" rtlCol="0">
            <a:spAutoFit/>
          </a:bodyPr>
          <a:lstStyle/>
          <a:p>
            <a:r>
              <a:rPr lang="ja-JP" altLang="en-US" sz="788" b="1" dirty="0">
                <a:latin typeface="メイリオ" panose="020B0604030504040204" pitchFamily="50" charset="-128"/>
                <a:ea typeface="メイリオ" panose="020B0604030504040204" pitchFamily="50" charset="-128"/>
              </a:rPr>
              <a:t>使い方</a:t>
            </a:r>
          </a:p>
        </p:txBody>
      </p:sp>
      <p:pic>
        <p:nvPicPr>
          <p:cNvPr id="27" name="Picture 26">
            <a:extLst>
              <a:ext uri="{FF2B5EF4-FFF2-40B4-BE49-F238E27FC236}">
                <a16:creationId xmlns:a16="http://schemas.microsoft.com/office/drawing/2014/main" id="{C33740A2-746C-BAFA-590D-893A50B06EEF}"/>
              </a:ext>
            </a:extLst>
          </p:cNvPr>
          <p:cNvPicPr>
            <a:picLocks noChangeAspect="1"/>
          </p:cNvPicPr>
          <p:nvPr/>
        </p:nvPicPr>
        <p:blipFill>
          <a:blip r:embed="rId6"/>
          <a:stretch>
            <a:fillRect/>
          </a:stretch>
        </p:blipFill>
        <p:spPr>
          <a:xfrm>
            <a:off x="3783428" y="3509051"/>
            <a:ext cx="1030930" cy="1001871"/>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28" name="TextBox 27">
            <a:extLst>
              <a:ext uri="{FF2B5EF4-FFF2-40B4-BE49-F238E27FC236}">
                <a16:creationId xmlns:a16="http://schemas.microsoft.com/office/drawing/2014/main" id="{221EB849-DD82-B65C-EF60-90F2F59C0624}"/>
              </a:ext>
            </a:extLst>
          </p:cNvPr>
          <p:cNvSpPr txBox="1"/>
          <p:nvPr/>
        </p:nvSpPr>
        <p:spPr>
          <a:xfrm>
            <a:off x="4970028" y="3923425"/>
            <a:ext cx="960919" cy="152991"/>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名前とバットを登録します。</a:t>
            </a:r>
          </a:p>
        </p:txBody>
      </p:sp>
      <p:sp>
        <p:nvSpPr>
          <p:cNvPr id="31" name="TextBox 30">
            <a:extLst>
              <a:ext uri="{FF2B5EF4-FFF2-40B4-BE49-F238E27FC236}">
                <a16:creationId xmlns:a16="http://schemas.microsoft.com/office/drawing/2014/main" id="{F3F67FAB-BB76-58B6-A5D5-95A8F25C8089}"/>
              </a:ext>
            </a:extLst>
          </p:cNvPr>
          <p:cNvSpPr txBox="1"/>
          <p:nvPr/>
        </p:nvSpPr>
        <p:spPr>
          <a:xfrm>
            <a:off x="4970028" y="4749032"/>
            <a:ext cx="1656452" cy="456279"/>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メニューから「バッジ」へ進みます。</a:t>
            </a:r>
            <a:br>
              <a:rPr lang="en-US" altLang="ja-JP" sz="394" dirty="0">
                <a:latin typeface="メイリオ" panose="020B0604030504040204" pitchFamily="50" charset="-128"/>
                <a:ea typeface="メイリオ" panose="020B0604030504040204" pitchFamily="50" charset="-128"/>
              </a:rPr>
            </a:b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目標とごほうびを決めてあげてください。</a:t>
            </a:r>
            <a:br>
              <a:rPr lang="en-US" altLang="ja-JP" sz="394" dirty="0">
                <a:latin typeface="メイリオ" panose="020B0604030504040204" pitchFamily="50" charset="-128"/>
                <a:ea typeface="メイリオ" panose="020B0604030504040204" pitchFamily="50" charset="-128"/>
              </a:rPr>
            </a:br>
            <a:r>
              <a:rPr lang="en-US" altLang="ja-JP" sz="394" dirty="0">
                <a:latin typeface="メイリオ" panose="020B0604030504040204" pitchFamily="50" charset="-128"/>
                <a:ea typeface="メイリオ" panose="020B0604030504040204" pitchFamily="50" charset="-128"/>
              </a:rPr>
              <a:t>※</a:t>
            </a:r>
            <a:r>
              <a:rPr lang="ja-JP" altLang="en-US" sz="394" dirty="0">
                <a:latin typeface="メイリオ" panose="020B0604030504040204" pitchFamily="50" charset="-128"/>
                <a:ea typeface="メイリオ" panose="020B0604030504040204" pitchFamily="50" charset="-128"/>
              </a:rPr>
              <a:t> 最初は目標</a:t>
            </a:r>
            <a:r>
              <a:rPr lang="en-US" altLang="ja-JP" sz="394" dirty="0">
                <a:latin typeface="メイリオ" panose="020B0604030504040204" pitchFamily="50" charset="-128"/>
                <a:ea typeface="メイリオ" panose="020B0604030504040204" pitchFamily="50" charset="-128"/>
              </a:rPr>
              <a:t>100</a:t>
            </a:r>
            <a:r>
              <a:rPr lang="ja-JP" altLang="en-US" sz="394" dirty="0">
                <a:latin typeface="メイリオ" panose="020B0604030504040204" pitchFamily="50" charset="-128"/>
                <a:ea typeface="メイリオ" panose="020B0604030504040204" pitchFamily="50" charset="-128"/>
              </a:rPr>
              <a:t>ポイントくらいが良いと思います。</a:t>
            </a:r>
            <a:endParaRPr lang="en-US" altLang="ja-JP" sz="394" dirty="0">
              <a:latin typeface="メイリオ" panose="020B0604030504040204" pitchFamily="50" charset="-128"/>
              <a:ea typeface="メイリオ" panose="020B0604030504040204" pitchFamily="50" charset="-128"/>
            </a:endParaRPr>
          </a:p>
          <a:p>
            <a:br>
              <a:rPr lang="en-US" altLang="ja-JP" sz="394" dirty="0">
                <a:latin typeface="メイリオ" panose="020B0604030504040204" pitchFamily="50" charset="-128"/>
                <a:ea typeface="メイリオ" panose="020B0604030504040204" pitchFamily="50" charset="-128"/>
              </a:rPr>
            </a:br>
            <a:endParaRPr lang="ja-JP" altLang="en-US" sz="394"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3AEEB6BB-EF4C-68E0-4123-498C07177778}"/>
              </a:ext>
            </a:extLst>
          </p:cNvPr>
          <p:cNvPicPr>
            <a:picLocks noChangeAspect="1"/>
          </p:cNvPicPr>
          <p:nvPr/>
        </p:nvPicPr>
        <p:blipFill>
          <a:blip r:embed="rId7"/>
          <a:stretch>
            <a:fillRect/>
          </a:stretch>
        </p:blipFill>
        <p:spPr>
          <a:xfrm>
            <a:off x="3783427" y="5435971"/>
            <a:ext cx="1077536" cy="461801"/>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9" name="TextBox 38">
            <a:extLst>
              <a:ext uri="{FF2B5EF4-FFF2-40B4-BE49-F238E27FC236}">
                <a16:creationId xmlns:a16="http://schemas.microsoft.com/office/drawing/2014/main" id="{A299B995-1163-6B9B-B204-21D4A09B44D7}"/>
              </a:ext>
            </a:extLst>
          </p:cNvPr>
          <p:cNvSpPr txBox="1"/>
          <p:nvPr/>
        </p:nvSpPr>
        <p:spPr>
          <a:xfrm>
            <a:off x="4970028" y="5519716"/>
            <a:ext cx="1656452" cy="334963"/>
          </a:xfrm>
          <a:prstGeom prst="rect">
            <a:avLst/>
          </a:prstGeom>
          <a:noFill/>
        </p:spPr>
        <p:txBody>
          <a:bodyPr wrap="square" rtlCol="0">
            <a:spAutoFit/>
          </a:bodyPr>
          <a:lstStyle/>
          <a:p>
            <a:r>
              <a:rPr lang="ja-JP" altLang="en-US" sz="394" dirty="0">
                <a:latin typeface="メイリオ" panose="020B0604030504040204" pitchFamily="50" charset="-128"/>
                <a:ea typeface="メイリオ" panose="020B0604030504040204" pitchFamily="50" charset="-128"/>
              </a:rPr>
              <a:t>練習が終わったら</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本体を</a:t>
            </a:r>
            <a:r>
              <a:rPr lang="en-US" altLang="ja-JP" sz="394" dirty="0">
                <a:latin typeface="メイリオ" panose="020B0604030504040204" pitchFamily="50" charset="-128"/>
                <a:ea typeface="メイリオ" panose="020B0604030504040204" pitchFamily="50" charset="-128"/>
              </a:rPr>
              <a:t>1</a:t>
            </a:r>
            <a:r>
              <a:rPr lang="ja-JP" altLang="en-US" sz="394" dirty="0">
                <a:latin typeface="メイリオ" panose="020B0604030504040204" pitchFamily="50" charset="-128"/>
                <a:ea typeface="メイリオ" panose="020B0604030504040204" pitchFamily="50" charset="-128"/>
              </a:rPr>
              <a:t>回タップして表示される数字を「回数」</a:t>
            </a:r>
            <a:endParaRPr lang="en-US" altLang="ja-JP" sz="394" dirty="0">
              <a:latin typeface="メイリオ" panose="020B0604030504040204" pitchFamily="50" charset="-128"/>
              <a:ea typeface="メイリオ" panose="020B0604030504040204" pitchFamily="50" charset="-128"/>
            </a:endParaRPr>
          </a:p>
          <a:p>
            <a:r>
              <a:rPr lang="ja-JP" altLang="en-US" sz="394" dirty="0">
                <a:latin typeface="メイリオ" panose="020B0604030504040204" pitchFamily="50" charset="-128"/>
                <a:ea typeface="メイリオ" panose="020B0604030504040204" pitchFamily="50" charset="-128"/>
              </a:rPr>
              <a:t>・　</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回タップして表示される</a:t>
            </a:r>
            <a:r>
              <a:rPr lang="en-US" altLang="ja-JP" sz="394" dirty="0">
                <a:latin typeface="メイリオ" panose="020B0604030504040204" pitchFamily="50" charset="-128"/>
                <a:ea typeface="メイリオ" panose="020B0604030504040204" pitchFamily="50" charset="-128"/>
              </a:rPr>
              <a:t>2</a:t>
            </a:r>
            <a:r>
              <a:rPr lang="ja-JP" altLang="en-US" sz="394" dirty="0">
                <a:latin typeface="メイリオ" panose="020B0604030504040204" pitchFamily="50" charset="-128"/>
                <a:ea typeface="メイリオ" panose="020B0604030504040204" pitchFamily="50" charset="-128"/>
              </a:rPr>
              <a:t>つの数字を「平均」「ベスト」</a:t>
            </a:r>
            <a:br>
              <a:rPr lang="en-US" altLang="ja-JP" sz="394" dirty="0">
                <a:latin typeface="メイリオ" panose="020B0604030504040204" pitchFamily="50" charset="-128"/>
                <a:ea typeface="メイリオ" panose="020B0604030504040204" pitchFamily="50" charset="-128"/>
              </a:rPr>
            </a:br>
            <a:r>
              <a:rPr lang="ja-JP" altLang="en-US" sz="394" dirty="0">
                <a:latin typeface="メイリオ" panose="020B0604030504040204" pitchFamily="50" charset="-128"/>
                <a:ea typeface="メイリオ" panose="020B0604030504040204" pitchFamily="50" charset="-128"/>
              </a:rPr>
              <a:t>に入力して</a:t>
            </a:r>
            <a:r>
              <a:rPr lang="en-US" altLang="ja-JP" sz="394" dirty="0">
                <a:latin typeface="メイリオ" panose="020B0604030504040204" pitchFamily="50" charset="-128"/>
                <a:ea typeface="メイリオ" panose="020B0604030504040204" pitchFamily="50" charset="-128"/>
              </a:rPr>
              <a:t>OK</a:t>
            </a:r>
            <a:r>
              <a:rPr lang="ja-JP" altLang="en-US" sz="394" dirty="0">
                <a:latin typeface="メイリオ" panose="020B0604030504040204" pitchFamily="50" charset="-128"/>
                <a:ea typeface="メイリオ" panose="020B0604030504040204" pitchFamily="50" charset="-128"/>
              </a:rPr>
              <a:t>を押すと記録されます。</a:t>
            </a:r>
          </a:p>
        </p:txBody>
      </p:sp>
      <p:pic>
        <p:nvPicPr>
          <p:cNvPr id="41" name="Picture 40">
            <a:extLst>
              <a:ext uri="{FF2B5EF4-FFF2-40B4-BE49-F238E27FC236}">
                <a16:creationId xmlns:a16="http://schemas.microsoft.com/office/drawing/2014/main" id="{FA0BB3A4-2FEF-3B72-94B0-7466C59EF90D}"/>
              </a:ext>
            </a:extLst>
          </p:cNvPr>
          <p:cNvPicPr>
            <a:picLocks noChangeAspect="1"/>
          </p:cNvPicPr>
          <p:nvPr/>
        </p:nvPicPr>
        <p:blipFill>
          <a:blip r:embed="rId8"/>
          <a:stretch>
            <a:fillRect/>
          </a:stretch>
        </p:blipFill>
        <p:spPr>
          <a:xfrm>
            <a:off x="3783427" y="4658727"/>
            <a:ext cx="1031245" cy="631621"/>
          </a:xfrm>
          <a:prstGeom prst="rect">
            <a:avLst/>
          </a:prstGeom>
          <a:effectLst>
            <a:outerShdw blurRad="50800" dist="38100" dir="2700000" algn="tl" rotWithShape="0">
              <a:prstClr val="black">
                <a:alpha val="40000"/>
              </a:prstClr>
            </a:outerShdw>
          </a:effectLst>
        </p:spPr>
      </p:pic>
      <p:pic>
        <p:nvPicPr>
          <p:cNvPr id="43" name="Picture 42">
            <a:extLst>
              <a:ext uri="{FF2B5EF4-FFF2-40B4-BE49-F238E27FC236}">
                <a16:creationId xmlns:a16="http://schemas.microsoft.com/office/drawing/2014/main" id="{363D9640-608F-CD46-B73E-9A06A92CAF12}"/>
              </a:ext>
            </a:extLst>
          </p:cNvPr>
          <p:cNvPicPr>
            <a:picLocks noChangeAspect="1"/>
          </p:cNvPicPr>
          <p:nvPr/>
        </p:nvPicPr>
        <p:blipFill>
          <a:blip r:embed="rId9"/>
          <a:stretch>
            <a:fillRect/>
          </a:stretch>
        </p:blipFill>
        <p:spPr>
          <a:xfrm>
            <a:off x="3783427" y="6043397"/>
            <a:ext cx="1077536" cy="543113"/>
          </a:xfrm>
          <a:prstGeom prst="roundRect">
            <a:avLst>
              <a:gd name="adj" fmla="val 8633"/>
            </a:avLst>
          </a:prstGeom>
          <a:effectLst>
            <a:outerShdw blurRad="50800" dist="38100" dir="2700000" algn="tl" rotWithShape="0">
              <a:prstClr val="black">
                <a:alpha val="40000"/>
              </a:prstClr>
            </a:outerShdw>
          </a:effectLst>
        </p:spPr>
      </p:pic>
      <p:sp>
        <p:nvSpPr>
          <p:cNvPr id="45" name="TextBox 44">
            <a:extLst>
              <a:ext uri="{FF2B5EF4-FFF2-40B4-BE49-F238E27FC236}">
                <a16:creationId xmlns:a16="http://schemas.microsoft.com/office/drawing/2014/main" id="{2FD3541E-BF2F-4875-F1B2-9683F78EDFB9}"/>
              </a:ext>
            </a:extLst>
          </p:cNvPr>
          <p:cNvSpPr txBox="1"/>
          <p:nvPr/>
        </p:nvSpPr>
        <p:spPr>
          <a:xfrm>
            <a:off x="4970028" y="6135167"/>
            <a:ext cx="1448967" cy="594458"/>
          </a:xfrm>
          <a:prstGeom prst="rect">
            <a:avLst/>
          </a:prstGeom>
          <a:noFill/>
        </p:spPr>
        <p:txBody>
          <a:bodyPr wrap="square">
            <a:spAutoFit/>
          </a:bodyPr>
          <a:lstStyle/>
          <a:p>
            <a:endParaRPr lang="en-US" altLang="ja-JP" sz="450" dirty="0">
              <a:latin typeface="メイリオ" panose="020B0604030504040204" pitchFamily="50" charset="-128"/>
              <a:ea typeface="メイリオ" panose="020B0604030504040204" pitchFamily="50" charset="-128"/>
            </a:endParaRPr>
          </a:p>
          <a:p>
            <a:r>
              <a:rPr lang="ja-JP" altLang="en-US" sz="450" dirty="0">
                <a:latin typeface="メイリオ" panose="020B0604030504040204" pitchFamily="50" charset="-128"/>
                <a:ea typeface="メイリオ" panose="020B0604030504040204" pitchFamily="50" charset="-128"/>
              </a:rPr>
              <a:t>毎日バットを振ることでポイントが貯まります。</a:t>
            </a:r>
            <a:br>
              <a:rPr lang="en-US" altLang="ja-JP" sz="450" dirty="0">
                <a:latin typeface="メイリオ" panose="020B0604030504040204" pitchFamily="50" charset="-128"/>
                <a:ea typeface="メイリオ" panose="020B0604030504040204" pitchFamily="50" charset="-128"/>
              </a:rPr>
            </a:br>
            <a:r>
              <a:rPr lang="ja-JP" altLang="en-US" sz="450" b="1" dirty="0">
                <a:solidFill>
                  <a:srgbClr val="FF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450" b="1" dirty="0">
              <a:solidFill>
                <a:srgbClr val="FF0000"/>
              </a:solidFill>
              <a:latin typeface="メイリオ" panose="020B0604030504040204" pitchFamily="50" charset="-128"/>
              <a:ea typeface="メイリオ" panose="020B0604030504040204" pitchFamily="50" charset="-128"/>
            </a:endParaRPr>
          </a:p>
          <a:p>
            <a:br>
              <a:rPr lang="en-US" altLang="ja-JP" sz="450" dirty="0">
                <a:latin typeface="メイリオ" panose="020B0604030504040204" pitchFamily="50" charset="-128"/>
                <a:ea typeface="メイリオ" panose="020B0604030504040204" pitchFamily="50" charset="-128"/>
              </a:rPr>
            </a:br>
            <a:endParaRPr lang="ja-JP" altLang="en-US" sz="1013" dirty="0"/>
          </a:p>
        </p:txBody>
      </p:sp>
    </p:spTree>
    <p:extLst>
      <p:ext uri="{BB962C8B-B14F-4D97-AF65-F5344CB8AC3E}">
        <p14:creationId xmlns:p14="http://schemas.microsoft.com/office/powerpoint/2010/main" val="32246844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84BDDF-CEA5-F4C5-9763-354A6AD231F3}"/>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B40FB53-78C7-06D8-02D9-1C6FEAB93F73}"/>
              </a:ext>
            </a:extLst>
          </p:cNvPr>
          <p:cNvPicPr>
            <a:picLocks noChangeAspect="1"/>
          </p:cNvPicPr>
          <p:nvPr/>
        </p:nvPicPr>
        <p:blipFill>
          <a:blip r:embed="rId2"/>
          <a:stretch/>
        </p:blipFill>
        <p:spPr>
          <a:xfrm>
            <a:off x="374673" y="532293"/>
            <a:ext cx="1421857" cy="1895809"/>
          </a:xfrm>
          <a:prstGeom prst="rect">
            <a:avLst/>
          </a:prstGeom>
          <a:effectLst>
            <a:outerShdw blurRad="50800" dist="38100" dir="2700000" algn="tl" rotWithShape="0">
              <a:prstClr val="black">
                <a:alpha val="40000"/>
              </a:prstClr>
            </a:outerShdw>
          </a:effectLst>
        </p:spPr>
      </p:pic>
      <p:sp>
        <p:nvSpPr>
          <p:cNvPr id="4" name="TextBox 3">
            <a:extLst>
              <a:ext uri="{FF2B5EF4-FFF2-40B4-BE49-F238E27FC236}">
                <a16:creationId xmlns:a16="http://schemas.microsoft.com/office/drawing/2014/main" id="{534582BA-C86B-6066-8D0D-C3FD04E19B51}"/>
              </a:ext>
            </a:extLst>
          </p:cNvPr>
          <p:cNvSpPr txBox="1"/>
          <p:nvPr/>
        </p:nvSpPr>
        <p:spPr>
          <a:xfrm>
            <a:off x="1945553" y="1062892"/>
            <a:ext cx="4676714" cy="1223412"/>
          </a:xfrm>
          <a:prstGeom prst="rect">
            <a:avLst/>
          </a:prstGeom>
          <a:noFill/>
        </p:spPr>
        <p:txBody>
          <a:bodyPr wrap="square">
            <a:spAutoFit/>
          </a:bodyPr>
          <a:lstStyle/>
          <a:p>
            <a:pPr>
              <a:lnSpc>
                <a:spcPct val="107000"/>
              </a:lnSpc>
              <a:spcAft>
                <a:spcPts val="800"/>
              </a:spcAft>
              <a:buNone/>
            </a:pP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本体に内蔵されたセンサーでスイング中の</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2</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つの動きを読み取り、</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100</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999</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点のスコアで採点します。</a:t>
            </a:r>
          </a:p>
          <a:p>
            <a:pPr>
              <a:lnSpc>
                <a:spcPct val="107000"/>
              </a:lnSpc>
              <a:spcAft>
                <a:spcPts val="800"/>
              </a:spcAft>
            </a:pPr>
            <a:r>
              <a:rPr lang="ja-JP" altLang="en-US"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加速度</a:t>
            </a:r>
            <a:r>
              <a:rPr lang="ja-JP" altLang="en-US" sz="1000" b="1" kern="100" dirty="0">
                <a:solidFill>
                  <a:srgbClr val="CC000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どれだけ力強くバットを動かしたか</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a:t>
            </a:r>
            <a:r>
              <a:rPr lang="ja-JP" altLang="en-US" sz="1000" b="1" kern="100" dirty="0">
                <a:solidFill>
                  <a:srgbClr val="0070C0"/>
                </a:solidFill>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どれだけ速くバットが回ったか</a:t>
            </a:r>
          </a:p>
          <a:p>
            <a:pPr>
              <a:lnSpc>
                <a:spcPct val="107000"/>
              </a:lnSpc>
              <a:spcAft>
                <a:spcPts val="800"/>
              </a:spcAft>
              <a:buNone/>
            </a:pPr>
            <a:r>
              <a:rPr lang="ja-JP" altLang="ja-JP" sz="1000" b="1" kern="100" dirty="0">
                <a:solidFill>
                  <a:srgbClr val="CC0000"/>
                </a:solidFill>
                <a:effectLst/>
                <a:latin typeface="メイリオ" panose="020B0604030504040204" pitchFamily="50" charset="-128"/>
                <a:ea typeface="メイリオ" panose="020B0604030504040204" pitchFamily="50" charset="-128"/>
                <a:cs typeface="Times New Roman" panose="02020603050405020304" pitchFamily="18" charset="0"/>
              </a:rPr>
              <a:t>強い加速がどれだけ続いたか</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と、</a:t>
            </a:r>
            <a:r>
              <a:rPr lang="ja-JP" altLang="ja-JP"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回転速度の高さ</a:t>
            </a:r>
            <a:r>
              <a:rPr lang="ja-JP"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rPr>
              <a:t>をもとに計算しています。</a:t>
            </a:r>
          </a:p>
        </p:txBody>
      </p:sp>
      <p:cxnSp>
        <p:nvCxnSpPr>
          <p:cNvPr id="6" name="Straight Connector 5">
            <a:extLst>
              <a:ext uri="{FF2B5EF4-FFF2-40B4-BE49-F238E27FC236}">
                <a16:creationId xmlns:a16="http://schemas.microsoft.com/office/drawing/2014/main" id="{0466AE51-B062-696F-EC5F-CCCF5FAC88C2}"/>
              </a:ext>
            </a:extLst>
          </p:cNvPr>
          <p:cNvCxnSpPr/>
          <p:nvPr/>
        </p:nvCxnSpPr>
        <p:spPr>
          <a:xfrm>
            <a:off x="2011680" y="910921"/>
            <a:ext cx="4537710"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78731977-E861-4D30-60BF-824A36BF3D8F}"/>
              </a:ext>
            </a:extLst>
          </p:cNvPr>
          <p:cNvSpPr txBox="1"/>
          <p:nvPr/>
        </p:nvSpPr>
        <p:spPr>
          <a:xfrm>
            <a:off x="496361" y="2376552"/>
            <a:ext cx="5938066" cy="507768"/>
          </a:xfrm>
          <a:prstGeom prst="rect">
            <a:avLst/>
          </a:prstGeom>
          <a:noFill/>
        </p:spPr>
        <p:txBody>
          <a:bodyPr wrap="square">
            <a:spAutoFit/>
          </a:bodyPr>
          <a:lstStyle/>
          <a:p>
            <a:pPr>
              <a:lnSpc>
                <a:spcPct val="107000"/>
              </a:lnSpc>
              <a:spcAft>
                <a:spcPts val="800"/>
              </a:spcAft>
              <a:buNone/>
            </a:pPr>
            <a:r>
              <a:rPr lang="ja-JP" altLang="ja-JP" sz="1000" b="1" kern="100" dirty="0">
                <a:effectLst/>
                <a:latin typeface="メイリオ" panose="020B0604030504040204" pitchFamily="50" charset="-128"/>
                <a:ea typeface="メイリオ" panose="020B0604030504040204" pitchFamily="50" charset="-128"/>
                <a:cs typeface="Times New Roman" panose="02020603050405020304" pitchFamily="18" charset="0"/>
              </a:rPr>
              <a:t>スコアの目安（参考）</a:t>
            </a:r>
          </a:p>
          <a:p>
            <a:pPr algn="ctr">
              <a:lnSpc>
                <a:spcPct val="107000"/>
              </a:lnSpc>
              <a:spcAft>
                <a:spcPts val="800"/>
              </a:spcAft>
              <a:buNone/>
            </a:pP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まだ弱いスイング</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400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しっかり振れている</a:t>
            </a:r>
            <a:r>
              <a:rPr lang="ja-JP" altLang="en-US" sz="900" kern="100" dirty="0">
                <a:effectLst/>
                <a:latin typeface="メイリオ" panose="020B0604030504040204" pitchFamily="50" charset="-128"/>
                <a:ea typeface="メイリオ" panose="020B0604030504040204" pitchFamily="50" charset="-128"/>
                <a:cs typeface="Times New Roman" panose="02020603050405020304" pitchFamily="18" charset="0"/>
              </a:rPr>
              <a:t>　● </a:t>
            </a:r>
            <a:r>
              <a:rPr lang="en-US"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700</a:t>
            </a:r>
            <a:r>
              <a:rPr lang="ja-JP" altLang="ja-JP" sz="900" b="1" kern="100" dirty="0">
                <a:effectLst/>
                <a:latin typeface="メイリオ" panose="020B0604030504040204" pitchFamily="50" charset="-128"/>
                <a:ea typeface="メイリオ" panose="020B0604030504040204" pitchFamily="50" charset="-128"/>
                <a:cs typeface="Times New Roman" panose="02020603050405020304" pitchFamily="18" charset="0"/>
              </a:rPr>
              <a:t>点</a:t>
            </a:r>
            <a:r>
              <a:rPr lang="ja-JP" altLang="en-US" sz="900" b="1" kern="100" dirty="0">
                <a:effectLst/>
                <a:latin typeface="メイリオ" panose="020B0604030504040204" pitchFamily="50" charset="-128"/>
                <a:ea typeface="メイリオ" panose="020B0604030504040204" pitchFamily="50" charset="-128"/>
                <a:cs typeface="Times New Roman" panose="02020603050405020304" pitchFamily="18" charset="0"/>
              </a:rPr>
              <a:t>～</a:t>
            </a:r>
            <a:r>
              <a:rPr lang="ja-JP" altLang="ja-JP" sz="900" kern="100" dirty="0">
                <a:effectLst/>
                <a:latin typeface="メイリオ" panose="020B0604030504040204" pitchFamily="50" charset="-128"/>
                <a:ea typeface="メイリオ" panose="020B0604030504040204" pitchFamily="50" charset="-128"/>
                <a:cs typeface="Times New Roman" panose="02020603050405020304" pitchFamily="18" charset="0"/>
              </a:rPr>
              <a:t>： かなり良いスイング</a:t>
            </a:r>
          </a:p>
        </p:txBody>
      </p:sp>
      <p:grpSp>
        <p:nvGrpSpPr>
          <p:cNvPr id="3" name="Group 2">
            <a:extLst>
              <a:ext uri="{FF2B5EF4-FFF2-40B4-BE49-F238E27FC236}">
                <a16:creationId xmlns:a16="http://schemas.microsoft.com/office/drawing/2014/main" id="{B9B0946E-8A39-6613-F267-9B76FDCE66C6}"/>
              </a:ext>
            </a:extLst>
          </p:cNvPr>
          <p:cNvGrpSpPr/>
          <p:nvPr/>
        </p:nvGrpSpPr>
        <p:grpSpPr>
          <a:xfrm>
            <a:off x="424758" y="2940136"/>
            <a:ext cx="6064533" cy="1470895"/>
            <a:chOff x="262525" y="3045171"/>
            <a:chExt cx="6390233" cy="1549890"/>
          </a:xfrm>
        </p:grpSpPr>
        <p:pic>
          <p:nvPicPr>
            <p:cNvPr id="8" name="Picture 7">
              <a:extLst>
                <a:ext uri="{FF2B5EF4-FFF2-40B4-BE49-F238E27FC236}">
                  <a16:creationId xmlns:a16="http://schemas.microsoft.com/office/drawing/2014/main" id="{E7CF4223-CE31-2F88-4BF0-DCE0D579A227}"/>
                </a:ext>
              </a:extLst>
            </p:cNvPr>
            <p:cNvPicPr>
              <a:picLocks noChangeAspect="1"/>
            </p:cNvPicPr>
            <p:nvPr/>
          </p:nvPicPr>
          <p:blipFill>
            <a:blip r:embed="rId3"/>
            <a:stretch>
              <a:fillRect/>
            </a:stretch>
          </p:blipFill>
          <p:spPr>
            <a:xfrm>
              <a:off x="3509010" y="3048202"/>
              <a:ext cx="3143615" cy="1546859"/>
            </a:xfrm>
            <a:prstGeom prst="roundRect">
              <a:avLst>
                <a:gd name="adj" fmla="val 4352"/>
              </a:avLst>
            </a:prstGeom>
            <a:ln>
              <a:solidFill>
                <a:schemeClr val="tx1">
                  <a:lumMod val="50000"/>
                  <a:lumOff val="50000"/>
                </a:schemeClr>
              </a:solidFill>
            </a:ln>
            <a:effectLst>
              <a:outerShdw blurRad="50800" dist="38100" dir="2700000" algn="tl" rotWithShape="0">
                <a:prstClr val="black">
                  <a:alpha val="40000"/>
                </a:prstClr>
              </a:outerShdw>
            </a:effectLst>
          </p:spPr>
        </p:pic>
        <p:pic>
          <p:nvPicPr>
            <p:cNvPr id="7" name="Picture 6">
              <a:extLst>
                <a:ext uri="{FF2B5EF4-FFF2-40B4-BE49-F238E27FC236}">
                  <a16:creationId xmlns:a16="http://schemas.microsoft.com/office/drawing/2014/main" id="{F6224DFC-12DC-8BC8-13C9-A48AFB0D8667}"/>
                </a:ext>
              </a:extLst>
            </p:cNvPr>
            <p:cNvPicPr>
              <a:picLocks noChangeAspect="1"/>
            </p:cNvPicPr>
            <p:nvPr/>
          </p:nvPicPr>
          <p:blipFill>
            <a:blip r:embed="rId4"/>
            <a:srcRect t="32816" b="11122"/>
            <a:stretch>
              <a:fillRect/>
            </a:stretch>
          </p:blipFill>
          <p:spPr>
            <a:xfrm>
              <a:off x="262525" y="3048202"/>
              <a:ext cx="3143615" cy="1546859"/>
            </a:xfrm>
            <a:prstGeom prst="roundRect">
              <a:avLst>
                <a:gd name="adj" fmla="val 4238"/>
              </a:avLst>
            </a:prstGeom>
            <a:ln>
              <a:solidFill>
                <a:schemeClr val="tx1">
                  <a:lumMod val="50000"/>
                  <a:lumOff val="50000"/>
                </a:schemeClr>
              </a:solidFill>
            </a:ln>
            <a:effectLst>
              <a:outerShdw blurRad="50800" dist="38100" dir="2700000" algn="tl" rotWithShape="0">
                <a:prstClr val="black">
                  <a:alpha val="40000"/>
                </a:prstClr>
              </a:outerShdw>
            </a:effectLst>
          </p:spPr>
        </p:pic>
        <p:sp>
          <p:nvSpPr>
            <p:cNvPr id="12" name="TextBox 11">
              <a:extLst>
                <a:ext uri="{FF2B5EF4-FFF2-40B4-BE49-F238E27FC236}">
                  <a16:creationId xmlns:a16="http://schemas.microsoft.com/office/drawing/2014/main" id="{B322B49E-881B-A4C2-8894-97D96E78FC74}"/>
                </a:ext>
              </a:extLst>
            </p:cNvPr>
            <p:cNvSpPr txBox="1"/>
            <p:nvPr/>
          </p:nvSpPr>
          <p:spPr>
            <a:xfrm flipH="1">
              <a:off x="262525" y="3045171"/>
              <a:ext cx="3143614" cy="236280"/>
            </a:xfrm>
            <a:prstGeom prst="round2SameRect">
              <a:avLst>
                <a:gd name="adj1" fmla="val 26240"/>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751</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sp>
          <p:nvSpPr>
            <p:cNvPr id="13" name="TextBox 12">
              <a:extLst>
                <a:ext uri="{FF2B5EF4-FFF2-40B4-BE49-F238E27FC236}">
                  <a16:creationId xmlns:a16="http://schemas.microsoft.com/office/drawing/2014/main" id="{BC4EB2DC-589F-965A-ABC4-49536131BA2A}"/>
                </a:ext>
              </a:extLst>
            </p:cNvPr>
            <p:cNvSpPr txBox="1"/>
            <p:nvPr/>
          </p:nvSpPr>
          <p:spPr>
            <a:xfrm flipH="1">
              <a:off x="3509144" y="3045171"/>
              <a:ext cx="3143614" cy="236280"/>
            </a:xfrm>
            <a:prstGeom prst="round2SameRect">
              <a:avLst>
                <a:gd name="adj1" fmla="val 25233"/>
                <a:gd name="adj2" fmla="val 0"/>
              </a:avLst>
            </a:prstGeom>
            <a:solidFill>
              <a:srgbClr val="0070C0"/>
            </a:solidFill>
          </p:spPr>
          <p:txBody>
            <a:bodyPr wrap="square" rtlCol="0" anchor="ctr">
              <a:spAutoFit/>
            </a:bodyPr>
            <a:lstStyle/>
            <a:p>
              <a:pPr algn="ctr"/>
              <a:r>
                <a:rPr lang="ja-JP" altLang="en-US" sz="800" b="1" dirty="0">
                  <a:solidFill>
                    <a:schemeClr val="bg1"/>
                  </a:solidFill>
                  <a:latin typeface="メイリオ" panose="020B0604030504040204" pitchFamily="50" charset="-128"/>
                  <a:ea typeface="メイリオ" panose="020B0604030504040204" pitchFamily="50" charset="-128"/>
                </a:rPr>
                <a:t>例）</a:t>
              </a:r>
              <a:r>
                <a:rPr lang="en-US" altLang="ja-JP" sz="800" b="1" dirty="0">
                  <a:solidFill>
                    <a:schemeClr val="bg1"/>
                  </a:solidFill>
                  <a:latin typeface="メイリオ" panose="020B0604030504040204" pitchFamily="50" charset="-128"/>
                  <a:ea typeface="メイリオ" panose="020B0604030504040204" pitchFamily="50" charset="-128"/>
                </a:rPr>
                <a:t>325</a:t>
              </a:r>
              <a:r>
                <a:rPr lang="ja-JP" altLang="en-US" sz="800" b="1" dirty="0">
                  <a:solidFill>
                    <a:schemeClr val="bg1"/>
                  </a:solidFill>
                  <a:latin typeface="メイリオ" panose="020B0604030504040204" pitchFamily="50" charset="-128"/>
                  <a:ea typeface="メイリオ" panose="020B0604030504040204" pitchFamily="50" charset="-128"/>
                </a:rPr>
                <a:t>点のスイング</a:t>
              </a:r>
            </a:p>
          </p:txBody>
        </p:sp>
      </p:grpSp>
      <p:sp>
        <p:nvSpPr>
          <p:cNvPr id="23" name="TextBox 22">
            <a:extLst>
              <a:ext uri="{FF2B5EF4-FFF2-40B4-BE49-F238E27FC236}">
                <a16:creationId xmlns:a16="http://schemas.microsoft.com/office/drawing/2014/main" id="{1AFE46AF-74AC-E57F-DDBB-8DA5228DEE72}"/>
              </a:ext>
            </a:extLst>
          </p:cNvPr>
          <p:cNvSpPr txBox="1"/>
          <p:nvPr/>
        </p:nvSpPr>
        <p:spPr>
          <a:xfrm>
            <a:off x="2011680" y="535136"/>
            <a:ext cx="4537710" cy="338554"/>
          </a:xfrm>
          <a:prstGeom prst="rect">
            <a:avLst/>
          </a:prstGeom>
          <a:noFill/>
        </p:spPr>
        <p:txBody>
          <a:bodyPr wrap="square" lIns="91440" tIns="45720" rIns="91440" bIns="45720" rtlCol="0" anchor="t">
            <a:spAutoFit/>
          </a:bodyPr>
          <a:lstStyle/>
          <a:p>
            <a:r>
              <a:rPr lang="ja-JP" altLang="en-US" sz="1600" b="1">
                <a:latin typeface="メイリオ"/>
                <a:ea typeface="メイリオ"/>
              </a:rPr>
              <a:t>素振りの強さを採点する装置</a:t>
            </a:r>
            <a:endParaRPr lang="en-US"/>
          </a:p>
        </p:txBody>
      </p:sp>
      <p:pic>
        <p:nvPicPr>
          <p:cNvPr id="24" name="Picture 23">
            <a:extLst>
              <a:ext uri="{FF2B5EF4-FFF2-40B4-BE49-F238E27FC236}">
                <a16:creationId xmlns:a16="http://schemas.microsoft.com/office/drawing/2014/main" id="{51B30CD6-7409-7B9F-1BE2-6B2693B8C77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62022" y="6799344"/>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5" name="Picture 24">
            <a:extLst>
              <a:ext uri="{FF2B5EF4-FFF2-40B4-BE49-F238E27FC236}">
                <a16:creationId xmlns:a16="http://schemas.microsoft.com/office/drawing/2014/main" id="{B11F28EA-39C3-5844-0B50-CAD68BFD80DA}"/>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048135" y="6795277"/>
            <a:ext cx="1163335" cy="2518597"/>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pic>
        <p:nvPicPr>
          <p:cNvPr id="26" name="Picture 25">
            <a:extLst>
              <a:ext uri="{FF2B5EF4-FFF2-40B4-BE49-F238E27FC236}">
                <a16:creationId xmlns:a16="http://schemas.microsoft.com/office/drawing/2014/main" id="{FFF643C8-1DC3-FE96-E30D-43F0E4668F54}"/>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326122" y="6795277"/>
            <a:ext cx="1163043" cy="2517891"/>
          </a:xfrm>
          <a:prstGeom prst="roundRect">
            <a:avLst/>
          </a:prstGeom>
          <a:noFill/>
          <a:ln w="19050">
            <a:solidFill>
              <a:schemeClr val="tx1">
                <a:lumMod val="50000"/>
                <a:lumOff val="50000"/>
              </a:schemeClr>
            </a:solidFill>
          </a:ln>
          <a:effectLst>
            <a:outerShdw blurRad="50800" dist="38100" dir="2700000" algn="tl" rotWithShape="0">
              <a:prstClr val="black">
                <a:alpha val="40000"/>
              </a:prstClr>
            </a:outerShdw>
          </a:effectLst>
        </p:spPr>
      </p:pic>
      <p:grpSp>
        <p:nvGrpSpPr>
          <p:cNvPr id="9" name="Group 8">
            <a:extLst>
              <a:ext uri="{FF2B5EF4-FFF2-40B4-BE49-F238E27FC236}">
                <a16:creationId xmlns:a16="http://schemas.microsoft.com/office/drawing/2014/main" id="{D66D0AE8-54CA-4447-0592-FD5A44735B1F}"/>
              </a:ext>
            </a:extLst>
          </p:cNvPr>
          <p:cNvGrpSpPr/>
          <p:nvPr/>
        </p:nvGrpSpPr>
        <p:grpSpPr>
          <a:xfrm>
            <a:off x="425985" y="4619787"/>
            <a:ext cx="6063180" cy="1228370"/>
            <a:chOff x="262525" y="8356170"/>
            <a:chExt cx="6390100" cy="1228370"/>
          </a:xfrm>
        </p:grpSpPr>
        <p:grpSp>
          <p:nvGrpSpPr>
            <p:cNvPr id="10" name="Group 9">
              <a:extLst>
                <a:ext uri="{FF2B5EF4-FFF2-40B4-BE49-F238E27FC236}">
                  <a16:creationId xmlns:a16="http://schemas.microsoft.com/office/drawing/2014/main" id="{27F548DF-D8F6-D523-3306-29E3E168FB1C}"/>
                </a:ext>
              </a:extLst>
            </p:cNvPr>
            <p:cNvGrpSpPr/>
            <p:nvPr/>
          </p:nvGrpSpPr>
          <p:grpSpPr>
            <a:xfrm>
              <a:off x="262525" y="8356170"/>
              <a:ext cx="6390100" cy="1104919"/>
              <a:chOff x="262525" y="4932106"/>
              <a:chExt cx="6390100" cy="1451610"/>
            </a:xfrm>
          </p:grpSpPr>
          <p:sp>
            <p:nvSpPr>
              <p:cNvPr id="15" name="Rectangle: Rounded Corners 14">
                <a:extLst>
                  <a:ext uri="{FF2B5EF4-FFF2-40B4-BE49-F238E27FC236}">
                    <a16:creationId xmlns:a16="http://schemas.microsoft.com/office/drawing/2014/main" id="{E41DACA2-26D1-22DB-4734-21B077AD43AE}"/>
                  </a:ext>
                </a:extLst>
              </p:cNvPr>
              <p:cNvSpPr/>
              <p:nvPr/>
            </p:nvSpPr>
            <p:spPr>
              <a:xfrm>
                <a:off x="262525" y="4932106"/>
                <a:ext cx="6390100" cy="1451610"/>
              </a:xfrm>
              <a:prstGeom prst="roundRect">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6" name="Rectangle: Top Corners Rounded 15">
                <a:extLst>
                  <a:ext uri="{FF2B5EF4-FFF2-40B4-BE49-F238E27FC236}">
                    <a16:creationId xmlns:a16="http://schemas.microsoft.com/office/drawing/2014/main" id="{E22E666E-E320-55FB-4E3E-18F05DA0C860}"/>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4" name="TextBox 13">
              <a:extLst>
                <a:ext uri="{FF2B5EF4-FFF2-40B4-BE49-F238E27FC236}">
                  <a16:creationId xmlns:a16="http://schemas.microsoft.com/office/drawing/2014/main" id="{DF57D2EF-C45E-2A07-A797-F7EFAB2A11C8}"/>
                </a:ext>
              </a:extLst>
            </p:cNvPr>
            <p:cNvSpPr txBox="1"/>
            <p:nvPr/>
          </p:nvSpPr>
          <p:spPr>
            <a:xfrm>
              <a:off x="262525" y="8737192"/>
              <a:ext cx="6390100" cy="847348"/>
            </a:xfrm>
            <a:prstGeom prst="rect">
              <a:avLst/>
            </a:prstGeom>
            <a:noFill/>
          </p:spPr>
          <p:txBody>
            <a:bodyPr wrap="square">
              <a:spAutoFit/>
            </a:bodyPr>
            <a:lstStyle/>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t>本格的な計測器ではなく、</a:t>
              </a:r>
              <a:r>
                <a:rPr kumimoji="0" lang="ja-JP" altLang="en-US"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t>あくまで</a:t>
              </a:r>
              <a:r>
                <a:rPr kumimoji="0" lang="ja-JP" altLang="ja-JP" sz="1000" b="1"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t>玩具</a:t>
              </a:r>
              <a:r>
                <a:rPr kumimoji="0" lang="ja-JP"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t>です。</a:t>
              </a:r>
              <a:endParaRPr kumimoji="0" lang="en-US"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endParaRPr>
            </a:p>
            <a:p>
              <a:pPr marL="171450" marR="0" lvl="0" indent="-171450" algn="l" defTabSz="457200" rtl="0" eaLnBrk="1" fontAlgn="auto" latinLnBrk="0" hangingPunct="1">
                <a:lnSpc>
                  <a:spcPct val="107000"/>
                </a:lnSpc>
                <a:spcBef>
                  <a:spcPts val="0"/>
                </a:spcBef>
                <a:spcAft>
                  <a:spcPts val="800"/>
                </a:spcAft>
                <a:buClrTx/>
                <a:buSzTx/>
                <a:buFont typeface="Arial" panose="020B0604020202020204" pitchFamily="34" charset="0"/>
                <a:buChar char="•"/>
                <a:tabLst/>
                <a:defRPr/>
              </a:pPr>
              <a:r>
                <a:rPr kumimoji="0" lang="ja-JP"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t>スコアはバットの長さ（重さ）や取り付け位置で大きく変わるので、他人との比較やバットの良し悪しを判断することには向いていません。</a:t>
              </a:r>
              <a:br>
                <a:rPr kumimoji="0" lang="en-US"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rPr>
              </a:br>
              <a:endParaRPr kumimoji="0" lang="ja-JP" altLang="ja-JP" sz="1000" b="0" i="0" u="none" strike="noStrike" kern="100" cap="none" spc="0" normalizeH="0" baseline="0" noProof="0" dirty="0">
                <a:ln>
                  <a:noFill/>
                </a:ln>
                <a:solidFill>
                  <a:prstClr val="black"/>
                </a:solidFill>
                <a:effectLst/>
                <a:uLnTx/>
                <a:uFillTx/>
                <a:latin typeface="Meiryo"/>
                <a:ea typeface="Meiryo"/>
                <a:cs typeface="Times New Roman" panose="02020603050405020304" pitchFamily="18" charset="0"/>
              </a:endParaRPr>
            </a:p>
          </p:txBody>
        </p:sp>
      </p:grpSp>
      <p:sp>
        <p:nvSpPr>
          <p:cNvPr id="19" name="Rectangle 18">
            <a:extLst>
              <a:ext uri="{FF2B5EF4-FFF2-40B4-BE49-F238E27FC236}">
                <a16:creationId xmlns:a16="http://schemas.microsoft.com/office/drawing/2014/main" id="{516E2136-402C-B72B-29F4-D95760CEF9F5}"/>
              </a:ext>
            </a:extLst>
          </p:cNvPr>
          <p:cNvSpPr/>
          <p:nvPr/>
        </p:nvSpPr>
        <p:spPr>
          <a:xfrm>
            <a:off x="1871811" y="59128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1" name="Straight Connector 20">
            <a:extLst>
              <a:ext uri="{FF2B5EF4-FFF2-40B4-BE49-F238E27FC236}">
                <a16:creationId xmlns:a16="http://schemas.microsoft.com/office/drawing/2014/main" id="{AFC06731-88D5-85DD-BB59-946F85E3FD77}"/>
              </a:ext>
            </a:extLst>
          </p:cNvPr>
          <p:cNvCxnSpPr/>
          <p:nvPr/>
        </p:nvCxnSpPr>
        <p:spPr>
          <a:xfrm>
            <a:off x="2011680" y="6444444"/>
            <a:ext cx="4537710"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D3C260E-5D98-F656-A4F5-AB86CB3680E5}"/>
              </a:ext>
            </a:extLst>
          </p:cNvPr>
          <p:cNvSpPr txBox="1"/>
          <p:nvPr/>
        </p:nvSpPr>
        <p:spPr>
          <a:xfrm>
            <a:off x="2011680" y="6111522"/>
            <a:ext cx="4537710" cy="338554"/>
          </a:xfrm>
          <a:prstGeom prst="rect">
            <a:avLst/>
          </a:prstGeom>
          <a:noFill/>
        </p:spPr>
        <p:txBody>
          <a:bodyPr wrap="square" lIns="91440" tIns="45720" rIns="91440" bIns="45720" rtlCol="0" anchor="t">
            <a:spAutoFit/>
          </a:bodyPr>
          <a:lstStyle/>
          <a:p>
            <a:r>
              <a:rPr kumimoji="1" lang="ja-JP" altLang="en-US" sz="1600" b="1">
                <a:latin typeface="メイリオ"/>
                <a:ea typeface="メイリオ"/>
              </a:rPr>
              <a:t>おまけ： 専用記録アプリ</a:t>
            </a:r>
          </a:p>
        </p:txBody>
      </p:sp>
      <p:sp>
        <p:nvSpPr>
          <p:cNvPr id="31" name="Rectangle 30">
            <a:extLst>
              <a:ext uri="{FF2B5EF4-FFF2-40B4-BE49-F238E27FC236}">
                <a16:creationId xmlns:a16="http://schemas.microsoft.com/office/drawing/2014/main" id="{28E3216B-DB65-299A-2E57-759444FCBA3A}"/>
              </a:ext>
            </a:extLst>
          </p:cNvPr>
          <p:cNvSpPr/>
          <p:nvPr/>
        </p:nvSpPr>
        <p:spPr>
          <a:xfrm>
            <a:off x="1871811" y="6124809"/>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4" name="Picture 33">
            <a:extLst>
              <a:ext uri="{FF2B5EF4-FFF2-40B4-BE49-F238E27FC236}">
                <a16:creationId xmlns:a16="http://schemas.microsoft.com/office/drawing/2014/main" id="{365B25CC-DCCA-DFBA-4BFA-6F65CDDBE23F}"/>
              </a:ext>
            </a:extLst>
          </p:cNvPr>
          <p:cNvPicPr>
            <a:picLocks noChangeAspect="1"/>
          </p:cNvPicPr>
          <p:nvPr/>
        </p:nvPicPr>
        <p:blipFill>
          <a:blip r:embed="rId8"/>
          <a:stretch>
            <a:fillRect/>
          </a:stretch>
        </p:blipFill>
        <p:spPr>
          <a:xfrm>
            <a:off x="473225" y="6136853"/>
            <a:ext cx="1367730" cy="1367730"/>
          </a:xfrm>
          <a:prstGeom prst="rect">
            <a:avLst/>
          </a:prstGeom>
          <a:effectLst>
            <a:outerShdw blurRad="50800" dist="38100" dir="2700000" algn="tl" rotWithShape="0">
              <a:prstClr val="black">
                <a:alpha val="40000"/>
              </a:prstClr>
            </a:outerShdw>
          </a:effectLst>
        </p:spPr>
      </p:pic>
      <p:sp>
        <p:nvSpPr>
          <p:cNvPr id="35" name="TextBox 34">
            <a:extLst>
              <a:ext uri="{FF2B5EF4-FFF2-40B4-BE49-F238E27FC236}">
                <a16:creationId xmlns:a16="http://schemas.microsoft.com/office/drawing/2014/main" id="{B372777D-9148-43DF-790B-F2D38D2489AE}"/>
              </a:ext>
            </a:extLst>
          </p:cNvPr>
          <p:cNvSpPr txBox="1"/>
          <p:nvPr/>
        </p:nvSpPr>
        <p:spPr>
          <a:xfrm>
            <a:off x="551224" y="7593559"/>
            <a:ext cx="2029743" cy="1655325"/>
          </a:xfrm>
          <a:prstGeom prst="rect">
            <a:avLst/>
          </a:prstGeom>
          <a:noFill/>
        </p:spPr>
        <p:txBody>
          <a:bodyPr wrap="square">
            <a:spAutoFit/>
          </a:bodyPr>
          <a:lstStyle/>
          <a:p>
            <a:pPr>
              <a:lnSpc>
                <a:spcPct val="107000"/>
              </a:lnSpc>
              <a:spcAft>
                <a:spcPts val="800"/>
              </a:spcAft>
              <a:buNone/>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毎日の記録を入力することで</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スイング回数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スコア（平均・ベスト）</a:t>
            </a:r>
            <a:endParaRPr lang="en-US" altLang="ja-JP" sz="1000" kern="100" dirty="0">
              <a:latin typeface="メイリオ" panose="020B0604030504040204" pitchFamily="50" charset="-128"/>
              <a:ea typeface="メイリオ" panose="020B0604030504040204" pitchFamily="50" charset="-128"/>
              <a:cs typeface="Times New Roman" panose="02020603050405020304" pitchFamily="18" charset="0"/>
            </a:endParaRPr>
          </a:p>
          <a:p>
            <a:pPr marL="171450" indent="-171450">
              <a:lnSpc>
                <a:spcPct val="107000"/>
              </a:lnSpc>
              <a:spcAft>
                <a:spcPts val="800"/>
              </a:spcAft>
              <a:buFont typeface="Arial" panose="020B0604020202020204" pitchFamily="34" charset="0"/>
              <a:buChar char="•"/>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練習日数</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a:p>
            <a:pPr>
              <a:lnSpc>
                <a:spcPct val="107000"/>
              </a:lnSpc>
              <a:spcAft>
                <a:spcPts val="800"/>
              </a:spcAft>
            </a:pP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を集計し、実績に応じたポイントを獲得できる</a:t>
            </a:r>
            <a:r>
              <a:rPr lang="ja-JP" altLang="en-US" sz="1000" b="1" kern="100" dirty="0">
                <a:solidFill>
                  <a:srgbClr val="0070C0"/>
                </a:solidFill>
                <a:effectLst/>
                <a:latin typeface="メイリオ" panose="020B0604030504040204" pitchFamily="50" charset="-128"/>
                <a:ea typeface="メイリオ" panose="020B0604030504040204" pitchFamily="50" charset="-128"/>
                <a:cs typeface="Times New Roman" panose="02020603050405020304" pitchFamily="18" charset="0"/>
              </a:rPr>
              <a:t>ゲーム風アプリ</a:t>
            </a:r>
            <a:r>
              <a:rPr lang="ja-JP" altLang="en-US" sz="1000" kern="100" dirty="0">
                <a:effectLst/>
                <a:latin typeface="メイリオ" panose="020B0604030504040204" pitchFamily="50" charset="-128"/>
                <a:ea typeface="メイリオ" panose="020B0604030504040204" pitchFamily="50" charset="-128"/>
                <a:cs typeface="Times New Roman" panose="02020603050405020304" pitchFamily="18" charset="0"/>
              </a:rPr>
              <a:t>です。</a:t>
            </a:r>
            <a:endParaRPr lang="en-US" altLang="ja-JP" sz="1000" kern="100" dirty="0">
              <a:effectLst/>
              <a:latin typeface="メイリオ" panose="020B0604030504040204" pitchFamily="50" charset="-128"/>
              <a:ea typeface="メイリオ" panose="020B0604030504040204" pitchFamily="50" charset="-128"/>
              <a:cs typeface="Times New Roman" panose="02020603050405020304" pitchFamily="18" charset="0"/>
            </a:endParaRPr>
          </a:p>
        </p:txBody>
      </p:sp>
    </p:spTree>
    <p:extLst>
      <p:ext uri="{BB962C8B-B14F-4D97-AF65-F5344CB8AC3E}">
        <p14:creationId xmlns:p14="http://schemas.microsoft.com/office/powerpoint/2010/main" val="30735938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9" name="TextBox 58">
            <a:extLst>
              <a:ext uri="{FF2B5EF4-FFF2-40B4-BE49-F238E27FC236}">
                <a16:creationId xmlns:a16="http://schemas.microsoft.com/office/drawing/2014/main" id="{DD1D862F-411C-9F49-78BA-A445764D8C3D}"/>
              </a:ext>
            </a:extLst>
          </p:cNvPr>
          <p:cNvSpPr txBox="1"/>
          <p:nvPr/>
        </p:nvSpPr>
        <p:spPr>
          <a:xfrm>
            <a:off x="374682" y="343541"/>
            <a:ext cx="1444924"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取り付け方法</a:t>
            </a:r>
          </a:p>
        </p:txBody>
      </p:sp>
      <p:grpSp>
        <p:nvGrpSpPr>
          <p:cNvPr id="78" name="Group 77">
            <a:extLst>
              <a:ext uri="{FF2B5EF4-FFF2-40B4-BE49-F238E27FC236}">
                <a16:creationId xmlns:a16="http://schemas.microsoft.com/office/drawing/2014/main" id="{19E569FB-B9E8-B668-845F-CCD6C3FA17C2}"/>
              </a:ext>
            </a:extLst>
          </p:cNvPr>
          <p:cNvGrpSpPr/>
          <p:nvPr/>
        </p:nvGrpSpPr>
        <p:grpSpPr>
          <a:xfrm>
            <a:off x="858458" y="775836"/>
            <a:ext cx="937637" cy="1354722"/>
            <a:chOff x="959309" y="864980"/>
            <a:chExt cx="1015649" cy="1467435"/>
          </a:xfrm>
        </p:grpSpPr>
        <p:pic>
          <p:nvPicPr>
            <p:cNvPr id="61" name="Picture 60">
              <a:extLst>
                <a:ext uri="{FF2B5EF4-FFF2-40B4-BE49-F238E27FC236}">
                  <a16:creationId xmlns:a16="http://schemas.microsoft.com/office/drawing/2014/main" id="{4737EE52-C284-1D9F-6959-2A59786FA514}"/>
                </a:ext>
              </a:extLst>
            </p:cNvPr>
            <p:cNvPicPr>
              <a:picLocks noChangeAspect="1"/>
            </p:cNvPicPr>
            <p:nvPr/>
          </p:nvPicPr>
          <p:blipFill>
            <a:blip r:embed="rId2"/>
            <a:srcRect l="40487" t="42149" r="40293" b="33568"/>
            <a:stretch>
              <a:fillRect/>
            </a:stretch>
          </p:blipFill>
          <p:spPr>
            <a:xfrm>
              <a:off x="959309" y="864980"/>
              <a:ext cx="780129" cy="1467435"/>
            </a:xfrm>
            <a:prstGeom prst="rect">
              <a:avLst/>
            </a:prstGeom>
          </p:spPr>
        </p:pic>
        <p:grpSp>
          <p:nvGrpSpPr>
            <p:cNvPr id="77" name="Group 76">
              <a:extLst>
                <a:ext uri="{FF2B5EF4-FFF2-40B4-BE49-F238E27FC236}">
                  <a16:creationId xmlns:a16="http://schemas.microsoft.com/office/drawing/2014/main" id="{E7BD979A-B18F-9B7D-0681-BCB6FB09C1A5}"/>
                </a:ext>
              </a:extLst>
            </p:cNvPr>
            <p:cNvGrpSpPr/>
            <p:nvPr/>
          </p:nvGrpSpPr>
          <p:grpSpPr>
            <a:xfrm>
              <a:off x="1503917" y="1552795"/>
              <a:ext cx="471041" cy="505177"/>
              <a:chOff x="1380395" y="1663329"/>
              <a:chExt cx="471041" cy="438888"/>
            </a:xfrm>
          </p:grpSpPr>
          <p:cxnSp>
            <p:nvCxnSpPr>
              <p:cNvPr id="64" name="Straight Connector 63">
                <a:extLst>
                  <a:ext uri="{FF2B5EF4-FFF2-40B4-BE49-F238E27FC236}">
                    <a16:creationId xmlns:a16="http://schemas.microsoft.com/office/drawing/2014/main" id="{B963BB15-9022-F2AF-BF5F-B43E606F335E}"/>
                  </a:ext>
                </a:extLst>
              </p:cNvPr>
              <p:cNvCxnSpPr>
                <a:cxnSpLocks/>
              </p:cNvCxnSpPr>
              <p:nvPr/>
            </p:nvCxnSpPr>
            <p:spPr>
              <a:xfrm>
                <a:off x="1467978" y="1663823"/>
                <a:ext cx="383458"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50743BE9-F945-5E49-567C-24E0DBFE878E}"/>
                  </a:ext>
                </a:extLst>
              </p:cNvPr>
              <p:cNvCxnSpPr>
                <a:cxnSpLocks/>
              </p:cNvCxnSpPr>
              <p:nvPr/>
            </p:nvCxnSpPr>
            <p:spPr>
              <a:xfrm>
                <a:off x="1380395" y="2102217"/>
                <a:ext cx="471041" cy="0"/>
              </a:xfrm>
              <a:prstGeom prst="line">
                <a:avLst/>
              </a:prstGeom>
              <a:ln w="12700">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66" name="Straight Arrow Connector 65">
                <a:extLst>
                  <a:ext uri="{FF2B5EF4-FFF2-40B4-BE49-F238E27FC236}">
                    <a16:creationId xmlns:a16="http://schemas.microsoft.com/office/drawing/2014/main" id="{1FDE38A7-D91D-2651-E883-B93B954BF275}"/>
                  </a:ext>
                </a:extLst>
              </p:cNvPr>
              <p:cNvCxnSpPr>
                <a:cxnSpLocks/>
              </p:cNvCxnSpPr>
              <p:nvPr/>
            </p:nvCxnSpPr>
            <p:spPr>
              <a:xfrm>
                <a:off x="1750855" y="1663329"/>
                <a:ext cx="0" cy="438394"/>
              </a:xfrm>
              <a:prstGeom prst="straightConnector1">
                <a:avLst/>
              </a:prstGeom>
              <a:ln>
                <a:solidFill>
                  <a:srgbClr val="FF0000"/>
                </a:solidFill>
                <a:headEnd type="triangle" w="med" len="med"/>
                <a:tailEnd type="triangle" w="med" len="med"/>
              </a:ln>
            </p:spPr>
            <p:style>
              <a:lnRef idx="2">
                <a:schemeClr val="accent1"/>
              </a:lnRef>
              <a:fillRef idx="0">
                <a:schemeClr val="accent1"/>
              </a:fillRef>
              <a:effectRef idx="1">
                <a:schemeClr val="accent1"/>
              </a:effectRef>
              <a:fontRef idx="minor">
                <a:schemeClr val="tx1"/>
              </a:fontRef>
            </p:style>
          </p:cxnSp>
        </p:grpSp>
      </p:grpSp>
      <p:sp>
        <p:nvSpPr>
          <p:cNvPr id="67" name="TextBox 66">
            <a:extLst>
              <a:ext uri="{FF2B5EF4-FFF2-40B4-BE49-F238E27FC236}">
                <a16:creationId xmlns:a16="http://schemas.microsoft.com/office/drawing/2014/main" id="{2721BDCA-2862-154C-D7C4-18FED82EDDB9}"/>
              </a:ext>
            </a:extLst>
          </p:cNvPr>
          <p:cNvSpPr txBox="1"/>
          <p:nvPr/>
        </p:nvSpPr>
        <p:spPr>
          <a:xfrm>
            <a:off x="602468" y="2244742"/>
            <a:ext cx="1371605"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グリップの</a:t>
            </a:r>
            <a:r>
              <a:rPr lang="en-US" altLang="ja-JP" sz="900" b="1" dirty="0">
                <a:latin typeface="メイリオ" panose="020B0604030504040204" pitchFamily="50" charset="-128"/>
                <a:ea typeface="メイリオ" panose="020B0604030504040204" pitchFamily="50" charset="-128"/>
              </a:rPr>
              <a:t>5cm</a:t>
            </a:r>
            <a:r>
              <a:rPr lang="ja-JP" altLang="en-US" sz="900" b="1" dirty="0">
                <a:latin typeface="メイリオ" panose="020B0604030504040204" pitchFamily="50" charset="-128"/>
                <a:ea typeface="メイリオ" panose="020B0604030504040204" pitchFamily="50" charset="-128"/>
              </a:rPr>
              <a:t>ほど上</a:t>
            </a:r>
            <a:r>
              <a:rPr lang="ja-JP" altLang="en-US" sz="900" dirty="0">
                <a:latin typeface="メイリオ" panose="020B0604030504040204" pitchFamily="50" charset="-128"/>
                <a:ea typeface="メイリオ" panose="020B0604030504040204" pitchFamily="50" charset="-128"/>
              </a:rPr>
              <a:t>に巻き付けます。</a:t>
            </a:r>
          </a:p>
        </p:txBody>
      </p:sp>
      <p:pic>
        <p:nvPicPr>
          <p:cNvPr id="60" name="Picture 59">
            <a:extLst>
              <a:ext uri="{FF2B5EF4-FFF2-40B4-BE49-F238E27FC236}">
                <a16:creationId xmlns:a16="http://schemas.microsoft.com/office/drawing/2014/main" id="{60E43B69-C1B8-5F86-C27F-B3752CF0DA1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724250" y="744475"/>
            <a:ext cx="1256123" cy="1884183"/>
          </a:xfrm>
          <a:prstGeom prst="rect">
            <a:avLst/>
          </a:prstGeom>
        </p:spPr>
      </p:pic>
      <p:sp>
        <p:nvSpPr>
          <p:cNvPr id="68" name="TextBox 67">
            <a:extLst>
              <a:ext uri="{FF2B5EF4-FFF2-40B4-BE49-F238E27FC236}">
                <a16:creationId xmlns:a16="http://schemas.microsoft.com/office/drawing/2014/main" id="{A688885F-4766-CD74-6F4B-63FF251B23D7}"/>
              </a:ext>
            </a:extLst>
          </p:cNvPr>
          <p:cNvSpPr txBox="1"/>
          <p:nvPr/>
        </p:nvSpPr>
        <p:spPr>
          <a:xfrm>
            <a:off x="2469217" y="2230982"/>
            <a:ext cx="1766190"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ゴムバンドをギュッと締めて上面で留めてください。</a:t>
            </a:r>
          </a:p>
        </p:txBody>
      </p:sp>
      <p:sp>
        <p:nvSpPr>
          <p:cNvPr id="69" name="TextBox 68">
            <a:extLst>
              <a:ext uri="{FF2B5EF4-FFF2-40B4-BE49-F238E27FC236}">
                <a16:creationId xmlns:a16="http://schemas.microsoft.com/office/drawing/2014/main" id="{A82C2505-318B-00E7-8A4E-0CD79EB80AFB}"/>
              </a:ext>
            </a:extLst>
          </p:cNvPr>
          <p:cNvSpPr txBox="1"/>
          <p:nvPr/>
        </p:nvSpPr>
        <p:spPr>
          <a:xfrm>
            <a:off x="4363352" y="2244742"/>
            <a:ext cx="2170183" cy="661720"/>
          </a:xfrm>
          <a:prstGeom prst="rect">
            <a:avLst/>
          </a:prstGeom>
          <a:noFill/>
        </p:spPr>
        <p:txBody>
          <a:bodyPr wrap="square" rtlCol="0">
            <a:spAutoFit/>
          </a:bodyPr>
          <a:lstStyle/>
          <a:p>
            <a:r>
              <a:rPr lang="ja-JP" altLang="en-US" sz="1000" dirty="0">
                <a:latin typeface="メイリオ" panose="020B0604030504040204" pitchFamily="50" charset="-128"/>
                <a:ea typeface="メイリオ" panose="020B0604030504040204" pitchFamily="50" charset="-128"/>
              </a:rPr>
              <a:t>⚠️</a:t>
            </a:r>
            <a:r>
              <a:rPr lang="ja-JP" altLang="en-US" sz="1000" b="1" dirty="0">
                <a:solidFill>
                  <a:srgbClr val="CC0000"/>
                </a:solidFill>
                <a:latin typeface="メイリオ" panose="020B0604030504040204" pitchFamily="50" charset="-128"/>
                <a:ea typeface="メイリオ" panose="020B0604030504040204" pitchFamily="50" charset="-128"/>
              </a:rPr>
              <a:t>先端には絶対に取り付けない。</a:t>
            </a:r>
            <a:br>
              <a:rPr lang="en-US" altLang="ja-JP" sz="1000" b="1" dirty="0">
                <a:solidFill>
                  <a:srgbClr val="CC0000"/>
                </a:solidFill>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遠心力に耐えられず、スッポ抜けて飛んでいきます。</a:t>
            </a:r>
            <a:endParaRPr lang="en-US" altLang="ja-JP" sz="900" dirty="0">
              <a:latin typeface="メイリオ" panose="020B0604030504040204" pitchFamily="50" charset="-128"/>
              <a:ea typeface="メイリオ" panose="020B0604030504040204" pitchFamily="50" charset="-128"/>
            </a:endParaRPr>
          </a:p>
        </p:txBody>
      </p:sp>
      <p:pic>
        <p:nvPicPr>
          <p:cNvPr id="62" name="Picture 61">
            <a:extLst>
              <a:ext uri="{FF2B5EF4-FFF2-40B4-BE49-F238E27FC236}">
                <a16:creationId xmlns:a16="http://schemas.microsoft.com/office/drawing/2014/main" id="{15D20FE0-C543-7A77-FF53-C742A65A243C}"/>
              </a:ext>
            </a:extLst>
          </p:cNvPr>
          <p:cNvPicPr>
            <a:picLocks noChangeAspect="1"/>
          </p:cNvPicPr>
          <p:nvPr/>
        </p:nvPicPr>
        <p:blipFill>
          <a:blip r:embed="rId4"/>
          <a:srcRect l="39218" r="39218" b="70863"/>
          <a:stretch>
            <a:fillRect/>
          </a:stretch>
        </p:blipFill>
        <p:spPr>
          <a:xfrm>
            <a:off x="5150284" y="917477"/>
            <a:ext cx="590158" cy="1168504"/>
          </a:xfrm>
          <a:prstGeom prst="rect">
            <a:avLst/>
          </a:prstGeom>
        </p:spPr>
      </p:pic>
      <p:sp>
        <p:nvSpPr>
          <p:cNvPr id="70" name="&quot;Not Allowed&quot; Symbol 69">
            <a:extLst>
              <a:ext uri="{FF2B5EF4-FFF2-40B4-BE49-F238E27FC236}">
                <a16:creationId xmlns:a16="http://schemas.microsoft.com/office/drawing/2014/main" id="{CE55AC4F-CF0F-8132-BB7F-D4051BAD5E34}"/>
              </a:ext>
            </a:extLst>
          </p:cNvPr>
          <p:cNvSpPr/>
          <p:nvPr/>
        </p:nvSpPr>
        <p:spPr>
          <a:xfrm>
            <a:off x="4726810" y="916894"/>
            <a:ext cx="392267" cy="392267"/>
          </a:xfrm>
          <a:prstGeom prst="noSmoking">
            <a:avLst/>
          </a:prstGeom>
          <a:solidFill>
            <a:srgbClr val="CC0000"/>
          </a:solidFill>
          <a:ln>
            <a:no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13">
              <a:solidFill>
                <a:schemeClr val="tx1"/>
              </a:solidFill>
            </a:endParaRPr>
          </a:p>
        </p:txBody>
      </p:sp>
      <p:cxnSp>
        <p:nvCxnSpPr>
          <p:cNvPr id="72" name="Straight Connector 71">
            <a:extLst>
              <a:ext uri="{FF2B5EF4-FFF2-40B4-BE49-F238E27FC236}">
                <a16:creationId xmlns:a16="http://schemas.microsoft.com/office/drawing/2014/main" id="{DD91C7F9-8912-2C92-A8E2-45D4D35941FF}"/>
              </a:ext>
            </a:extLst>
          </p:cNvPr>
          <p:cNvCxnSpPr>
            <a:cxnSpLocks/>
          </p:cNvCxnSpPr>
          <p:nvPr/>
        </p:nvCxnSpPr>
        <p:spPr>
          <a:xfrm>
            <a:off x="404841" y="657391"/>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73" name="Rectangle 72">
            <a:extLst>
              <a:ext uri="{FF2B5EF4-FFF2-40B4-BE49-F238E27FC236}">
                <a16:creationId xmlns:a16="http://schemas.microsoft.com/office/drawing/2014/main" id="{35A33302-D3DA-4883-4EF1-BD1D8C41B973}"/>
              </a:ext>
            </a:extLst>
          </p:cNvPr>
          <p:cNvSpPr/>
          <p:nvPr/>
        </p:nvSpPr>
        <p:spPr>
          <a:xfrm>
            <a:off x="265622" y="337133"/>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2" name="TextBox 81">
            <a:extLst>
              <a:ext uri="{FF2B5EF4-FFF2-40B4-BE49-F238E27FC236}">
                <a16:creationId xmlns:a16="http://schemas.microsoft.com/office/drawing/2014/main" id="{736C7F46-CC54-30B6-A757-7A0D41746F12}"/>
              </a:ext>
            </a:extLst>
          </p:cNvPr>
          <p:cNvSpPr txBox="1"/>
          <p:nvPr/>
        </p:nvSpPr>
        <p:spPr>
          <a:xfrm>
            <a:off x="339364" y="2821114"/>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83" name="Straight Connector 82">
            <a:extLst>
              <a:ext uri="{FF2B5EF4-FFF2-40B4-BE49-F238E27FC236}">
                <a16:creationId xmlns:a16="http://schemas.microsoft.com/office/drawing/2014/main" id="{21C49AE3-F4A8-5928-53ED-BD2317F53375}"/>
              </a:ext>
            </a:extLst>
          </p:cNvPr>
          <p:cNvCxnSpPr>
            <a:cxnSpLocks/>
          </p:cNvCxnSpPr>
          <p:nvPr/>
        </p:nvCxnSpPr>
        <p:spPr>
          <a:xfrm>
            <a:off x="404841" y="3134964"/>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84" name="Rectangle 83">
            <a:extLst>
              <a:ext uri="{FF2B5EF4-FFF2-40B4-BE49-F238E27FC236}">
                <a16:creationId xmlns:a16="http://schemas.microsoft.com/office/drawing/2014/main" id="{9C35F603-EB4A-02C0-682A-DE3A5B6FC43F}"/>
              </a:ext>
            </a:extLst>
          </p:cNvPr>
          <p:cNvSpPr/>
          <p:nvPr/>
        </p:nvSpPr>
        <p:spPr>
          <a:xfrm>
            <a:off x="265622" y="2814706"/>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6" name="TextBox 85">
            <a:extLst>
              <a:ext uri="{FF2B5EF4-FFF2-40B4-BE49-F238E27FC236}">
                <a16:creationId xmlns:a16="http://schemas.microsoft.com/office/drawing/2014/main" id="{42FD6B7D-BA76-6C13-15D8-E940DA3814ED}"/>
              </a:ext>
            </a:extLst>
          </p:cNvPr>
          <p:cNvSpPr txBox="1"/>
          <p:nvPr/>
        </p:nvSpPr>
        <p:spPr>
          <a:xfrm>
            <a:off x="374681" y="4433372"/>
            <a:ext cx="1276177"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電源をオンします。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電池残量（～</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）が</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秒表示されます。</a:t>
            </a:r>
            <a:endParaRPr lang="en-US" altLang="ja-JP" sz="900" dirty="0">
              <a:latin typeface="メイリオ" panose="020B0604030504040204" pitchFamily="50" charset="-128"/>
              <a:ea typeface="メイリオ" panose="020B0604030504040204" pitchFamily="50" charset="-128"/>
            </a:endParaRPr>
          </a:p>
        </p:txBody>
      </p:sp>
      <p:pic>
        <p:nvPicPr>
          <p:cNvPr id="87" name="Picture 86">
            <a:extLst>
              <a:ext uri="{FF2B5EF4-FFF2-40B4-BE49-F238E27FC236}">
                <a16:creationId xmlns:a16="http://schemas.microsoft.com/office/drawing/2014/main" id="{BF930603-11B4-15B3-9D34-D40082C5451F}"/>
              </a:ext>
            </a:extLst>
          </p:cNvPr>
          <p:cNvPicPr>
            <a:picLocks noChangeAspect="1"/>
          </p:cNvPicPr>
          <p:nvPr/>
        </p:nvPicPr>
        <p:blipFill>
          <a:blip r:embed="rId5">
            <a:duotone>
              <a:schemeClr val="accent1">
                <a:shade val="45000"/>
                <a:satMod val="135000"/>
              </a:schemeClr>
              <a:prstClr val="white"/>
            </a:duotone>
          </a:blip>
          <a:stretch>
            <a:fillRect/>
          </a:stretch>
        </p:blipFill>
        <p:spPr>
          <a:xfrm>
            <a:off x="1755602" y="3422962"/>
            <a:ext cx="1010410" cy="1010410"/>
          </a:xfrm>
          <a:prstGeom prst="rect">
            <a:avLst/>
          </a:prstGeom>
          <a:effectLst>
            <a:outerShdw blurRad="50800" dist="38100" dir="2700000" algn="tl" rotWithShape="0">
              <a:prstClr val="black">
                <a:alpha val="40000"/>
              </a:prstClr>
            </a:outerShdw>
          </a:effectLst>
        </p:spPr>
      </p:pic>
      <p:sp>
        <p:nvSpPr>
          <p:cNvPr id="88" name="TextBox 87">
            <a:extLst>
              <a:ext uri="{FF2B5EF4-FFF2-40B4-BE49-F238E27FC236}">
                <a16:creationId xmlns:a16="http://schemas.microsoft.com/office/drawing/2014/main" id="{5620E1FC-A3FF-6E2F-610B-BD608FCF5C55}"/>
              </a:ext>
            </a:extLst>
          </p:cNvPr>
          <p:cNvSpPr txBox="1"/>
          <p:nvPr/>
        </p:nvSpPr>
        <p:spPr>
          <a:xfrm>
            <a:off x="1639738" y="4433372"/>
            <a:ext cx="1242138" cy="230832"/>
          </a:xfrm>
          <a:prstGeom prst="rect">
            <a:avLst/>
          </a:prstGeom>
          <a:noFill/>
        </p:spPr>
        <p:txBody>
          <a:bodyPr wrap="square" rtlCol="0">
            <a:spAutoFit/>
          </a:bodyPr>
          <a:lstStyle/>
          <a:p>
            <a:pPr algn="ctr"/>
            <a:r>
              <a:rPr lang="ja-JP" altLang="en-US" sz="900" dirty="0">
                <a:latin typeface="メイリオ" panose="020B0604030504040204" pitchFamily="50" charset="-128"/>
                <a:ea typeface="メイリオ" panose="020B0604030504040204" pitchFamily="50" charset="-128"/>
              </a:rPr>
              <a:t>そのまま振ります。</a:t>
            </a:r>
          </a:p>
        </p:txBody>
      </p:sp>
      <p:sp>
        <p:nvSpPr>
          <p:cNvPr id="89" name="TextBox 88">
            <a:extLst>
              <a:ext uri="{FF2B5EF4-FFF2-40B4-BE49-F238E27FC236}">
                <a16:creationId xmlns:a16="http://schemas.microsoft.com/office/drawing/2014/main" id="{D9978DE0-1773-501D-4790-F5F8E8B42CF0}"/>
              </a:ext>
            </a:extLst>
          </p:cNvPr>
          <p:cNvSpPr txBox="1"/>
          <p:nvPr/>
        </p:nvSpPr>
        <p:spPr>
          <a:xfrm>
            <a:off x="3144836" y="4433372"/>
            <a:ext cx="1328888" cy="369332"/>
          </a:xfrm>
          <a:prstGeom prst="rect">
            <a:avLst/>
          </a:prstGeom>
          <a:noFill/>
        </p:spPr>
        <p:txBody>
          <a:bodyPr wrap="square" rtlCol="0">
            <a:spAutoFit/>
          </a:bodyPr>
          <a:lstStyle/>
          <a:p>
            <a:r>
              <a:rPr lang="ja-JP" altLang="en-US" sz="900" b="1" dirty="0">
                <a:latin typeface="メイリオ" panose="020B0604030504040204" pitchFamily="50" charset="-128"/>
                <a:ea typeface="メイリオ" panose="020B0604030504040204" pitchFamily="50" charset="-128"/>
              </a:rPr>
              <a:t>音が鳴ってスコアが</a:t>
            </a:r>
            <a:br>
              <a:rPr lang="en-US" altLang="ja-JP" sz="900" b="1"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表示されます。</a:t>
            </a:r>
          </a:p>
        </p:txBody>
      </p:sp>
      <p:graphicFrame>
        <p:nvGraphicFramePr>
          <p:cNvPr id="90" name="Table 89">
            <a:extLst>
              <a:ext uri="{FF2B5EF4-FFF2-40B4-BE49-F238E27FC236}">
                <a16:creationId xmlns:a16="http://schemas.microsoft.com/office/drawing/2014/main" id="{D4D27502-3BBC-79A1-49FC-970EC804B58D}"/>
              </a:ext>
            </a:extLst>
          </p:cNvPr>
          <p:cNvGraphicFramePr>
            <a:graphicFrameLocks noGrp="1"/>
          </p:cNvGraphicFramePr>
          <p:nvPr>
            <p:extLst>
              <p:ext uri="{D42A27DB-BD31-4B8C-83A1-F6EECF244321}">
                <p14:modId xmlns:p14="http://schemas.microsoft.com/office/powerpoint/2010/main" val="3747605226"/>
              </p:ext>
            </p:extLst>
          </p:nvPr>
        </p:nvGraphicFramePr>
        <p:xfrm>
          <a:off x="2935045" y="4850354"/>
          <a:ext cx="1709827" cy="693424"/>
        </p:xfrm>
        <a:graphic>
          <a:graphicData uri="http://schemas.openxmlformats.org/drawingml/2006/table">
            <a:tbl>
              <a:tblPr bandRow="1">
                <a:tableStyleId>{5C22544A-7EE6-4342-B048-85BDC9FD1C3A}</a:tableStyleId>
              </a:tblPr>
              <a:tblGrid>
                <a:gridCol w="557683">
                  <a:extLst>
                    <a:ext uri="{9D8B030D-6E8A-4147-A177-3AD203B41FA5}">
                      <a16:colId xmlns:a16="http://schemas.microsoft.com/office/drawing/2014/main" val="2179658956"/>
                    </a:ext>
                  </a:extLst>
                </a:gridCol>
                <a:gridCol w="1152144">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普通のスイング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平均以上のスイング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ピピピッ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ベストスコアを更新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31429823"/>
                  </a:ext>
                </a:extLst>
              </a:tr>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ピーッ</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en-US" altLang="ja-JP" sz="800" dirty="0">
                          <a:latin typeface="メイリオ" panose="020B0604030504040204" pitchFamily="50" charset="-128"/>
                          <a:ea typeface="メイリオ" panose="020B0604030504040204" pitchFamily="50" charset="-128"/>
                        </a:rPr>
                        <a:t>50</a:t>
                      </a:r>
                      <a:r>
                        <a:rPr kumimoji="1" lang="ja-JP" altLang="en-US" sz="800" dirty="0">
                          <a:latin typeface="メイリオ" panose="020B0604030504040204" pitchFamily="50" charset="-128"/>
                          <a:ea typeface="メイリオ" panose="020B0604030504040204" pitchFamily="50" charset="-128"/>
                        </a:rPr>
                        <a:t>スイングをお知らせ</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93095679"/>
                  </a:ext>
                </a:extLst>
              </a:tr>
            </a:tbl>
          </a:graphicData>
        </a:graphic>
      </p:graphicFrame>
      <p:grpSp>
        <p:nvGrpSpPr>
          <p:cNvPr id="91" name="Group 90">
            <a:extLst>
              <a:ext uri="{FF2B5EF4-FFF2-40B4-BE49-F238E27FC236}">
                <a16:creationId xmlns:a16="http://schemas.microsoft.com/office/drawing/2014/main" id="{33A6B407-E823-B480-3A39-6264281383E2}"/>
              </a:ext>
            </a:extLst>
          </p:cNvPr>
          <p:cNvGrpSpPr/>
          <p:nvPr/>
        </p:nvGrpSpPr>
        <p:grpSpPr>
          <a:xfrm>
            <a:off x="3224997" y="3722894"/>
            <a:ext cx="1010410" cy="410547"/>
            <a:chOff x="4678374" y="3933053"/>
            <a:chExt cx="1364368" cy="554367"/>
          </a:xfrm>
        </p:grpSpPr>
        <p:pic>
          <p:nvPicPr>
            <p:cNvPr id="92" name="Picture 91">
              <a:extLst>
                <a:ext uri="{FF2B5EF4-FFF2-40B4-BE49-F238E27FC236}">
                  <a16:creationId xmlns:a16="http://schemas.microsoft.com/office/drawing/2014/main" id="{8894DB98-3499-BADA-1164-B352E88A259D}"/>
                </a:ext>
              </a:extLst>
            </p:cNvPr>
            <p:cNvPicPr>
              <a:picLocks noChangeAspect="1"/>
            </p:cNvPicPr>
            <p:nvPr/>
          </p:nvPicPr>
          <p:blipFill>
            <a:blip r:embed="rId6"/>
            <a:srcRect l="9730" t="19701" r="17421" b="58099"/>
            <a:stretch>
              <a:fillRect/>
            </a:stretch>
          </p:blipFill>
          <p:spPr>
            <a:xfrm>
              <a:off x="4678374" y="3933053"/>
              <a:ext cx="1364368" cy="554367"/>
            </a:xfrm>
            <a:prstGeom prst="rect">
              <a:avLst/>
            </a:prstGeom>
            <a:effectLst>
              <a:outerShdw blurRad="50800" dist="38100" dir="5400000" algn="t" rotWithShape="0">
                <a:prstClr val="black">
                  <a:alpha val="40000"/>
                </a:prstClr>
              </a:outerShdw>
            </a:effectLst>
          </p:spPr>
        </p:pic>
        <p:grpSp>
          <p:nvGrpSpPr>
            <p:cNvPr id="93" name="Group 92">
              <a:extLst>
                <a:ext uri="{FF2B5EF4-FFF2-40B4-BE49-F238E27FC236}">
                  <a16:creationId xmlns:a16="http://schemas.microsoft.com/office/drawing/2014/main" id="{9DC0EC26-DA26-CF2F-88B4-5393143EC6C5}"/>
                </a:ext>
              </a:extLst>
            </p:cNvPr>
            <p:cNvGrpSpPr/>
            <p:nvPr/>
          </p:nvGrpSpPr>
          <p:grpSpPr>
            <a:xfrm>
              <a:off x="5616436" y="3933053"/>
              <a:ext cx="426306" cy="316386"/>
              <a:chOff x="5576551" y="4345284"/>
              <a:chExt cx="426306" cy="316386"/>
            </a:xfrm>
            <a:solidFill>
              <a:schemeClr val="bg1"/>
            </a:solidFill>
          </p:grpSpPr>
          <p:pic>
            <p:nvPicPr>
              <p:cNvPr id="94" name="Graphic 93" descr="Music note with solid fill">
                <a:extLst>
                  <a:ext uri="{FF2B5EF4-FFF2-40B4-BE49-F238E27FC236}">
                    <a16:creationId xmlns:a16="http://schemas.microsoft.com/office/drawing/2014/main" id="{6C12BEF3-3832-1B91-424F-BFDF6FEEA4C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576551" y="4361322"/>
                <a:ext cx="300348" cy="300348"/>
              </a:xfrm>
              <a:prstGeom prst="rect">
                <a:avLst/>
              </a:prstGeom>
              <a:effectLst>
                <a:outerShdw blurRad="50800" dist="38100" dir="2700000" algn="tl" rotWithShape="0">
                  <a:prstClr val="black">
                    <a:alpha val="40000"/>
                  </a:prstClr>
                </a:outerShdw>
              </a:effectLst>
            </p:spPr>
          </p:pic>
          <p:pic>
            <p:nvPicPr>
              <p:cNvPr id="95" name="Graphic 94" descr="Music note with solid fill">
                <a:extLst>
                  <a:ext uri="{FF2B5EF4-FFF2-40B4-BE49-F238E27FC236}">
                    <a16:creationId xmlns:a16="http://schemas.microsoft.com/office/drawing/2014/main" id="{6DB9EC0E-1EAD-D166-EA6E-B05FB03C2813}"/>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702509" y="4345284"/>
                <a:ext cx="300348" cy="300348"/>
              </a:xfrm>
              <a:prstGeom prst="rect">
                <a:avLst/>
              </a:prstGeom>
              <a:effectLst>
                <a:outerShdw blurRad="50800" dist="38100" dir="2700000" algn="tl" rotWithShape="0">
                  <a:prstClr val="black">
                    <a:alpha val="40000"/>
                  </a:prstClr>
                </a:outerShdw>
              </a:effectLst>
            </p:spPr>
          </p:pic>
        </p:grpSp>
      </p:grpSp>
      <p:grpSp>
        <p:nvGrpSpPr>
          <p:cNvPr id="96" name="Group 95">
            <a:extLst>
              <a:ext uri="{FF2B5EF4-FFF2-40B4-BE49-F238E27FC236}">
                <a16:creationId xmlns:a16="http://schemas.microsoft.com/office/drawing/2014/main" id="{DCBAD698-1994-1074-742C-B7D20C873B81}"/>
              </a:ext>
            </a:extLst>
          </p:cNvPr>
          <p:cNvGrpSpPr/>
          <p:nvPr/>
        </p:nvGrpSpPr>
        <p:grpSpPr>
          <a:xfrm>
            <a:off x="527638" y="3570518"/>
            <a:ext cx="1032936" cy="715299"/>
            <a:chOff x="4708363" y="1010723"/>
            <a:chExt cx="1394785" cy="824803"/>
          </a:xfrm>
        </p:grpSpPr>
        <p:pic>
          <p:nvPicPr>
            <p:cNvPr id="97" name="Picture 96">
              <a:extLst>
                <a:ext uri="{FF2B5EF4-FFF2-40B4-BE49-F238E27FC236}">
                  <a16:creationId xmlns:a16="http://schemas.microsoft.com/office/drawing/2014/main" id="{FE2A3315-E573-59E7-864D-82964638582D}"/>
                </a:ext>
              </a:extLst>
            </p:cNvPr>
            <p:cNvPicPr>
              <a:picLocks noChangeAspect="1"/>
            </p:cNvPicPr>
            <p:nvPr/>
          </p:nvPicPr>
          <p:blipFill>
            <a:blip r:embed="rId8"/>
            <a:srcRect l="25888" t="31432" r="26010" b="21558"/>
            <a:stretch>
              <a:fillRect/>
            </a:stretch>
          </p:blipFill>
          <p:spPr>
            <a:xfrm>
              <a:off x="4708363" y="1010723"/>
              <a:ext cx="1125294" cy="824803"/>
            </a:xfrm>
            <a:prstGeom prst="rect">
              <a:avLst/>
            </a:prstGeom>
            <a:effectLst>
              <a:outerShdw blurRad="50800" dist="38100" dir="2700000" algn="tl" rotWithShape="0">
                <a:prstClr val="black">
                  <a:alpha val="40000"/>
                </a:prstClr>
              </a:outerShdw>
            </a:effectLst>
          </p:spPr>
        </p:pic>
        <p:sp>
          <p:nvSpPr>
            <p:cNvPr id="98" name="Arrow: Left 97">
              <a:extLst>
                <a:ext uri="{FF2B5EF4-FFF2-40B4-BE49-F238E27FC236}">
                  <a16:creationId xmlns:a16="http://schemas.microsoft.com/office/drawing/2014/main" id="{699077D9-CD88-4255-2900-60388260AEDE}"/>
                </a:ext>
              </a:extLst>
            </p:cNvPr>
            <p:cNvSpPr/>
            <p:nvPr/>
          </p:nvSpPr>
          <p:spPr>
            <a:xfrm>
              <a:off x="5185887" y="1375772"/>
              <a:ext cx="430549" cy="188133"/>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700" b="1" dirty="0">
                <a:latin typeface="メイリオ" panose="020B0604030504040204" pitchFamily="50" charset="-128"/>
                <a:ea typeface="メイリオ" panose="020B0604030504040204" pitchFamily="50" charset="-128"/>
              </a:endParaRPr>
            </a:p>
          </p:txBody>
        </p:sp>
        <p:sp>
          <p:nvSpPr>
            <p:cNvPr id="99" name="TextBox 98">
              <a:extLst>
                <a:ext uri="{FF2B5EF4-FFF2-40B4-BE49-F238E27FC236}">
                  <a16:creationId xmlns:a16="http://schemas.microsoft.com/office/drawing/2014/main" id="{B58A6CE3-89C1-640F-5766-174389B6C7EA}"/>
                </a:ext>
              </a:extLst>
            </p:cNvPr>
            <p:cNvSpPr txBox="1"/>
            <p:nvPr/>
          </p:nvSpPr>
          <p:spPr>
            <a:xfrm>
              <a:off x="5004586" y="1573156"/>
              <a:ext cx="558915"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ON</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sp>
          <p:nvSpPr>
            <p:cNvPr id="100" name="TextBox 99">
              <a:extLst>
                <a:ext uri="{FF2B5EF4-FFF2-40B4-BE49-F238E27FC236}">
                  <a16:creationId xmlns:a16="http://schemas.microsoft.com/office/drawing/2014/main" id="{77DFCFFF-F662-8EBB-AF3C-3938163355EF}"/>
                </a:ext>
              </a:extLst>
            </p:cNvPr>
            <p:cNvSpPr txBox="1"/>
            <p:nvPr/>
          </p:nvSpPr>
          <p:spPr>
            <a:xfrm>
              <a:off x="5407912" y="1573156"/>
              <a:ext cx="695236" cy="212936"/>
            </a:xfrm>
            <a:prstGeom prst="rect">
              <a:avLst/>
            </a:prstGeom>
            <a:noFill/>
          </p:spPr>
          <p:txBody>
            <a:bodyPr wrap="square" rtlCol="0">
              <a:spAutoFit/>
            </a:bodyPr>
            <a:lstStyle/>
            <a:p>
              <a:r>
                <a:rPr lang="en-US" altLang="ja-JP" sz="600" b="1" dirty="0">
                  <a:solidFill>
                    <a:schemeClr val="bg1"/>
                  </a:solidFill>
                  <a:latin typeface="メイリオ" panose="020B0604030504040204" pitchFamily="50" charset="-128"/>
                  <a:ea typeface="メイリオ" panose="020B0604030504040204" pitchFamily="50" charset="-128"/>
                </a:rPr>
                <a:t>OFF</a:t>
              </a:r>
              <a:endParaRPr lang="ja-JP" altLang="en-US" sz="600" b="1" dirty="0">
                <a:solidFill>
                  <a:schemeClr val="bg1"/>
                </a:solidFill>
                <a:latin typeface="メイリオ" panose="020B0604030504040204" pitchFamily="50" charset="-128"/>
                <a:ea typeface="メイリオ" panose="020B0604030504040204" pitchFamily="50" charset="-128"/>
              </a:endParaRPr>
            </a:p>
          </p:txBody>
        </p:sp>
      </p:grpSp>
      <p:sp>
        <p:nvSpPr>
          <p:cNvPr id="101" name="TextBox 100">
            <a:extLst>
              <a:ext uri="{FF2B5EF4-FFF2-40B4-BE49-F238E27FC236}">
                <a16:creationId xmlns:a16="http://schemas.microsoft.com/office/drawing/2014/main" id="{CB2834DD-9D0C-7643-69B7-A0805F60A911}"/>
              </a:ext>
            </a:extLst>
          </p:cNvPr>
          <p:cNvSpPr txBox="1"/>
          <p:nvPr/>
        </p:nvSpPr>
        <p:spPr>
          <a:xfrm>
            <a:off x="4842484" y="4433372"/>
            <a:ext cx="181758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本体（またはバット）を</a:t>
            </a:r>
            <a:br>
              <a:rPr lang="en-US" altLang="ja-JP" sz="900" dirty="0">
                <a:latin typeface="メイリオ" panose="020B0604030504040204" pitchFamily="50" charset="-128"/>
                <a:ea typeface="メイリオ" panose="020B0604030504040204" pitchFamily="50" charset="-128"/>
              </a:rPr>
            </a:br>
            <a:r>
              <a:rPr lang="ja-JP" altLang="en-US" sz="900" b="1" dirty="0">
                <a:latin typeface="メイリオ" panose="020B0604030504040204" pitchFamily="50" charset="-128"/>
                <a:ea typeface="メイリオ" panose="020B0604030504040204" pitchFamily="50" charset="-128"/>
              </a:rPr>
              <a:t>指でタップ</a:t>
            </a:r>
            <a:r>
              <a:rPr lang="ja-JP" altLang="en-US" sz="900" dirty="0">
                <a:latin typeface="メイリオ" panose="020B0604030504040204" pitchFamily="50" charset="-128"/>
                <a:ea typeface="メイリオ" panose="020B0604030504040204" pitchFamily="50" charset="-128"/>
              </a:rPr>
              <a:t>すると、これまでの記録を確認出来ます。</a:t>
            </a:r>
            <a:endParaRPr lang="en-US" altLang="ja-JP" sz="900" dirty="0">
              <a:latin typeface="メイリオ" panose="020B0604030504040204" pitchFamily="50" charset="-128"/>
              <a:ea typeface="メイリオ" panose="020B0604030504040204" pitchFamily="50" charset="-128"/>
            </a:endParaRPr>
          </a:p>
        </p:txBody>
      </p:sp>
      <p:grpSp>
        <p:nvGrpSpPr>
          <p:cNvPr id="102" name="Group 101">
            <a:extLst>
              <a:ext uri="{FF2B5EF4-FFF2-40B4-BE49-F238E27FC236}">
                <a16:creationId xmlns:a16="http://schemas.microsoft.com/office/drawing/2014/main" id="{8B8971EC-761E-7862-16F0-EC11EE5ED1FD}"/>
              </a:ext>
            </a:extLst>
          </p:cNvPr>
          <p:cNvGrpSpPr/>
          <p:nvPr/>
        </p:nvGrpSpPr>
        <p:grpSpPr>
          <a:xfrm>
            <a:off x="5436046" y="3474971"/>
            <a:ext cx="591960" cy="906392"/>
            <a:chOff x="5000711" y="5293669"/>
            <a:chExt cx="799332" cy="1223912"/>
          </a:xfrm>
        </p:grpSpPr>
        <p:pic>
          <p:nvPicPr>
            <p:cNvPr id="103" name="Picture 102">
              <a:extLst>
                <a:ext uri="{FF2B5EF4-FFF2-40B4-BE49-F238E27FC236}">
                  <a16:creationId xmlns:a16="http://schemas.microsoft.com/office/drawing/2014/main" id="{86022C7A-78C3-47F9-6191-D3CB14D40E6D}"/>
                </a:ext>
              </a:extLst>
            </p:cNvPr>
            <p:cNvPicPr>
              <a:picLocks noChangeAspect="1"/>
            </p:cNvPicPr>
            <p:nvPr/>
          </p:nvPicPr>
          <p:blipFill>
            <a:blip r:embed="rId2"/>
            <a:srcRect l="40487" t="36589" r="40487" b="44787"/>
            <a:stretch>
              <a:fillRect/>
            </a:stretch>
          </p:blipFill>
          <p:spPr>
            <a:xfrm>
              <a:off x="5000711" y="5293669"/>
              <a:ext cx="753569" cy="1098344"/>
            </a:xfrm>
            <a:prstGeom prst="rect">
              <a:avLst/>
            </a:prstGeom>
          </p:spPr>
        </p:pic>
        <p:pic>
          <p:nvPicPr>
            <p:cNvPr id="104" name="Graphic 103" descr="Double Tap Gesture with solid fill">
              <a:extLst>
                <a:ext uri="{FF2B5EF4-FFF2-40B4-BE49-F238E27FC236}">
                  <a16:creationId xmlns:a16="http://schemas.microsoft.com/office/drawing/2014/main" id="{34CCEEFB-1DC5-2340-950D-36335A0CBC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950197"/>
              <a:ext cx="567384" cy="567384"/>
            </a:xfrm>
            <a:prstGeom prst="rect">
              <a:avLst/>
            </a:prstGeom>
            <a:effectLst>
              <a:outerShdw blurRad="50800" dist="38100" dir="2700000" algn="tl" rotWithShape="0">
                <a:prstClr val="black">
                  <a:alpha val="40000"/>
                </a:prstClr>
              </a:outerShdw>
            </a:effectLst>
          </p:spPr>
        </p:pic>
        <p:pic>
          <p:nvPicPr>
            <p:cNvPr id="105" name="Graphic 104" descr="Double Tap Gesture with solid fill">
              <a:extLst>
                <a:ext uri="{FF2B5EF4-FFF2-40B4-BE49-F238E27FC236}">
                  <a16:creationId xmlns:a16="http://schemas.microsoft.com/office/drawing/2014/main" id="{E6A2A235-96C3-7E35-14B1-E70E19914A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rot="18687406">
              <a:off x="5232659" y="5393310"/>
              <a:ext cx="567384" cy="567384"/>
            </a:xfrm>
            <a:prstGeom prst="rect">
              <a:avLst/>
            </a:prstGeom>
            <a:effectLst>
              <a:outerShdw blurRad="50800" dist="38100" dir="2700000" algn="tl" rotWithShape="0">
                <a:prstClr val="black">
                  <a:alpha val="40000"/>
                </a:prstClr>
              </a:outerShdw>
            </a:effectLst>
          </p:spPr>
        </p:pic>
      </p:grpSp>
      <p:graphicFrame>
        <p:nvGraphicFramePr>
          <p:cNvPr id="106" name="Table 105">
            <a:extLst>
              <a:ext uri="{FF2B5EF4-FFF2-40B4-BE49-F238E27FC236}">
                <a16:creationId xmlns:a16="http://schemas.microsoft.com/office/drawing/2014/main" id="{5671EF32-336E-C917-0BF1-3873B9BD46E1}"/>
              </a:ext>
            </a:extLst>
          </p:cNvPr>
          <p:cNvGraphicFramePr>
            <a:graphicFrameLocks noGrp="1"/>
          </p:cNvGraphicFramePr>
          <p:nvPr>
            <p:extLst>
              <p:ext uri="{D42A27DB-BD31-4B8C-83A1-F6EECF244321}">
                <p14:modId xmlns:p14="http://schemas.microsoft.com/office/powerpoint/2010/main" val="559038401"/>
              </p:ext>
            </p:extLst>
          </p:nvPr>
        </p:nvGraphicFramePr>
        <p:xfrm>
          <a:off x="4922944" y="4953226"/>
          <a:ext cx="1618165" cy="590552"/>
        </p:xfrm>
        <a:graphic>
          <a:graphicData uri="http://schemas.openxmlformats.org/drawingml/2006/table">
            <a:tbl>
              <a:tblPr bandRow="1">
                <a:tableStyleId>{5C22544A-7EE6-4342-B048-85BDC9FD1C3A}</a:tableStyleId>
              </a:tblPr>
              <a:tblGrid>
                <a:gridCol w="529927">
                  <a:extLst>
                    <a:ext uri="{9D8B030D-6E8A-4147-A177-3AD203B41FA5}">
                      <a16:colId xmlns:a16="http://schemas.microsoft.com/office/drawing/2014/main" val="2179658956"/>
                    </a:ext>
                  </a:extLst>
                </a:gridCol>
                <a:gridCol w="1088238">
                  <a:extLst>
                    <a:ext uri="{9D8B030D-6E8A-4147-A177-3AD203B41FA5}">
                      <a16:colId xmlns:a16="http://schemas.microsoft.com/office/drawing/2014/main" val="970438828"/>
                    </a:ext>
                  </a:extLst>
                </a:gridCol>
              </a:tblGrid>
              <a:tr h="111443">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スイング回数</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859856299"/>
                  </a:ext>
                </a:extLst>
              </a:tr>
              <a:tr h="231458">
                <a:tc>
                  <a:txBody>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トントン</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rgbClr val="CC0000"/>
                    </a:solidFill>
                  </a:tcPr>
                </a:tc>
                <a:tc>
                  <a:txBody>
                    <a:bodyPr/>
                    <a:lstStyle/>
                    <a:p>
                      <a:pPr algn="ctr"/>
                      <a:r>
                        <a:rPr kumimoji="1" lang="ja-JP" altLang="en-US" sz="800" dirty="0">
                          <a:latin typeface="メイリオ" panose="020B0604030504040204" pitchFamily="50" charset="-128"/>
                          <a:ea typeface="メイリオ" panose="020B0604030504040204" pitchFamily="50" charset="-128"/>
                        </a:rPr>
                        <a:t>平均スコア（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a:t>
                      </a:r>
                      <a:br>
                        <a:rPr kumimoji="1" lang="en-US" altLang="ja-JP" sz="800" dirty="0">
                          <a:latin typeface="メイリオ" panose="020B0604030504040204" pitchFamily="50" charset="-128"/>
                          <a:ea typeface="メイリオ" panose="020B0604030504040204" pitchFamily="50" charset="-128"/>
                        </a:rPr>
                      </a:br>
                      <a:r>
                        <a:rPr kumimoji="1" lang="ja-JP" altLang="en-US" sz="800" dirty="0">
                          <a:latin typeface="メイリオ" panose="020B0604030504040204" pitchFamily="50" charset="-128"/>
                          <a:ea typeface="メイリオ" panose="020B0604030504040204" pitchFamily="50" charset="-128"/>
                        </a:rPr>
                        <a:t>ベストスコア（</a:t>
                      </a:r>
                      <a:r>
                        <a:rPr kumimoji="1" lang="en-US" altLang="ja-JP" sz="800" dirty="0">
                          <a:latin typeface="メイリオ" panose="020B0604030504040204" pitchFamily="50" charset="-128"/>
                          <a:ea typeface="メイリオ" panose="020B0604030504040204" pitchFamily="50" charset="-128"/>
                        </a:rPr>
                        <a:t>1</a:t>
                      </a:r>
                      <a:r>
                        <a:rPr kumimoji="1" lang="ja-JP" altLang="en-US" sz="800" dirty="0">
                          <a:latin typeface="メイリオ" panose="020B0604030504040204" pitchFamily="50" charset="-128"/>
                          <a:ea typeface="メイリオ" panose="020B0604030504040204" pitchFamily="50" charset="-128"/>
                        </a:rPr>
                        <a:t>秒）</a:t>
                      </a:r>
                    </a:p>
                  </a:txBody>
                  <a:tcPr marL="51435" marR="51435" marT="25718" marB="25718">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358015"/>
                  </a:ext>
                </a:extLst>
              </a:tr>
            </a:tbl>
          </a:graphicData>
        </a:graphic>
      </p:graphicFrame>
      <p:sp>
        <p:nvSpPr>
          <p:cNvPr id="107" name="TextBox 106">
            <a:extLst>
              <a:ext uri="{FF2B5EF4-FFF2-40B4-BE49-F238E27FC236}">
                <a16:creationId xmlns:a16="http://schemas.microsoft.com/office/drawing/2014/main" id="{B277708C-B1A8-37AF-F70A-3B76210C2EB9}"/>
              </a:ext>
            </a:extLst>
          </p:cNvPr>
          <p:cNvSpPr txBox="1"/>
          <p:nvPr/>
        </p:nvSpPr>
        <p:spPr>
          <a:xfrm>
            <a:off x="4761175" y="5523403"/>
            <a:ext cx="2054015" cy="384721"/>
          </a:xfrm>
          <a:prstGeom prst="rect">
            <a:avLst/>
          </a:prstGeom>
          <a:noFill/>
        </p:spPr>
        <p:txBody>
          <a:bodyPr wrap="square" rtlCol="0">
            <a:spAutoFit/>
          </a:bodyPr>
          <a:lstStyle/>
          <a:p>
            <a:r>
              <a:rPr lang="ja-JP" altLang="en-US" sz="1000" dirty="0">
                <a:solidFill>
                  <a:srgbClr val="CC0000"/>
                </a:solidFill>
                <a:latin typeface="メイリオ" panose="020B0604030504040204" pitchFamily="50" charset="-128"/>
                <a:ea typeface="メイリオ" panose="020B0604030504040204" pitchFamily="50" charset="-128"/>
              </a:rPr>
              <a:t>⚠️</a:t>
            </a:r>
            <a:r>
              <a:rPr lang="ja-JP" altLang="en-US" sz="900" dirty="0">
                <a:solidFill>
                  <a:srgbClr val="CC0000"/>
                </a:solidFill>
                <a:latin typeface="メイリオ" panose="020B0604030504040204" pitchFamily="50" charset="-128"/>
                <a:ea typeface="メイリオ" panose="020B0604030504040204" pitchFamily="50" charset="-128"/>
              </a:rPr>
              <a:t>電源オフすると記録はリセットされます。</a:t>
            </a:r>
            <a:endParaRPr lang="ja-JP" altLang="en-US" sz="1000" dirty="0">
              <a:solidFill>
                <a:srgbClr val="CC0000"/>
              </a:solidFill>
              <a:latin typeface="メイリオ" panose="020B0604030504040204" pitchFamily="50" charset="-128"/>
              <a:ea typeface="メイリオ" panose="020B0604030504040204" pitchFamily="50" charset="-128"/>
            </a:endParaRPr>
          </a:p>
        </p:txBody>
      </p:sp>
      <p:sp>
        <p:nvSpPr>
          <p:cNvPr id="108" name="TextBox 107">
            <a:extLst>
              <a:ext uri="{FF2B5EF4-FFF2-40B4-BE49-F238E27FC236}">
                <a16:creationId xmlns:a16="http://schemas.microsoft.com/office/drawing/2014/main" id="{B4A6515A-5222-6021-A2CE-69C523C85305}"/>
              </a:ext>
            </a:extLst>
          </p:cNvPr>
          <p:cNvSpPr txBox="1"/>
          <p:nvPr/>
        </p:nvSpPr>
        <p:spPr>
          <a:xfrm>
            <a:off x="339364" y="7551489"/>
            <a:ext cx="1480242"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電池交換</a:t>
            </a:r>
          </a:p>
        </p:txBody>
      </p:sp>
      <p:cxnSp>
        <p:nvCxnSpPr>
          <p:cNvPr id="109" name="Straight Connector 108">
            <a:extLst>
              <a:ext uri="{FF2B5EF4-FFF2-40B4-BE49-F238E27FC236}">
                <a16:creationId xmlns:a16="http://schemas.microsoft.com/office/drawing/2014/main" id="{98D340EF-180E-C357-2282-F49505A888AE}"/>
              </a:ext>
            </a:extLst>
          </p:cNvPr>
          <p:cNvCxnSpPr>
            <a:cxnSpLocks/>
          </p:cNvCxnSpPr>
          <p:nvPr/>
        </p:nvCxnSpPr>
        <p:spPr>
          <a:xfrm>
            <a:off x="404841" y="7865339"/>
            <a:ext cx="6128694" cy="0"/>
          </a:xfrm>
          <a:prstGeom prst="line">
            <a:avLst/>
          </a:prstGeom>
          <a:ln>
            <a:solidFill>
              <a:srgbClr val="CC0000"/>
            </a:solidFill>
          </a:ln>
        </p:spPr>
        <p:style>
          <a:lnRef idx="2">
            <a:schemeClr val="accent1"/>
          </a:lnRef>
          <a:fillRef idx="0">
            <a:schemeClr val="accent1"/>
          </a:fillRef>
          <a:effectRef idx="1">
            <a:schemeClr val="accent1"/>
          </a:effectRef>
          <a:fontRef idx="minor">
            <a:schemeClr val="tx1"/>
          </a:fontRef>
        </p:style>
      </p:cxnSp>
      <p:sp>
        <p:nvSpPr>
          <p:cNvPr id="110" name="Rectangle 109">
            <a:extLst>
              <a:ext uri="{FF2B5EF4-FFF2-40B4-BE49-F238E27FC236}">
                <a16:creationId xmlns:a16="http://schemas.microsoft.com/office/drawing/2014/main" id="{6FF9D4F0-F857-A60A-8C90-CCC965A1104E}"/>
              </a:ext>
            </a:extLst>
          </p:cNvPr>
          <p:cNvSpPr/>
          <p:nvPr/>
        </p:nvSpPr>
        <p:spPr>
          <a:xfrm>
            <a:off x="265622" y="7545081"/>
            <a:ext cx="73742" cy="351370"/>
          </a:xfrm>
          <a:prstGeom prst="rect">
            <a:avLst/>
          </a:prstGeom>
          <a:solidFill>
            <a:srgbClr val="CC0000"/>
          </a:solidFill>
          <a:ln>
            <a:solidFill>
              <a:srgbClr val="CC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1" name="TextBox 110">
            <a:extLst>
              <a:ext uri="{FF2B5EF4-FFF2-40B4-BE49-F238E27FC236}">
                <a16:creationId xmlns:a16="http://schemas.microsoft.com/office/drawing/2014/main" id="{905DA3A5-E98A-E424-8806-10FE3B8D0755}"/>
              </a:ext>
            </a:extLst>
          </p:cNvPr>
          <p:cNvSpPr txBox="1"/>
          <p:nvPr/>
        </p:nvSpPr>
        <p:spPr>
          <a:xfrm>
            <a:off x="357136" y="7948633"/>
            <a:ext cx="6214898"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表示が不安定、音が小さい、</a:t>
            </a:r>
            <a:r>
              <a:rPr lang="ja-JP" altLang="en-US" sz="900" b="1" dirty="0">
                <a:solidFill>
                  <a:srgbClr val="CC0000"/>
                </a:solidFill>
                <a:latin typeface="メイリオ" panose="020B0604030504040204" pitchFamily="50" charset="-128"/>
                <a:ea typeface="メイリオ" panose="020B0604030504040204" pitchFamily="50" charset="-128"/>
              </a:rPr>
              <a:t>使用中にリセットがかかる</a:t>
            </a:r>
            <a:r>
              <a:rPr lang="ja-JP" altLang="en-US" sz="900" dirty="0">
                <a:latin typeface="メイリオ" panose="020B0604030504040204" pitchFamily="50" charset="-128"/>
                <a:ea typeface="メイリオ" panose="020B0604030504040204" pitchFamily="50" charset="-128"/>
              </a:rPr>
              <a:t>、といった場合は電池交換の合図になります。</a:t>
            </a:r>
          </a:p>
          <a:p>
            <a:r>
              <a:rPr lang="en-US" altLang="ja-JP" sz="900" dirty="0">
                <a:latin typeface="メイリオ" panose="020B0604030504040204" pitchFamily="50" charset="-128"/>
                <a:ea typeface="メイリオ" panose="020B0604030504040204" pitchFamily="50" charset="-128"/>
              </a:rPr>
              <a:t>※ </a:t>
            </a:r>
            <a:r>
              <a:rPr lang="ja-JP" altLang="en-US" sz="900" dirty="0">
                <a:latin typeface="メイリオ" panose="020B0604030504040204" pitchFamily="50" charset="-128"/>
                <a:ea typeface="メイリオ" panose="020B0604030504040204" pitchFamily="50" charset="-128"/>
              </a:rPr>
              <a:t>電源オン時に表示される電池残量は目安です。正確な残量計ではありません。</a:t>
            </a:r>
          </a:p>
        </p:txBody>
      </p:sp>
      <p:grpSp>
        <p:nvGrpSpPr>
          <p:cNvPr id="124" name="Group 123">
            <a:extLst>
              <a:ext uri="{FF2B5EF4-FFF2-40B4-BE49-F238E27FC236}">
                <a16:creationId xmlns:a16="http://schemas.microsoft.com/office/drawing/2014/main" id="{7389923B-0009-B2F2-392F-8515966F303A}"/>
              </a:ext>
            </a:extLst>
          </p:cNvPr>
          <p:cNvGrpSpPr/>
          <p:nvPr/>
        </p:nvGrpSpPr>
        <p:grpSpPr>
          <a:xfrm>
            <a:off x="463561" y="8636257"/>
            <a:ext cx="1057498" cy="1057498"/>
            <a:chOff x="-2596239" y="3913305"/>
            <a:chExt cx="668750" cy="668750"/>
          </a:xfrm>
        </p:grpSpPr>
        <p:pic>
          <p:nvPicPr>
            <p:cNvPr id="112" name="Picture 111">
              <a:extLst>
                <a:ext uri="{FF2B5EF4-FFF2-40B4-BE49-F238E27FC236}">
                  <a16:creationId xmlns:a16="http://schemas.microsoft.com/office/drawing/2014/main" id="{FD5D3B6D-9EFF-0BF1-44DE-71ABB9984403}"/>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596239" y="3913305"/>
              <a:ext cx="668750" cy="668750"/>
            </a:xfrm>
            <a:prstGeom prst="rect">
              <a:avLst/>
            </a:prstGeom>
          </p:spPr>
        </p:pic>
        <p:sp>
          <p:nvSpPr>
            <p:cNvPr id="113" name="Oval 112">
              <a:extLst>
                <a:ext uri="{FF2B5EF4-FFF2-40B4-BE49-F238E27FC236}">
                  <a16:creationId xmlns:a16="http://schemas.microsoft.com/office/drawing/2014/main" id="{75B8FDCE-B1E5-E4D4-834F-E23E48DB943E}"/>
                </a:ext>
              </a:extLst>
            </p:cNvPr>
            <p:cNvSpPr/>
            <p:nvPr/>
          </p:nvSpPr>
          <p:spPr>
            <a:xfrm>
              <a:off x="-2479771"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4" name="Oval 113">
              <a:extLst>
                <a:ext uri="{FF2B5EF4-FFF2-40B4-BE49-F238E27FC236}">
                  <a16:creationId xmlns:a16="http://schemas.microsoft.com/office/drawing/2014/main" id="{F0DE23D6-FCE2-59F3-CBB1-60721B61AFF7}"/>
                </a:ext>
              </a:extLst>
            </p:cNvPr>
            <p:cNvSpPr/>
            <p:nvPr/>
          </p:nvSpPr>
          <p:spPr>
            <a:xfrm>
              <a:off x="-2144270" y="3921454"/>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5" name="Oval 114">
              <a:extLst>
                <a:ext uri="{FF2B5EF4-FFF2-40B4-BE49-F238E27FC236}">
                  <a16:creationId xmlns:a16="http://schemas.microsoft.com/office/drawing/2014/main" id="{E2AAD802-1177-DA76-8946-599D01C2B419}"/>
                </a:ext>
              </a:extLst>
            </p:cNvPr>
            <p:cNvSpPr/>
            <p:nvPr/>
          </p:nvSpPr>
          <p:spPr>
            <a:xfrm>
              <a:off x="-2479771"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16" name="Oval 115">
              <a:extLst>
                <a:ext uri="{FF2B5EF4-FFF2-40B4-BE49-F238E27FC236}">
                  <a16:creationId xmlns:a16="http://schemas.microsoft.com/office/drawing/2014/main" id="{51409483-88A1-71A7-331E-459CF34472E4}"/>
                </a:ext>
              </a:extLst>
            </p:cNvPr>
            <p:cNvSpPr/>
            <p:nvPr/>
          </p:nvSpPr>
          <p:spPr>
            <a:xfrm>
              <a:off x="-2144270" y="4413077"/>
              <a:ext cx="100942" cy="100942"/>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grpSp>
      <p:sp>
        <p:nvSpPr>
          <p:cNvPr id="117" name="TextBox 116">
            <a:extLst>
              <a:ext uri="{FF2B5EF4-FFF2-40B4-BE49-F238E27FC236}">
                <a16:creationId xmlns:a16="http://schemas.microsoft.com/office/drawing/2014/main" id="{FCD91FC9-EF20-1A7F-462A-FB49320C1032}"/>
              </a:ext>
            </a:extLst>
          </p:cNvPr>
          <p:cNvSpPr txBox="1"/>
          <p:nvPr/>
        </p:nvSpPr>
        <p:spPr>
          <a:xfrm>
            <a:off x="1502217" y="8934173"/>
            <a:ext cx="100190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裏面の四隅のネジを外して、ケースを開けます。</a:t>
            </a:r>
            <a:endParaRPr lang="en-US" altLang="ja-JP" sz="900" dirty="0">
              <a:latin typeface="メイリオ" panose="020B0604030504040204" pitchFamily="50" charset="-128"/>
              <a:ea typeface="メイリオ" panose="020B0604030504040204" pitchFamily="50" charset="-128"/>
            </a:endParaRPr>
          </a:p>
        </p:txBody>
      </p:sp>
      <p:grpSp>
        <p:nvGrpSpPr>
          <p:cNvPr id="125" name="Group 124">
            <a:extLst>
              <a:ext uri="{FF2B5EF4-FFF2-40B4-BE49-F238E27FC236}">
                <a16:creationId xmlns:a16="http://schemas.microsoft.com/office/drawing/2014/main" id="{3B0F384A-34D1-83CA-562B-AB4F2989DD34}"/>
              </a:ext>
            </a:extLst>
          </p:cNvPr>
          <p:cNvGrpSpPr/>
          <p:nvPr/>
        </p:nvGrpSpPr>
        <p:grpSpPr>
          <a:xfrm>
            <a:off x="2745740" y="8538779"/>
            <a:ext cx="668750" cy="1152790"/>
            <a:chOff x="2844225" y="6333818"/>
            <a:chExt cx="668750" cy="1152790"/>
          </a:xfrm>
        </p:grpSpPr>
        <p:pic>
          <p:nvPicPr>
            <p:cNvPr id="118" name="Picture 117">
              <a:extLst>
                <a:ext uri="{FF2B5EF4-FFF2-40B4-BE49-F238E27FC236}">
                  <a16:creationId xmlns:a16="http://schemas.microsoft.com/office/drawing/2014/main" id="{3E471A46-416F-A53D-2A53-AAAB7A634083}"/>
                </a:ext>
              </a:extLst>
            </p:cNvPr>
            <p:cNvPicPr>
              <a:picLocks noChangeAspect="1"/>
            </p:cNvPicPr>
            <p:nvPr/>
          </p:nvPicPr>
          <p:blipFill>
            <a:blip r:embed="rId11"/>
            <a:srcRect l="15765" r="15766" b="38394"/>
            <a:stretch>
              <a:fillRect/>
            </a:stretch>
          </p:blipFill>
          <p:spPr>
            <a:xfrm>
              <a:off x="2844225" y="6333818"/>
              <a:ext cx="668750" cy="802287"/>
            </a:xfrm>
            <a:prstGeom prst="rect">
              <a:avLst/>
            </a:prstGeom>
          </p:spPr>
        </p:pic>
        <p:pic>
          <p:nvPicPr>
            <p:cNvPr id="119" name="Picture 118">
              <a:extLst>
                <a:ext uri="{FF2B5EF4-FFF2-40B4-BE49-F238E27FC236}">
                  <a16:creationId xmlns:a16="http://schemas.microsoft.com/office/drawing/2014/main" id="{961ABB8F-9987-A8CB-E927-04063584363A}"/>
                </a:ext>
              </a:extLst>
            </p:cNvPr>
            <p:cNvPicPr>
              <a:picLocks noChangeAspect="1"/>
            </p:cNvPicPr>
            <p:nvPr/>
          </p:nvPicPr>
          <p:blipFill>
            <a:blip r:embed="rId12"/>
            <a:srcRect l="34773" t="62508" r="34520" b="11279"/>
            <a:stretch>
              <a:fillRect/>
            </a:stretch>
          </p:blipFill>
          <p:spPr>
            <a:xfrm>
              <a:off x="2979771" y="7068219"/>
              <a:ext cx="416540" cy="418389"/>
            </a:xfrm>
            <a:prstGeom prst="rect">
              <a:avLst/>
            </a:prstGeom>
            <a:effectLst>
              <a:outerShdw blurRad="50800" dist="38100" dir="2700000" algn="tl" rotWithShape="0">
                <a:prstClr val="black">
                  <a:alpha val="40000"/>
                </a:prstClr>
              </a:outerShdw>
            </a:effectLst>
          </p:spPr>
        </p:pic>
        <p:sp>
          <p:nvSpPr>
            <p:cNvPr id="120" name="Arrow: Left 119">
              <a:extLst>
                <a:ext uri="{FF2B5EF4-FFF2-40B4-BE49-F238E27FC236}">
                  <a16:creationId xmlns:a16="http://schemas.microsoft.com/office/drawing/2014/main" id="{DB9FA5B5-A782-AA3F-04D2-3EB4F8CBF3E2}"/>
                </a:ext>
              </a:extLst>
            </p:cNvPr>
            <p:cNvSpPr/>
            <p:nvPr/>
          </p:nvSpPr>
          <p:spPr>
            <a:xfrm rot="5400000">
              <a:off x="3110290" y="7055292"/>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sp>
          <p:nvSpPr>
            <p:cNvPr id="121" name="Arrow: Left 120">
              <a:extLst>
                <a:ext uri="{FF2B5EF4-FFF2-40B4-BE49-F238E27FC236}">
                  <a16:creationId xmlns:a16="http://schemas.microsoft.com/office/drawing/2014/main" id="{4032FE5B-76FA-F264-9346-BBB176E616A6}"/>
                </a:ext>
              </a:extLst>
            </p:cNvPr>
            <p:cNvSpPr/>
            <p:nvPr/>
          </p:nvSpPr>
          <p:spPr>
            <a:xfrm rot="16200000">
              <a:off x="3002896" y="7061961"/>
              <a:ext cx="242184" cy="105825"/>
            </a:xfrm>
            <a:prstGeom prst="leftArrow">
              <a:avLst>
                <a:gd name="adj1" fmla="val 50400"/>
                <a:gd name="adj2" fmla="val 81930"/>
              </a:avLst>
            </a:prstGeom>
            <a:solidFill>
              <a:schemeClr val="bg1"/>
            </a:solidFill>
            <a:ln>
              <a:solidFill>
                <a:schemeClr val="bg1"/>
              </a:solidFill>
            </a:ln>
            <a:effectLst>
              <a:outerShdw blurRad="50800" dist="38100" dir="2700000" algn="tl" rotWithShape="0">
                <a:prstClr val="black">
                  <a:alpha val="40000"/>
                </a:prstClr>
              </a:outerShdw>
            </a:effectLst>
          </p:spPr>
          <p:style>
            <a:lnRef idx="2">
              <a:schemeClr val="accent4">
                <a:shade val="15000"/>
              </a:schemeClr>
            </a:lnRef>
            <a:fillRef idx="1">
              <a:schemeClr val="accent4"/>
            </a:fillRef>
            <a:effectRef idx="0">
              <a:schemeClr val="accent4"/>
            </a:effectRef>
            <a:fontRef idx="minor">
              <a:schemeClr val="lt1"/>
            </a:fontRef>
          </p:style>
          <p:txBody>
            <a:bodyPr wrap="none" rtlCol="0" anchor="ctr"/>
            <a:lstStyle/>
            <a:p>
              <a:pPr algn="ctr"/>
              <a:endParaRPr lang="en-US" altLang="ja-JP" sz="800" b="1" dirty="0">
                <a:latin typeface="メイリオ" panose="020B0604030504040204" pitchFamily="50" charset="-128"/>
                <a:ea typeface="メイリオ" panose="020B0604030504040204" pitchFamily="50" charset="-128"/>
              </a:endParaRPr>
            </a:p>
          </p:txBody>
        </p:sp>
      </p:grpSp>
      <p:sp>
        <p:nvSpPr>
          <p:cNvPr id="122" name="TextBox 121">
            <a:extLst>
              <a:ext uri="{FF2B5EF4-FFF2-40B4-BE49-F238E27FC236}">
                <a16:creationId xmlns:a16="http://schemas.microsoft.com/office/drawing/2014/main" id="{C0332A5E-3C3A-7956-056E-9A35125A775F}"/>
              </a:ext>
            </a:extLst>
          </p:cNvPr>
          <p:cNvSpPr txBox="1"/>
          <p:nvPr/>
        </p:nvSpPr>
        <p:spPr>
          <a:xfrm>
            <a:off x="3468523" y="8636639"/>
            <a:ext cx="3166669"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電池ホルダーがあるので電池を抜いて交換してください。</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（後ろから押すと出てきます）</a:t>
            </a:r>
            <a:endParaRPr lang="en-US" altLang="ja-JP" sz="900" dirty="0">
              <a:latin typeface="メイリオ" panose="020B0604030504040204" pitchFamily="50" charset="-128"/>
              <a:ea typeface="メイリオ" panose="020B0604030504040204" pitchFamily="50" charset="-128"/>
            </a:endParaRPr>
          </a:p>
        </p:txBody>
      </p:sp>
      <p:sp>
        <p:nvSpPr>
          <p:cNvPr id="123" name="TextBox 122">
            <a:extLst>
              <a:ext uri="{FF2B5EF4-FFF2-40B4-BE49-F238E27FC236}">
                <a16:creationId xmlns:a16="http://schemas.microsoft.com/office/drawing/2014/main" id="{9CB9685A-048F-681B-87CB-BADA50440C56}"/>
              </a:ext>
            </a:extLst>
          </p:cNvPr>
          <p:cNvSpPr txBox="1"/>
          <p:nvPr/>
        </p:nvSpPr>
        <p:spPr>
          <a:xfrm>
            <a:off x="3468524" y="9192073"/>
            <a:ext cx="2885014" cy="3693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対応している電池は「</a:t>
            </a:r>
            <a:r>
              <a:rPr lang="en-US" altLang="ja-JP" sz="900" b="1" dirty="0">
                <a:solidFill>
                  <a:srgbClr val="C00000"/>
                </a:solidFill>
                <a:latin typeface="メイリオ" panose="020B0604030504040204" pitchFamily="50" charset="-128"/>
                <a:ea typeface="メイリオ" panose="020B0604030504040204" pitchFamily="50" charset="-128"/>
              </a:rPr>
              <a:t>CR2450</a:t>
            </a:r>
            <a:r>
              <a:rPr lang="ja-JP" altLang="en-US" sz="900" dirty="0">
                <a:latin typeface="メイリオ" panose="020B0604030504040204" pitchFamily="50" charset="-128"/>
                <a:ea typeface="メイリオ" panose="020B0604030504040204" pitchFamily="50" charset="-128"/>
              </a:rPr>
              <a:t>」です。</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（ダイソーで</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円で売ってます）</a:t>
            </a:r>
            <a:endParaRPr lang="en-US" altLang="ja-JP" sz="900" dirty="0">
              <a:latin typeface="メイリオ" panose="020B0604030504040204" pitchFamily="50" charset="-128"/>
              <a:ea typeface="メイリオ" panose="020B0604030504040204" pitchFamily="50" charset="-128"/>
            </a:endParaRPr>
          </a:p>
        </p:txBody>
      </p:sp>
      <p:sp>
        <p:nvSpPr>
          <p:cNvPr id="132" name="TextBox 131">
            <a:extLst>
              <a:ext uri="{FF2B5EF4-FFF2-40B4-BE49-F238E27FC236}">
                <a16:creationId xmlns:a16="http://schemas.microsoft.com/office/drawing/2014/main" id="{36C97EBC-6D5D-E953-1F6D-0BF2BBFC9D29}"/>
              </a:ext>
            </a:extLst>
          </p:cNvPr>
          <p:cNvSpPr txBox="1"/>
          <p:nvPr/>
        </p:nvSpPr>
        <p:spPr>
          <a:xfrm>
            <a:off x="267268" y="5798727"/>
            <a:ext cx="4493538" cy="369332"/>
          </a:xfrm>
          <a:prstGeom prst="rect">
            <a:avLst/>
          </a:prstGeom>
          <a:noFill/>
        </p:spPr>
        <p:txBody>
          <a:bodyPr wrap="none" rtlCol="0">
            <a:spAutoFit/>
          </a:bodyPr>
          <a:lstStyle/>
          <a:p>
            <a:r>
              <a:rPr kumimoji="1" lang="en-US" altLang="ja-JP" sz="900" dirty="0">
                <a:latin typeface="メイリオ" panose="020B0604030504040204" pitchFamily="50" charset="-128"/>
                <a:ea typeface="メイリオ" panose="020B0604030504040204" pitchFamily="50" charset="-128"/>
              </a:rPr>
              <a:t>※</a:t>
            </a:r>
            <a:r>
              <a:rPr kumimoji="1" lang="ja-JP" altLang="en-US" sz="900" dirty="0">
                <a:latin typeface="メイリオ" panose="020B0604030504040204" pitchFamily="50" charset="-128"/>
                <a:ea typeface="メイリオ" panose="020B0604030504040204" pitchFamily="50" charset="-128"/>
              </a:rPr>
              <a:t> しばらく動きがない状態が続くと、本体は省電力状態になります。</a:t>
            </a:r>
            <a:endParaRPr kumimoji="1" lang="en-US" altLang="ja-JP" sz="900" dirty="0">
              <a:latin typeface="メイリオ" panose="020B0604030504040204" pitchFamily="50" charset="-128"/>
              <a:ea typeface="メイリオ" panose="020B0604030504040204" pitchFamily="50" charset="-128"/>
            </a:endParaRPr>
          </a:p>
          <a:p>
            <a:r>
              <a:rPr kumimoji="1" lang="ja-JP" altLang="en-US" sz="900" dirty="0">
                <a:latin typeface="メイリオ" panose="020B0604030504040204" pitchFamily="50" charset="-128"/>
                <a:ea typeface="メイリオ" panose="020B0604030504040204" pitchFamily="50" charset="-128"/>
              </a:rPr>
              <a:t> 　再開する場合は、電源スイッチを一度オフにしてから、もう一度オンにします。</a:t>
            </a:r>
          </a:p>
        </p:txBody>
      </p:sp>
      <p:grpSp>
        <p:nvGrpSpPr>
          <p:cNvPr id="150" name="Group 149">
            <a:extLst>
              <a:ext uri="{FF2B5EF4-FFF2-40B4-BE49-F238E27FC236}">
                <a16:creationId xmlns:a16="http://schemas.microsoft.com/office/drawing/2014/main" id="{A6264C2A-78FF-6DF9-A282-C3FEB0891A84}"/>
              </a:ext>
            </a:extLst>
          </p:cNvPr>
          <p:cNvGrpSpPr/>
          <p:nvPr/>
        </p:nvGrpSpPr>
        <p:grpSpPr>
          <a:xfrm>
            <a:off x="256286" y="3267355"/>
            <a:ext cx="323791" cy="247881"/>
            <a:chOff x="339364" y="3260490"/>
            <a:chExt cx="323791" cy="247881"/>
          </a:xfrm>
        </p:grpSpPr>
        <p:sp>
          <p:nvSpPr>
            <p:cNvPr id="142" name="Oval 141">
              <a:extLst>
                <a:ext uri="{FF2B5EF4-FFF2-40B4-BE49-F238E27FC236}">
                  <a16:creationId xmlns:a16="http://schemas.microsoft.com/office/drawing/2014/main" id="{51BBB7E3-1B8F-1AE4-5F75-3E1BCAE1461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47" name="TextBox 146">
              <a:extLst>
                <a:ext uri="{FF2B5EF4-FFF2-40B4-BE49-F238E27FC236}">
                  <a16:creationId xmlns:a16="http://schemas.microsoft.com/office/drawing/2014/main" id="{EAA87D32-CF59-C8B2-8155-7D4D39DC49C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1" name="Group 150">
            <a:extLst>
              <a:ext uri="{FF2B5EF4-FFF2-40B4-BE49-F238E27FC236}">
                <a16:creationId xmlns:a16="http://schemas.microsoft.com/office/drawing/2014/main" id="{3F352909-8428-295B-01F2-97EC2BF72C4D}"/>
              </a:ext>
            </a:extLst>
          </p:cNvPr>
          <p:cNvGrpSpPr/>
          <p:nvPr/>
        </p:nvGrpSpPr>
        <p:grpSpPr>
          <a:xfrm>
            <a:off x="1499114" y="3260490"/>
            <a:ext cx="323791" cy="261610"/>
            <a:chOff x="339364" y="3260490"/>
            <a:chExt cx="323791" cy="261610"/>
          </a:xfrm>
        </p:grpSpPr>
        <p:sp>
          <p:nvSpPr>
            <p:cNvPr id="152" name="Oval 151">
              <a:extLst>
                <a:ext uri="{FF2B5EF4-FFF2-40B4-BE49-F238E27FC236}">
                  <a16:creationId xmlns:a16="http://schemas.microsoft.com/office/drawing/2014/main" id="{66862BDF-42AA-20D7-D50D-0C2AB98A9C68}"/>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3" name="TextBox 152">
              <a:extLst>
                <a:ext uri="{FF2B5EF4-FFF2-40B4-BE49-F238E27FC236}">
                  <a16:creationId xmlns:a16="http://schemas.microsoft.com/office/drawing/2014/main" id="{76649F3E-8E88-3D5E-AA64-B354BD66D27F}"/>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4" name="Group 153">
            <a:extLst>
              <a:ext uri="{FF2B5EF4-FFF2-40B4-BE49-F238E27FC236}">
                <a16:creationId xmlns:a16="http://schemas.microsoft.com/office/drawing/2014/main" id="{F945E91F-9A0F-8947-99E3-8F06B6EF8CB7}"/>
              </a:ext>
            </a:extLst>
          </p:cNvPr>
          <p:cNvGrpSpPr/>
          <p:nvPr/>
        </p:nvGrpSpPr>
        <p:grpSpPr>
          <a:xfrm>
            <a:off x="2669614" y="3260490"/>
            <a:ext cx="323791" cy="261610"/>
            <a:chOff x="339364" y="3260490"/>
            <a:chExt cx="323791" cy="261610"/>
          </a:xfrm>
        </p:grpSpPr>
        <p:sp>
          <p:nvSpPr>
            <p:cNvPr id="155" name="Oval 154">
              <a:extLst>
                <a:ext uri="{FF2B5EF4-FFF2-40B4-BE49-F238E27FC236}">
                  <a16:creationId xmlns:a16="http://schemas.microsoft.com/office/drawing/2014/main" id="{F25AA3A4-5452-FFF0-1ABC-C42E41C65792}"/>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6" name="TextBox 155">
              <a:extLst>
                <a:ext uri="{FF2B5EF4-FFF2-40B4-BE49-F238E27FC236}">
                  <a16:creationId xmlns:a16="http://schemas.microsoft.com/office/drawing/2014/main" id="{D7105150-2C66-22FF-0654-AC80F67E7CCE}"/>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57" name="Group 156">
            <a:extLst>
              <a:ext uri="{FF2B5EF4-FFF2-40B4-BE49-F238E27FC236}">
                <a16:creationId xmlns:a16="http://schemas.microsoft.com/office/drawing/2014/main" id="{BFB4A257-D31E-456C-C431-E584D3A86476}"/>
              </a:ext>
            </a:extLst>
          </p:cNvPr>
          <p:cNvGrpSpPr/>
          <p:nvPr/>
        </p:nvGrpSpPr>
        <p:grpSpPr>
          <a:xfrm>
            <a:off x="4571888" y="3260490"/>
            <a:ext cx="323791" cy="261610"/>
            <a:chOff x="331413" y="3260490"/>
            <a:chExt cx="323791" cy="261610"/>
          </a:xfrm>
        </p:grpSpPr>
        <p:sp>
          <p:nvSpPr>
            <p:cNvPr id="158" name="Oval 157">
              <a:extLst>
                <a:ext uri="{FF2B5EF4-FFF2-40B4-BE49-F238E27FC236}">
                  <a16:creationId xmlns:a16="http://schemas.microsoft.com/office/drawing/2014/main" id="{6A367F19-C4F1-3ABB-2F60-574AA83E518E}"/>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59" name="TextBox 158">
              <a:extLst>
                <a:ext uri="{FF2B5EF4-FFF2-40B4-BE49-F238E27FC236}">
                  <a16:creationId xmlns:a16="http://schemas.microsoft.com/office/drawing/2014/main" id="{AEDCB3CD-0B39-B6D2-E1E0-4CB2178FAE00}"/>
                </a:ext>
              </a:extLst>
            </p:cNvPr>
            <p:cNvSpPr txBox="1"/>
            <p:nvPr/>
          </p:nvSpPr>
          <p:spPr>
            <a:xfrm>
              <a:off x="331413"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4</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69" name="Group 168">
            <a:extLst>
              <a:ext uri="{FF2B5EF4-FFF2-40B4-BE49-F238E27FC236}">
                <a16:creationId xmlns:a16="http://schemas.microsoft.com/office/drawing/2014/main" id="{0CAE88B8-C1E8-8978-BA78-66B8350A9C73}"/>
              </a:ext>
            </a:extLst>
          </p:cNvPr>
          <p:cNvGrpSpPr/>
          <p:nvPr/>
        </p:nvGrpSpPr>
        <p:grpSpPr>
          <a:xfrm>
            <a:off x="342084" y="8311674"/>
            <a:ext cx="323791" cy="247881"/>
            <a:chOff x="339364" y="3260490"/>
            <a:chExt cx="323791" cy="247881"/>
          </a:xfrm>
        </p:grpSpPr>
        <p:sp>
          <p:nvSpPr>
            <p:cNvPr id="170" name="Oval 169">
              <a:extLst>
                <a:ext uri="{FF2B5EF4-FFF2-40B4-BE49-F238E27FC236}">
                  <a16:creationId xmlns:a16="http://schemas.microsoft.com/office/drawing/2014/main" id="{62F4E5E8-D143-CAF3-9744-AB313DCC9F79}"/>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1" name="TextBox 170">
              <a:extLst>
                <a:ext uri="{FF2B5EF4-FFF2-40B4-BE49-F238E27FC236}">
                  <a16:creationId xmlns:a16="http://schemas.microsoft.com/office/drawing/2014/main" id="{F13A4E37-844C-2889-8DEF-E246DAD2FC00}"/>
                </a:ext>
              </a:extLst>
            </p:cNvPr>
            <p:cNvSpPr txBox="1"/>
            <p:nvPr/>
          </p:nvSpPr>
          <p:spPr>
            <a:xfrm>
              <a:off x="339364" y="32604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72" name="Group 171">
            <a:extLst>
              <a:ext uri="{FF2B5EF4-FFF2-40B4-BE49-F238E27FC236}">
                <a16:creationId xmlns:a16="http://schemas.microsoft.com/office/drawing/2014/main" id="{94CE90CE-AFA5-803D-5E1A-5B4596B937DB}"/>
              </a:ext>
            </a:extLst>
          </p:cNvPr>
          <p:cNvGrpSpPr/>
          <p:nvPr/>
        </p:nvGrpSpPr>
        <p:grpSpPr>
          <a:xfrm>
            <a:off x="2421304" y="8304809"/>
            <a:ext cx="323791" cy="261610"/>
            <a:chOff x="339364" y="3260490"/>
            <a:chExt cx="323791" cy="261610"/>
          </a:xfrm>
        </p:grpSpPr>
        <p:sp>
          <p:nvSpPr>
            <p:cNvPr id="173" name="Oval 172">
              <a:extLst>
                <a:ext uri="{FF2B5EF4-FFF2-40B4-BE49-F238E27FC236}">
                  <a16:creationId xmlns:a16="http://schemas.microsoft.com/office/drawing/2014/main" id="{85BD3A31-C8B0-FF90-310C-C46D212885E4}"/>
                </a:ext>
              </a:extLst>
            </p:cNvPr>
            <p:cNvSpPr/>
            <p:nvPr/>
          </p:nvSpPr>
          <p:spPr>
            <a:xfrm>
              <a:off x="397725" y="3278445"/>
              <a:ext cx="207070" cy="207070"/>
            </a:xfrm>
            <a:prstGeom prst="ellipse">
              <a:avLst/>
            </a:prstGeom>
            <a:solidFill>
              <a:srgbClr val="CC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174" name="TextBox 173">
              <a:extLst>
                <a:ext uri="{FF2B5EF4-FFF2-40B4-BE49-F238E27FC236}">
                  <a16:creationId xmlns:a16="http://schemas.microsoft.com/office/drawing/2014/main" id="{FB94DE87-664E-2FF8-3D34-CCBEE3C1F703}"/>
                </a:ext>
              </a:extLst>
            </p:cNvPr>
            <p:cNvSpPr txBox="1"/>
            <p:nvPr/>
          </p:nvSpPr>
          <p:spPr>
            <a:xfrm>
              <a:off x="339364" y="3260490"/>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188" name="Group 187">
            <a:extLst>
              <a:ext uri="{FF2B5EF4-FFF2-40B4-BE49-F238E27FC236}">
                <a16:creationId xmlns:a16="http://schemas.microsoft.com/office/drawing/2014/main" id="{917BD09C-ABC8-3E84-5767-6C7349EFDFB6}"/>
              </a:ext>
            </a:extLst>
          </p:cNvPr>
          <p:cNvGrpSpPr/>
          <p:nvPr/>
        </p:nvGrpSpPr>
        <p:grpSpPr>
          <a:xfrm>
            <a:off x="397410" y="6168058"/>
            <a:ext cx="6063180" cy="1232648"/>
            <a:chOff x="262525" y="8356171"/>
            <a:chExt cx="6390100" cy="1432385"/>
          </a:xfrm>
        </p:grpSpPr>
        <p:grpSp>
          <p:nvGrpSpPr>
            <p:cNvPr id="189" name="Group 188">
              <a:extLst>
                <a:ext uri="{FF2B5EF4-FFF2-40B4-BE49-F238E27FC236}">
                  <a16:creationId xmlns:a16="http://schemas.microsoft.com/office/drawing/2014/main" id="{D6D92262-AF9D-6B78-E2E5-F28283DEB571}"/>
                </a:ext>
              </a:extLst>
            </p:cNvPr>
            <p:cNvGrpSpPr/>
            <p:nvPr/>
          </p:nvGrpSpPr>
          <p:grpSpPr>
            <a:xfrm>
              <a:off x="262525" y="8356171"/>
              <a:ext cx="6390100" cy="1427835"/>
              <a:chOff x="262525" y="4932106"/>
              <a:chExt cx="6390100" cy="1875847"/>
            </a:xfrm>
          </p:grpSpPr>
          <p:sp>
            <p:nvSpPr>
              <p:cNvPr id="191" name="Rectangle: Rounded Corners 190">
                <a:extLst>
                  <a:ext uri="{FF2B5EF4-FFF2-40B4-BE49-F238E27FC236}">
                    <a16:creationId xmlns:a16="http://schemas.microsoft.com/office/drawing/2014/main" id="{F36E5BD1-DE48-6671-1742-195D7F77943D}"/>
                  </a:ext>
                </a:extLst>
              </p:cNvPr>
              <p:cNvSpPr/>
              <p:nvPr/>
            </p:nvSpPr>
            <p:spPr>
              <a:xfrm>
                <a:off x="262525" y="4932107"/>
                <a:ext cx="6390100" cy="1875846"/>
              </a:xfrm>
              <a:prstGeom prst="roundRect">
                <a:avLst>
                  <a:gd name="adj" fmla="val 12125"/>
                </a:avLst>
              </a:prstGeom>
              <a:noFill/>
              <a:ln w="127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171450" indent="-171450">
                  <a:lnSpc>
                    <a:spcPct val="107000"/>
                  </a:lnSpc>
                  <a:spcAft>
                    <a:spcPts val="800"/>
                  </a:spcAft>
                  <a:buFont typeface="Arial" panose="020B0604020202020204" pitchFamily="34" charset="0"/>
                  <a:buChar char="•"/>
                </a:pPr>
                <a:endParaRPr lang="ja-JP" altLang="ja-JP" sz="900" kern="100" dirty="0">
                  <a:solidFill>
                    <a:schemeClr val="tx1"/>
                  </a:solidFill>
                  <a:latin typeface="游明朝" panose="02020400000000000000" pitchFamily="18" charset="-128"/>
                  <a:ea typeface="游明朝" panose="02020400000000000000" pitchFamily="18" charset="-128"/>
                  <a:cs typeface="Times New Roman" panose="02020603050405020304" pitchFamily="18" charset="0"/>
                </a:endParaRPr>
              </a:p>
            </p:txBody>
          </p:sp>
          <p:sp>
            <p:nvSpPr>
              <p:cNvPr id="192" name="Rectangle: Top Corners Rounded 191">
                <a:extLst>
                  <a:ext uri="{FF2B5EF4-FFF2-40B4-BE49-F238E27FC236}">
                    <a16:creationId xmlns:a16="http://schemas.microsoft.com/office/drawing/2014/main" id="{CF5E92AC-A092-861F-8E29-F922ABCCFF99}"/>
                  </a:ext>
                </a:extLst>
              </p:cNvPr>
              <p:cNvSpPr/>
              <p:nvPr/>
            </p:nvSpPr>
            <p:spPr>
              <a:xfrm>
                <a:off x="262525" y="4932106"/>
                <a:ext cx="6390100" cy="413384"/>
              </a:xfrm>
              <a:prstGeom prst="round2SameRect">
                <a:avLst>
                  <a:gd name="adj1" fmla="val 50000"/>
                  <a:gd name="adj2" fmla="val 0"/>
                </a:avLst>
              </a:prstGeom>
              <a:solidFill>
                <a:srgbClr val="CC0000"/>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nSpc>
                    <a:spcPct val="107000"/>
                  </a:lnSpc>
                  <a:spcAft>
                    <a:spcPts val="800"/>
                  </a:spcAft>
                </a:pPr>
                <a:r>
                  <a:rPr lang="ja-JP" altLang="en-US"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rPr>
                  <a:t>⚠️ 使用上の注意</a:t>
                </a:r>
                <a:endParaRPr lang="ja-JP" altLang="ja-JP" sz="1050" b="1" kern="100" dirty="0">
                  <a:solidFill>
                    <a:schemeClr val="bg1"/>
                  </a:solidFill>
                  <a:latin typeface="メイリオ" panose="020B0604030504040204" pitchFamily="50" charset="-128"/>
                  <a:ea typeface="メイリオ" panose="020B0604030504040204" pitchFamily="50" charset="-128"/>
                  <a:cs typeface="Times New Roman" panose="02020603050405020304" pitchFamily="18" charset="0"/>
                </a:endParaRPr>
              </a:p>
            </p:txBody>
          </p:sp>
        </p:grpSp>
        <p:sp>
          <p:nvSpPr>
            <p:cNvPr id="190" name="TextBox 189">
              <a:extLst>
                <a:ext uri="{FF2B5EF4-FFF2-40B4-BE49-F238E27FC236}">
                  <a16:creationId xmlns:a16="http://schemas.microsoft.com/office/drawing/2014/main" id="{F44BACB0-73FD-7BA0-0619-92C69D46EB5A}"/>
                </a:ext>
              </a:extLst>
            </p:cNvPr>
            <p:cNvSpPr txBox="1"/>
            <p:nvPr/>
          </p:nvSpPr>
          <p:spPr>
            <a:xfrm>
              <a:off x="262525" y="8715606"/>
              <a:ext cx="6390100" cy="1072950"/>
            </a:xfrm>
            <a:prstGeom prst="rect">
              <a:avLst/>
            </a:prstGeom>
            <a:noFill/>
          </p:spPr>
          <p:txBody>
            <a:bodyPr wrap="square">
              <a:spAutoFit/>
            </a:bodyPr>
            <a:lstStyle/>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取り付け</a:t>
              </a:r>
              <a:r>
                <a:rPr lang="ja-JP" altLang="ja-JP" sz="900" dirty="0">
                  <a:latin typeface="メイリオ" panose="020B0604030504040204" pitchFamily="50" charset="-128"/>
                  <a:ea typeface="メイリオ" panose="020B0604030504040204" pitchFamily="50" charset="-128"/>
                </a:rPr>
                <a:t>がゆるい状態で使うと、スイング中に外れて飛ぶ可能性があります。</a:t>
              </a:r>
              <a:br>
                <a:rPr lang="en-US" altLang="ja-JP" sz="900" dirty="0">
                  <a:latin typeface="メイリオ" panose="020B0604030504040204" pitchFamily="50" charset="-128"/>
                  <a:ea typeface="メイリオ" panose="020B0604030504040204" pitchFamily="50" charset="-128"/>
                </a:rPr>
              </a:br>
              <a:r>
                <a:rPr lang="ja-JP" altLang="ja-JP" sz="900" dirty="0">
                  <a:latin typeface="メイリオ" panose="020B0604030504040204" pitchFamily="50" charset="-128"/>
                  <a:ea typeface="メイリオ" panose="020B0604030504040204" pitchFamily="50" charset="-128"/>
                </a:rPr>
                <a:t>使用前に、本体がバットにしっかり固定されているか確認してから使</a:t>
              </a:r>
              <a:r>
                <a:rPr lang="ja-JP" altLang="en-US" sz="900" dirty="0">
                  <a:latin typeface="メイリオ" panose="020B0604030504040204" pitchFamily="50" charset="-128"/>
                  <a:ea typeface="メイリオ" panose="020B0604030504040204" pitchFamily="50" charset="-128"/>
                </a:rPr>
                <a:t>ってください。</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en-US" sz="900" dirty="0">
                  <a:latin typeface="メイリオ" panose="020B0604030504040204" pitchFamily="50" charset="-128"/>
                  <a:ea typeface="メイリオ" panose="020B0604030504040204" pitchFamily="50" charset="-128"/>
                </a:rPr>
                <a:t>装着した状態でボールやその他のものを打たないでください。衝撃に耐えられずすぐに壊れます。</a:t>
              </a:r>
              <a:br>
                <a:rPr lang="en-US" altLang="ja-JP" sz="900" dirty="0">
                  <a:latin typeface="メイリオ" panose="020B0604030504040204" pitchFamily="50" charset="-128"/>
                  <a:ea typeface="メイリオ" panose="020B0604030504040204" pitchFamily="50" charset="-128"/>
                </a:rPr>
              </a:br>
              <a:endParaRPr lang="en-US" altLang="ja-JP" sz="900" dirty="0">
                <a:latin typeface="メイリオ" panose="020B0604030504040204" pitchFamily="50" charset="-128"/>
                <a:ea typeface="メイリオ" panose="020B0604030504040204" pitchFamily="50" charset="-128"/>
              </a:endParaRPr>
            </a:p>
            <a:p>
              <a:pPr marL="96437" indent="-96437">
                <a:buFont typeface="Arial" panose="020B0604020202020204" pitchFamily="34" charset="0"/>
                <a:buChar char="•"/>
              </a:pPr>
              <a:r>
                <a:rPr lang="ja-JP" altLang="ja-JP" sz="900" dirty="0">
                  <a:latin typeface="メイリオ" panose="020B0604030504040204" pitchFamily="50" charset="-128"/>
                  <a:ea typeface="メイリオ" panose="020B0604030504040204" pitchFamily="50" charset="-128"/>
                </a:rPr>
                <a:t>本体は防水仕様ではありません。雨、水、汗で濡れた状態、砂や泥が多い場所での使用は避けた方が安全です。</a:t>
              </a:r>
              <a:endParaRPr lang="en-US" altLang="ja-JP" sz="900" dirty="0">
                <a:latin typeface="メイリオ" panose="020B0604030504040204" pitchFamily="50" charset="-128"/>
                <a:ea typeface="メイリオ" panose="020B0604030504040204" pitchFamily="50" charset="-128"/>
              </a:endParaRPr>
            </a:p>
          </p:txBody>
        </p:sp>
      </p:grpSp>
      <p:cxnSp>
        <p:nvCxnSpPr>
          <p:cNvPr id="193" name="Straight Connector 192">
            <a:extLst>
              <a:ext uri="{FF2B5EF4-FFF2-40B4-BE49-F238E27FC236}">
                <a16:creationId xmlns:a16="http://schemas.microsoft.com/office/drawing/2014/main" id="{E4B8A174-0AC9-DE50-89BD-271EE0864CA1}"/>
              </a:ext>
            </a:extLst>
          </p:cNvPr>
          <p:cNvCxnSpPr>
            <a:cxnSpLocks/>
          </p:cNvCxnSpPr>
          <p:nvPr/>
        </p:nvCxnSpPr>
        <p:spPr>
          <a:xfrm>
            <a:off x="1651702" y="3522100"/>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AE660BDA-CD47-E7BD-89A6-ABF81F235117}"/>
              </a:ext>
            </a:extLst>
          </p:cNvPr>
          <p:cNvCxnSpPr>
            <a:cxnSpLocks/>
          </p:cNvCxnSpPr>
          <p:nvPr/>
        </p:nvCxnSpPr>
        <p:spPr>
          <a:xfrm>
            <a:off x="2823323"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C9A3164-F095-E3C0-20AF-1F461C9C568C}"/>
              </a:ext>
            </a:extLst>
          </p:cNvPr>
          <p:cNvCxnSpPr>
            <a:cxnSpLocks/>
          </p:cNvCxnSpPr>
          <p:nvPr/>
        </p:nvCxnSpPr>
        <p:spPr>
          <a:xfrm>
            <a:off x="4719511" y="3515236"/>
            <a:ext cx="0" cy="2115375"/>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016EF3B1-B343-FB22-9977-31AA71430BD8}"/>
              </a:ext>
            </a:extLst>
          </p:cNvPr>
          <p:cNvCxnSpPr>
            <a:cxnSpLocks/>
          </p:cNvCxnSpPr>
          <p:nvPr/>
        </p:nvCxnSpPr>
        <p:spPr>
          <a:xfrm>
            <a:off x="2573892" y="8566419"/>
            <a:ext cx="1788" cy="1125150"/>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58733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4A70155-A5AA-F24D-CD07-6F12121F5E5A}"/>
              </a:ext>
            </a:extLst>
          </p:cNvPr>
          <p:cNvSpPr txBox="1"/>
          <p:nvPr/>
        </p:nvSpPr>
        <p:spPr>
          <a:xfrm>
            <a:off x="315260" y="343541"/>
            <a:ext cx="4087475"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専用記録アプリ：インストール方法</a:t>
            </a:r>
          </a:p>
        </p:txBody>
      </p:sp>
      <p:cxnSp>
        <p:nvCxnSpPr>
          <p:cNvPr id="3" name="Straight Connector 2">
            <a:extLst>
              <a:ext uri="{FF2B5EF4-FFF2-40B4-BE49-F238E27FC236}">
                <a16:creationId xmlns:a16="http://schemas.microsoft.com/office/drawing/2014/main" id="{DAD11C17-48D4-F720-CEC5-B97D61CE67EA}"/>
              </a:ext>
            </a:extLst>
          </p:cNvPr>
          <p:cNvCxnSpPr>
            <a:cxnSpLocks/>
          </p:cNvCxnSpPr>
          <p:nvPr/>
        </p:nvCxnSpPr>
        <p:spPr>
          <a:xfrm>
            <a:off x="379828" y="657391"/>
            <a:ext cx="6153707"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4" name="Rectangle 3">
            <a:extLst>
              <a:ext uri="{FF2B5EF4-FFF2-40B4-BE49-F238E27FC236}">
                <a16:creationId xmlns:a16="http://schemas.microsoft.com/office/drawing/2014/main" id="{B9FFD595-0915-9650-D96B-D293A2668C00}"/>
              </a:ext>
            </a:extLst>
          </p:cNvPr>
          <p:cNvSpPr/>
          <p:nvPr/>
        </p:nvSpPr>
        <p:spPr>
          <a:xfrm>
            <a:off x="248678" y="337133"/>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Picture 12">
            <a:extLst>
              <a:ext uri="{FF2B5EF4-FFF2-40B4-BE49-F238E27FC236}">
                <a16:creationId xmlns:a16="http://schemas.microsoft.com/office/drawing/2014/main" id="{D04FE74D-59CF-5155-C827-F435F7DA3012}"/>
              </a:ext>
            </a:extLst>
          </p:cNvPr>
          <p:cNvPicPr>
            <a:picLocks noChangeAspect="1"/>
          </p:cNvPicPr>
          <p:nvPr/>
        </p:nvPicPr>
        <p:blipFill>
          <a:blip r:embed="rId2">
            <a:extLst>
              <a:ext uri="{28A0092B-C50C-407E-A947-70E740481C1C}">
                <a14:useLocalDpi xmlns:a14="http://schemas.microsoft.com/office/drawing/2010/main" val="0"/>
              </a:ext>
            </a:extLst>
          </a:blip>
          <a:srcRect t="89440"/>
          <a:stretch>
            <a:fillRect/>
          </a:stretch>
        </p:blipFill>
        <p:spPr>
          <a:xfrm>
            <a:off x="1928820" y="1294036"/>
            <a:ext cx="1061450" cy="242580"/>
          </a:xfrm>
          <a:prstGeom prst="rect">
            <a:avLst/>
          </a:prstGeom>
          <a:effectLst>
            <a:outerShdw blurRad="50800" dist="38100" dir="2700000" algn="tl" rotWithShape="0">
              <a:prstClr val="black">
                <a:alpha val="40000"/>
              </a:prstClr>
            </a:outerShdw>
          </a:effectLst>
        </p:spPr>
      </p:pic>
      <p:pic>
        <p:nvPicPr>
          <p:cNvPr id="14" name="Picture 13">
            <a:extLst>
              <a:ext uri="{FF2B5EF4-FFF2-40B4-BE49-F238E27FC236}">
                <a16:creationId xmlns:a16="http://schemas.microsoft.com/office/drawing/2014/main" id="{5FFFBE66-DECC-1216-3FA0-063A45C8FFA5}"/>
              </a:ext>
            </a:extLst>
          </p:cNvPr>
          <p:cNvPicPr>
            <a:picLocks noChangeAspect="1"/>
          </p:cNvPicPr>
          <p:nvPr/>
        </p:nvPicPr>
        <p:blipFill>
          <a:blip r:embed="rId3">
            <a:extLst>
              <a:ext uri="{28A0092B-C50C-407E-A947-70E740481C1C}">
                <a14:useLocalDpi xmlns:a14="http://schemas.microsoft.com/office/drawing/2010/main" val="0"/>
              </a:ext>
            </a:extLst>
          </a:blip>
          <a:srcRect t="28613" b="28564"/>
          <a:stretch>
            <a:fillRect/>
          </a:stretch>
        </p:blipFill>
        <p:spPr>
          <a:xfrm>
            <a:off x="1928821" y="1656672"/>
            <a:ext cx="1061450" cy="983735"/>
          </a:xfrm>
          <a:prstGeom prst="rect">
            <a:avLst/>
          </a:prstGeom>
          <a:effectLst>
            <a:outerShdw blurRad="50800" dist="38100" dir="2700000" algn="tl" rotWithShape="0">
              <a:prstClr val="black">
                <a:alpha val="40000"/>
              </a:prstClr>
            </a:outerShdw>
          </a:effectLst>
        </p:spPr>
      </p:pic>
      <p:sp>
        <p:nvSpPr>
          <p:cNvPr id="16" name="Oval 15">
            <a:extLst>
              <a:ext uri="{FF2B5EF4-FFF2-40B4-BE49-F238E27FC236}">
                <a16:creationId xmlns:a16="http://schemas.microsoft.com/office/drawing/2014/main" id="{C786DFDF-39D7-BD3A-C332-E87FD543BC63}"/>
              </a:ext>
            </a:extLst>
          </p:cNvPr>
          <p:cNvSpPr/>
          <p:nvPr/>
        </p:nvSpPr>
        <p:spPr>
          <a:xfrm>
            <a:off x="2383463" y="1355296"/>
            <a:ext cx="144840" cy="144840"/>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7" name="TextBox 16">
            <a:extLst>
              <a:ext uri="{FF2B5EF4-FFF2-40B4-BE49-F238E27FC236}">
                <a16:creationId xmlns:a16="http://schemas.microsoft.com/office/drawing/2014/main" id="{11F3E3C9-E5AE-C582-4E89-41918A35D33E}"/>
              </a:ext>
            </a:extLst>
          </p:cNvPr>
          <p:cNvSpPr txBox="1"/>
          <p:nvPr/>
        </p:nvSpPr>
        <p:spPr>
          <a:xfrm>
            <a:off x="3009125" y="1307603"/>
            <a:ext cx="1429506"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共有マークを選択。</a:t>
            </a:r>
          </a:p>
        </p:txBody>
      </p:sp>
      <p:sp>
        <p:nvSpPr>
          <p:cNvPr id="18" name="Rectangle: Rounded Corners 17">
            <a:extLst>
              <a:ext uri="{FF2B5EF4-FFF2-40B4-BE49-F238E27FC236}">
                <a16:creationId xmlns:a16="http://schemas.microsoft.com/office/drawing/2014/main" id="{412DAE78-50C5-4510-4760-BB6AB1C6EAB4}"/>
              </a:ext>
            </a:extLst>
          </p:cNvPr>
          <p:cNvSpPr/>
          <p:nvPr/>
        </p:nvSpPr>
        <p:spPr>
          <a:xfrm>
            <a:off x="1993388" y="2486800"/>
            <a:ext cx="924988" cy="144840"/>
          </a:xfrm>
          <a:prstGeom prst="round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800"/>
          </a:p>
        </p:txBody>
      </p:sp>
      <p:sp>
        <p:nvSpPr>
          <p:cNvPr id="19" name="TextBox 18">
            <a:extLst>
              <a:ext uri="{FF2B5EF4-FFF2-40B4-BE49-F238E27FC236}">
                <a16:creationId xmlns:a16="http://schemas.microsoft.com/office/drawing/2014/main" id="{6AF48C9A-0F87-961B-200D-144D67FD12AA}"/>
              </a:ext>
            </a:extLst>
          </p:cNvPr>
          <p:cNvSpPr txBox="1"/>
          <p:nvPr/>
        </p:nvSpPr>
        <p:spPr>
          <a:xfrm>
            <a:off x="2953627" y="1957403"/>
            <a:ext cx="1573664" cy="5078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「もっと見る」を押して</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a:t>
            </a:r>
            <a:r>
              <a:rPr lang="ja-JP" altLang="en-US" sz="900" b="1" dirty="0">
                <a:solidFill>
                  <a:srgbClr val="0070C0"/>
                </a:solidFill>
                <a:latin typeface="メイリオ" panose="020B0604030504040204" pitchFamily="50" charset="-128"/>
                <a:ea typeface="メイリオ" panose="020B0604030504040204" pitchFamily="50" charset="-128"/>
              </a:rPr>
              <a:t>ホーム画面に追加</a:t>
            </a:r>
            <a:r>
              <a:rPr lang="ja-JP" altLang="en-US" sz="900" dirty="0">
                <a:latin typeface="メイリオ" panose="020B0604030504040204" pitchFamily="50" charset="-128"/>
                <a:ea typeface="メイリオ" panose="020B0604030504040204" pitchFamily="50" charset="-128"/>
              </a:rPr>
              <a:t>」</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を選択。</a:t>
            </a:r>
          </a:p>
        </p:txBody>
      </p:sp>
      <p:pic>
        <p:nvPicPr>
          <p:cNvPr id="20" name="Picture 19">
            <a:extLst>
              <a:ext uri="{FF2B5EF4-FFF2-40B4-BE49-F238E27FC236}">
                <a16:creationId xmlns:a16="http://schemas.microsoft.com/office/drawing/2014/main" id="{CBEF6EE1-66A7-1B5F-9DAA-6CCDAD2CD775}"/>
              </a:ext>
            </a:extLst>
          </p:cNvPr>
          <p:cNvPicPr>
            <a:picLocks noChangeAspect="1"/>
          </p:cNvPicPr>
          <p:nvPr/>
        </p:nvPicPr>
        <p:blipFill>
          <a:blip r:embed="rId4"/>
          <a:stretch>
            <a:fillRect/>
          </a:stretch>
        </p:blipFill>
        <p:spPr>
          <a:xfrm>
            <a:off x="2685859" y="2805133"/>
            <a:ext cx="1058712" cy="1058712"/>
          </a:xfrm>
          <a:prstGeom prst="rect">
            <a:avLst/>
          </a:prstGeom>
          <a:effectLst>
            <a:outerShdw blurRad="50800" dist="38100" dir="2700000" algn="tl" rotWithShape="0">
              <a:prstClr val="black">
                <a:alpha val="40000"/>
              </a:prstClr>
            </a:outerShdw>
          </a:effectLst>
        </p:spPr>
      </p:pic>
      <p:sp>
        <p:nvSpPr>
          <p:cNvPr id="21" name="TextBox 20">
            <a:extLst>
              <a:ext uri="{FF2B5EF4-FFF2-40B4-BE49-F238E27FC236}">
                <a16:creationId xmlns:a16="http://schemas.microsoft.com/office/drawing/2014/main" id="{97E3B549-D629-678A-DFF7-E46B8B88BF09}"/>
              </a:ext>
            </a:extLst>
          </p:cNvPr>
          <p:cNvSpPr txBox="1"/>
          <p:nvPr/>
        </p:nvSpPr>
        <p:spPr>
          <a:xfrm>
            <a:off x="3744571" y="3120020"/>
            <a:ext cx="1717253" cy="530915"/>
          </a:xfrm>
          <a:prstGeom prst="rect">
            <a:avLst/>
          </a:prstGeom>
          <a:noFill/>
        </p:spPr>
        <p:txBody>
          <a:bodyPr wrap="square" rtlCol="0">
            <a:spAutoFit/>
          </a:bodyPr>
          <a:lstStyle/>
          <a:p>
            <a:r>
              <a:rPr lang="ja-JP" altLang="en-US" sz="1050" b="1" dirty="0">
                <a:solidFill>
                  <a:srgbClr val="C00000"/>
                </a:solidFill>
                <a:latin typeface="メイリオ" panose="020B0604030504040204" pitchFamily="50" charset="-128"/>
                <a:ea typeface="メイリオ" panose="020B0604030504040204" pitchFamily="50" charset="-128"/>
              </a:rPr>
              <a:t>インストール完了。</a:t>
            </a:r>
            <a:br>
              <a:rPr lang="en-US" altLang="ja-JP" sz="1050" b="1"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ホーム画面に追加されたアイコンをタップして開始。</a:t>
            </a:r>
          </a:p>
        </p:txBody>
      </p:sp>
      <p:sp>
        <p:nvSpPr>
          <p:cNvPr id="30" name="TextBox 29">
            <a:extLst>
              <a:ext uri="{FF2B5EF4-FFF2-40B4-BE49-F238E27FC236}">
                <a16:creationId xmlns:a16="http://schemas.microsoft.com/office/drawing/2014/main" id="{73354B5D-03C2-3584-64C6-F7C565A81513}"/>
              </a:ext>
            </a:extLst>
          </p:cNvPr>
          <p:cNvSpPr txBox="1"/>
          <p:nvPr/>
        </p:nvSpPr>
        <p:spPr>
          <a:xfrm>
            <a:off x="374681" y="3834511"/>
            <a:ext cx="2007183" cy="338554"/>
          </a:xfrm>
          <a:prstGeom prst="rect">
            <a:avLst/>
          </a:prstGeom>
          <a:noFill/>
        </p:spPr>
        <p:txBody>
          <a:bodyPr wrap="square" rtlCol="0">
            <a:spAutoFit/>
          </a:bodyPr>
          <a:lstStyle/>
          <a:p>
            <a:r>
              <a:rPr lang="ja-JP" altLang="en-US" sz="1600" b="1" dirty="0">
                <a:latin typeface="メイリオ" panose="020B0604030504040204" pitchFamily="50" charset="-128"/>
                <a:ea typeface="メイリオ" panose="020B0604030504040204" pitchFamily="50" charset="-128"/>
              </a:rPr>
              <a:t>使い方</a:t>
            </a:r>
          </a:p>
        </p:txBody>
      </p:sp>
      <p:cxnSp>
        <p:nvCxnSpPr>
          <p:cNvPr id="31" name="Straight Connector 30">
            <a:extLst>
              <a:ext uri="{FF2B5EF4-FFF2-40B4-BE49-F238E27FC236}">
                <a16:creationId xmlns:a16="http://schemas.microsoft.com/office/drawing/2014/main" id="{1E898D17-4A65-A56C-1E97-2482545AC222}"/>
              </a:ext>
            </a:extLst>
          </p:cNvPr>
          <p:cNvCxnSpPr>
            <a:cxnSpLocks/>
          </p:cNvCxnSpPr>
          <p:nvPr/>
        </p:nvCxnSpPr>
        <p:spPr>
          <a:xfrm>
            <a:off x="404841" y="4148361"/>
            <a:ext cx="6128694" cy="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sp>
        <p:nvSpPr>
          <p:cNvPr id="32" name="Rectangle 31">
            <a:extLst>
              <a:ext uri="{FF2B5EF4-FFF2-40B4-BE49-F238E27FC236}">
                <a16:creationId xmlns:a16="http://schemas.microsoft.com/office/drawing/2014/main" id="{94574CE4-D832-BEFD-5DA4-BEE0F67FA009}"/>
              </a:ext>
            </a:extLst>
          </p:cNvPr>
          <p:cNvSpPr/>
          <p:nvPr/>
        </p:nvSpPr>
        <p:spPr>
          <a:xfrm>
            <a:off x="265622" y="3828103"/>
            <a:ext cx="73742" cy="351370"/>
          </a:xfrm>
          <a:prstGeom prst="rect">
            <a:avLst/>
          </a:prstGeom>
          <a:solidFill>
            <a:srgbClr val="0070C0"/>
          </a:solid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33" name="Picture 32">
            <a:extLst>
              <a:ext uri="{FF2B5EF4-FFF2-40B4-BE49-F238E27FC236}">
                <a16:creationId xmlns:a16="http://schemas.microsoft.com/office/drawing/2014/main" id="{0F30935E-2593-E7FA-EC33-DBC6830BA055}"/>
              </a:ext>
            </a:extLst>
          </p:cNvPr>
          <p:cNvPicPr>
            <a:picLocks noChangeAspect="1"/>
          </p:cNvPicPr>
          <p:nvPr/>
        </p:nvPicPr>
        <p:blipFill>
          <a:blip r:embed="rId5"/>
          <a:stretch>
            <a:fillRect/>
          </a:stretch>
        </p:blipFill>
        <p:spPr>
          <a:xfrm>
            <a:off x="770423" y="4407898"/>
            <a:ext cx="1689440" cy="1641820"/>
          </a:xfrm>
          <a:prstGeom prst="roundRect">
            <a:avLst>
              <a:gd name="adj" fmla="val 3183"/>
            </a:avLst>
          </a:prstGeom>
          <a:ln>
            <a:solidFill>
              <a:schemeClr val="bg1">
                <a:lumMod val="95000"/>
              </a:schemeClr>
            </a:solidFill>
          </a:ln>
          <a:effectLst>
            <a:outerShdw blurRad="50800" dist="38100" dir="2700000" algn="tl" rotWithShape="0">
              <a:prstClr val="black">
                <a:alpha val="40000"/>
              </a:prstClr>
            </a:outerShdw>
          </a:effectLst>
        </p:spPr>
      </p:pic>
      <p:sp>
        <p:nvSpPr>
          <p:cNvPr id="34" name="TextBox 33">
            <a:extLst>
              <a:ext uri="{FF2B5EF4-FFF2-40B4-BE49-F238E27FC236}">
                <a16:creationId xmlns:a16="http://schemas.microsoft.com/office/drawing/2014/main" id="{43085420-856C-CD54-2E8F-EC73BA33089D}"/>
              </a:ext>
            </a:extLst>
          </p:cNvPr>
          <p:cNvSpPr txBox="1"/>
          <p:nvPr/>
        </p:nvSpPr>
        <p:spPr>
          <a:xfrm>
            <a:off x="2606041" y="5200551"/>
            <a:ext cx="4063654" cy="230832"/>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名前とバットを登録します。</a:t>
            </a:r>
          </a:p>
        </p:txBody>
      </p:sp>
      <p:grpSp>
        <p:nvGrpSpPr>
          <p:cNvPr id="50" name="Group 49">
            <a:extLst>
              <a:ext uri="{FF2B5EF4-FFF2-40B4-BE49-F238E27FC236}">
                <a16:creationId xmlns:a16="http://schemas.microsoft.com/office/drawing/2014/main" id="{A47C62D8-EBEB-7113-9563-D4CFB23B441F}"/>
              </a:ext>
            </a:extLst>
          </p:cNvPr>
          <p:cNvGrpSpPr/>
          <p:nvPr/>
        </p:nvGrpSpPr>
        <p:grpSpPr>
          <a:xfrm>
            <a:off x="373626" y="4401907"/>
            <a:ext cx="341724" cy="229096"/>
            <a:chOff x="4277526" y="4541813"/>
            <a:chExt cx="429130" cy="287694"/>
          </a:xfrm>
        </p:grpSpPr>
        <p:sp>
          <p:nvSpPr>
            <p:cNvPr id="47" name="Oval 46">
              <a:extLst>
                <a:ext uri="{FF2B5EF4-FFF2-40B4-BE49-F238E27FC236}">
                  <a16:creationId xmlns:a16="http://schemas.microsoft.com/office/drawing/2014/main" id="{15ED4A49-FCD7-A9A1-ED01-B83BC6CEF0E3}"/>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49" name="TextBox 48">
              <a:extLst>
                <a:ext uri="{FF2B5EF4-FFF2-40B4-BE49-F238E27FC236}">
                  <a16:creationId xmlns:a16="http://schemas.microsoft.com/office/drawing/2014/main" id="{37F9C86F-049E-B918-CF76-40B1B5348E53}"/>
                </a:ext>
              </a:extLst>
            </p:cNvPr>
            <p:cNvSpPr txBox="1"/>
            <p:nvPr/>
          </p:nvSpPr>
          <p:spPr>
            <a:xfrm>
              <a:off x="4277526" y="4541813"/>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1</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sp>
        <p:nvSpPr>
          <p:cNvPr id="35" name="TextBox 34">
            <a:extLst>
              <a:ext uri="{FF2B5EF4-FFF2-40B4-BE49-F238E27FC236}">
                <a16:creationId xmlns:a16="http://schemas.microsoft.com/office/drawing/2014/main" id="{4A11666D-ABFC-8776-049E-A25F51B6F5CC}"/>
              </a:ext>
            </a:extLst>
          </p:cNvPr>
          <p:cNvSpPr txBox="1"/>
          <p:nvPr/>
        </p:nvSpPr>
        <p:spPr>
          <a:xfrm>
            <a:off x="2606041" y="6374308"/>
            <a:ext cx="4063654" cy="784830"/>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メニューから「バッジ」へ進みます。</a:t>
            </a:r>
            <a:br>
              <a:rPr lang="en-US" altLang="ja-JP" sz="900" dirty="0">
                <a:latin typeface="メイリオ" panose="020B0604030504040204" pitchFamily="50" charset="-128"/>
                <a:ea typeface="メイリオ" panose="020B0604030504040204" pitchFamily="50" charset="-128"/>
              </a:rPr>
            </a:b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目標とごほうびを決めてあげてください。</a:t>
            </a:r>
            <a:br>
              <a:rPr lang="en-US" altLang="ja-JP" sz="900" dirty="0">
                <a:latin typeface="メイリオ" panose="020B0604030504040204" pitchFamily="50" charset="-128"/>
                <a:ea typeface="メイリオ" panose="020B0604030504040204" pitchFamily="50" charset="-128"/>
              </a:rPr>
            </a:br>
            <a:r>
              <a:rPr lang="en-US" altLang="ja-JP" sz="900" dirty="0">
                <a:latin typeface="メイリオ" panose="020B0604030504040204" pitchFamily="50" charset="-128"/>
                <a:ea typeface="メイリオ" panose="020B0604030504040204" pitchFamily="50" charset="-128"/>
              </a:rPr>
              <a:t>※</a:t>
            </a:r>
            <a:r>
              <a:rPr lang="ja-JP" altLang="en-US" sz="900" dirty="0">
                <a:latin typeface="メイリオ" panose="020B0604030504040204" pitchFamily="50" charset="-128"/>
                <a:ea typeface="メイリオ" panose="020B0604030504040204" pitchFamily="50" charset="-128"/>
              </a:rPr>
              <a:t> 最初は目標</a:t>
            </a:r>
            <a:r>
              <a:rPr lang="en-US" altLang="ja-JP" sz="900" dirty="0">
                <a:latin typeface="メイリオ" panose="020B0604030504040204" pitchFamily="50" charset="-128"/>
                <a:ea typeface="メイリオ" panose="020B0604030504040204" pitchFamily="50" charset="-128"/>
              </a:rPr>
              <a:t>100</a:t>
            </a:r>
            <a:r>
              <a:rPr lang="ja-JP" altLang="en-US" sz="900" dirty="0">
                <a:latin typeface="メイリオ" panose="020B0604030504040204" pitchFamily="50" charset="-128"/>
                <a:ea typeface="メイリオ" panose="020B0604030504040204" pitchFamily="50" charset="-128"/>
              </a:rPr>
              <a:t>ポイントくらいが良いと思います。</a:t>
            </a:r>
            <a:br>
              <a:rPr lang="en-US" altLang="ja-JP" sz="900" dirty="0">
                <a:latin typeface="メイリオ" panose="020B0604030504040204" pitchFamily="50" charset="-128"/>
                <a:ea typeface="メイリオ" panose="020B0604030504040204" pitchFamily="50" charset="-128"/>
              </a:rPr>
            </a:br>
            <a:endParaRPr lang="ja-JP" altLang="en-US" sz="900" dirty="0">
              <a:latin typeface="メイリオ" panose="020B0604030504040204" pitchFamily="50" charset="-128"/>
              <a:ea typeface="メイリオ" panose="020B0604030504040204" pitchFamily="50" charset="-128"/>
            </a:endParaRPr>
          </a:p>
        </p:txBody>
      </p:sp>
      <p:pic>
        <p:nvPicPr>
          <p:cNvPr id="38" name="Picture 37">
            <a:extLst>
              <a:ext uri="{FF2B5EF4-FFF2-40B4-BE49-F238E27FC236}">
                <a16:creationId xmlns:a16="http://schemas.microsoft.com/office/drawing/2014/main" id="{C860EEF5-C98A-E801-52B5-8228847C1108}"/>
              </a:ext>
            </a:extLst>
          </p:cNvPr>
          <p:cNvPicPr>
            <a:picLocks noChangeAspect="1"/>
          </p:cNvPicPr>
          <p:nvPr/>
        </p:nvPicPr>
        <p:blipFill>
          <a:blip r:embed="rId6"/>
          <a:stretch>
            <a:fillRect/>
          </a:stretch>
        </p:blipFill>
        <p:spPr>
          <a:xfrm>
            <a:off x="770213" y="6297019"/>
            <a:ext cx="1689957" cy="1035071"/>
          </a:xfrm>
          <a:prstGeom prst="rect">
            <a:avLst/>
          </a:prstGeom>
          <a:effectLst>
            <a:outerShdw blurRad="50800" dist="38100" dir="2700000" algn="tl" rotWithShape="0">
              <a:prstClr val="black">
                <a:alpha val="40000"/>
              </a:prstClr>
            </a:outerShdw>
          </a:effectLst>
        </p:spPr>
      </p:pic>
      <p:grpSp>
        <p:nvGrpSpPr>
          <p:cNvPr id="51" name="Group 50">
            <a:extLst>
              <a:ext uri="{FF2B5EF4-FFF2-40B4-BE49-F238E27FC236}">
                <a16:creationId xmlns:a16="http://schemas.microsoft.com/office/drawing/2014/main" id="{D9D94997-0408-649E-90A8-D70576E3A547}"/>
              </a:ext>
            </a:extLst>
          </p:cNvPr>
          <p:cNvGrpSpPr/>
          <p:nvPr/>
        </p:nvGrpSpPr>
        <p:grpSpPr>
          <a:xfrm>
            <a:off x="373626" y="6072262"/>
            <a:ext cx="341724" cy="234477"/>
            <a:chOff x="4277526" y="4535055"/>
            <a:chExt cx="429130" cy="294452"/>
          </a:xfrm>
        </p:grpSpPr>
        <p:sp>
          <p:nvSpPr>
            <p:cNvPr id="52" name="Oval 51">
              <a:extLst>
                <a:ext uri="{FF2B5EF4-FFF2-40B4-BE49-F238E27FC236}">
                  <a16:creationId xmlns:a16="http://schemas.microsoft.com/office/drawing/2014/main" id="{94B38ED5-54DA-E508-6E9F-C22BB2A150C7}"/>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3" name="TextBox 52">
              <a:extLst>
                <a:ext uri="{FF2B5EF4-FFF2-40B4-BE49-F238E27FC236}">
                  <a16:creationId xmlns:a16="http://schemas.microsoft.com/office/drawing/2014/main" id="{87A428D7-7EFD-99D9-A4BA-3E415A9BBD47}"/>
                </a:ext>
              </a:extLst>
            </p:cNvPr>
            <p:cNvSpPr txBox="1"/>
            <p:nvPr/>
          </p:nvSpPr>
          <p:spPr>
            <a:xfrm>
              <a:off x="4277526"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2</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6" name="Picture 35">
            <a:extLst>
              <a:ext uri="{FF2B5EF4-FFF2-40B4-BE49-F238E27FC236}">
                <a16:creationId xmlns:a16="http://schemas.microsoft.com/office/drawing/2014/main" id="{96F2C03B-2F46-091F-B68E-44F2073C2B81}"/>
              </a:ext>
            </a:extLst>
          </p:cNvPr>
          <p:cNvPicPr>
            <a:picLocks noChangeAspect="1"/>
          </p:cNvPicPr>
          <p:nvPr/>
        </p:nvPicPr>
        <p:blipFill>
          <a:blip r:embed="rId7"/>
          <a:stretch>
            <a:fillRect/>
          </a:stretch>
        </p:blipFill>
        <p:spPr>
          <a:xfrm>
            <a:off x="730497" y="7545388"/>
            <a:ext cx="1765816" cy="756778"/>
          </a:xfrm>
          <a:prstGeom prst="roundRect">
            <a:avLst>
              <a:gd name="adj" fmla="val 5651"/>
            </a:avLst>
          </a:prstGeom>
          <a:ln>
            <a:solidFill>
              <a:schemeClr val="bg1">
                <a:lumMod val="95000"/>
              </a:schemeClr>
            </a:solidFill>
          </a:ln>
          <a:effectLst>
            <a:outerShdw blurRad="50800" dist="38100" dir="2700000" algn="tl" rotWithShape="0">
              <a:prstClr val="black">
                <a:alpha val="40000"/>
              </a:prstClr>
            </a:outerShdw>
          </a:effectLst>
        </p:spPr>
      </p:pic>
      <p:sp>
        <p:nvSpPr>
          <p:cNvPr id="37" name="TextBox 36">
            <a:extLst>
              <a:ext uri="{FF2B5EF4-FFF2-40B4-BE49-F238E27FC236}">
                <a16:creationId xmlns:a16="http://schemas.microsoft.com/office/drawing/2014/main" id="{DAF50624-1F45-2794-9DE6-3D594817DADD}"/>
              </a:ext>
            </a:extLst>
          </p:cNvPr>
          <p:cNvSpPr txBox="1"/>
          <p:nvPr/>
        </p:nvSpPr>
        <p:spPr>
          <a:xfrm>
            <a:off x="2596897" y="7590160"/>
            <a:ext cx="4063654" cy="646331"/>
          </a:xfrm>
          <a:prstGeom prst="rect">
            <a:avLst/>
          </a:prstGeom>
          <a:noFill/>
        </p:spPr>
        <p:txBody>
          <a:bodyPr wrap="square" rtlCol="0">
            <a:spAutoFit/>
          </a:bodyPr>
          <a:lstStyle/>
          <a:p>
            <a:r>
              <a:rPr lang="ja-JP" altLang="en-US" sz="900" dirty="0">
                <a:latin typeface="メイリオ" panose="020B0604030504040204" pitchFamily="50" charset="-128"/>
                <a:ea typeface="メイリオ" panose="020B0604030504040204" pitchFamily="50" charset="-128"/>
              </a:rPr>
              <a:t>練習が終わったら</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本体を</a:t>
            </a:r>
            <a:r>
              <a:rPr lang="en-US" altLang="ja-JP" sz="900" dirty="0">
                <a:latin typeface="メイリオ" panose="020B0604030504040204" pitchFamily="50" charset="-128"/>
                <a:ea typeface="メイリオ" panose="020B0604030504040204" pitchFamily="50" charset="-128"/>
              </a:rPr>
              <a:t>1</a:t>
            </a:r>
            <a:r>
              <a:rPr lang="ja-JP" altLang="en-US" sz="900" dirty="0">
                <a:latin typeface="メイリオ" panose="020B0604030504040204" pitchFamily="50" charset="-128"/>
                <a:ea typeface="メイリオ" panose="020B0604030504040204" pitchFamily="50" charset="-128"/>
              </a:rPr>
              <a:t>回タップして表示される数字を「回数」</a:t>
            </a:r>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　</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回タップして表示される</a:t>
            </a:r>
            <a:r>
              <a:rPr lang="en-US" altLang="ja-JP" sz="900" dirty="0">
                <a:latin typeface="メイリオ" panose="020B0604030504040204" pitchFamily="50" charset="-128"/>
                <a:ea typeface="メイリオ" panose="020B0604030504040204" pitchFamily="50" charset="-128"/>
              </a:rPr>
              <a:t>2</a:t>
            </a:r>
            <a:r>
              <a:rPr lang="ja-JP" altLang="en-US" sz="900" dirty="0">
                <a:latin typeface="メイリオ" panose="020B0604030504040204" pitchFamily="50" charset="-128"/>
                <a:ea typeface="メイリオ" panose="020B0604030504040204" pitchFamily="50" charset="-128"/>
              </a:rPr>
              <a:t>つの数字を「平均」「ベスト」</a:t>
            </a:r>
            <a:br>
              <a:rPr lang="en-US" altLang="ja-JP" sz="900" dirty="0">
                <a:latin typeface="メイリオ" panose="020B0604030504040204" pitchFamily="50" charset="-128"/>
                <a:ea typeface="メイリオ" panose="020B0604030504040204" pitchFamily="50" charset="-128"/>
              </a:rPr>
            </a:br>
            <a:r>
              <a:rPr lang="ja-JP" altLang="en-US" sz="900" dirty="0">
                <a:latin typeface="メイリオ" panose="020B0604030504040204" pitchFamily="50" charset="-128"/>
                <a:ea typeface="メイリオ" panose="020B0604030504040204" pitchFamily="50" charset="-128"/>
              </a:rPr>
              <a:t>に入力して</a:t>
            </a:r>
            <a:r>
              <a:rPr lang="en-US" altLang="ja-JP" sz="900" dirty="0">
                <a:latin typeface="メイリオ" panose="020B0604030504040204" pitchFamily="50" charset="-128"/>
                <a:ea typeface="メイリオ" panose="020B0604030504040204" pitchFamily="50" charset="-128"/>
              </a:rPr>
              <a:t>OK</a:t>
            </a:r>
            <a:r>
              <a:rPr lang="ja-JP" altLang="en-US" sz="900" dirty="0">
                <a:latin typeface="メイリオ" panose="020B0604030504040204" pitchFamily="50" charset="-128"/>
                <a:ea typeface="メイリオ" panose="020B0604030504040204" pitchFamily="50" charset="-128"/>
              </a:rPr>
              <a:t>を押すと記録されます。</a:t>
            </a:r>
          </a:p>
        </p:txBody>
      </p:sp>
      <p:grpSp>
        <p:nvGrpSpPr>
          <p:cNvPr id="54" name="Group 53">
            <a:extLst>
              <a:ext uri="{FF2B5EF4-FFF2-40B4-BE49-F238E27FC236}">
                <a16:creationId xmlns:a16="http://schemas.microsoft.com/office/drawing/2014/main" id="{976FEB7D-7451-3AD6-9151-DAF1F871DC67}"/>
              </a:ext>
            </a:extLst>
          </p:cNvPr>
          <p:cNvGrpSpPr/>
          <p:nvPr/>
        </p:nvGrpSpPr>
        <p:grpSpPr>
          <a:xfrm>
            <a:off x="373626" y="7316151"/>
            <a:ext cx="341724" cy="234477"/>
            <a:chOff x="4286670" y="4535055"/>
            <a:chExt cx="429130" cy="294452"/>
          </a:xfrm>
        </p:grpSpPr>
        <p:sp>
          <p:nvSpPr>
            <p:cNvPr id="55" name="Oval 54">
              <a:extLst>
                <a:ext uri="{FF2B5EF4-FFF2-40B4-BE49-F238E27FC236}">
                  <a16:creationId xmlns:a16="http://schemas.microsoft.com/office/drawing/2014/main" id="{94EC7E69-2539-D8F3-81C7-18F494CD41E5}"/>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6" name="TextBox 55">
              <a:extLst>
                <a:ext uri="{FF2B5EF4-FFF2-40B4-BE49-F238E27FC236}">
                  <a16:creationId xmlns:a16="http://schemas.microsoft.com/office/drawing/2014/main" id="{08E3B50D-74C0-862D-5390-BCAC3C1749F4}"/>
                </a:ext>
              </a:extLst>
            </p:cNvPr>
            <p:cNvSpPr txBox="1"/>
            <p:nvPr/>
          </p:nvSpPr>
          <p:spPr>
            <a:xfrm>
              <a:off x="4286670" y="4535055"/>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3</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39" name="Picture 38">
            <a:extLst>
              <a:ext uri="{FF2B5EF4-FFF2-40B4-BE49-F238E27FC236}">
                <a16:creationId xmlns:a16="http://schemas.microsoft.com/office/drawing/2014/main" id="{1E14A8AE-6AD2-82AA-47BF-9B3E93A59C46}"/>
              </a:ext>
            </a:extLst>
          </p:cNvPr>
          <p:cNvPicPr>
            <a:picLocks noChangeAspect="1"/>
          </p:cNvPicPr>
          <p:nvPr/>
        </p:nvPicPr>
        <p:blipFill>
          <a:blip r:embed="rId8"/>
          <a:stretch>
            <a:fillRect/>
          </a:stretch>
        </p:blipFill>
        <p:spPr>
          <a:xfrm>
            <a:off x="748786" y="8590770"/>
            <a:ext cx="1765814" cy="890027"/>
          </a:xfrm>
          <a:prstGeom prst="roundRect">
            <a:avLst>
              <a:gd name="adj" fmla="val 8633"/>
            </a:avLst>
          </a:prstGeom>
          <a:effectLst>
            <a:outerShdw blurRad="50800" dist="38100" dir="2700000" algn="tl" rotWithShape="0">
              <a:prstClr val="black">
                <a:alpha val="40000"/>
              </a:prstClr>
            </a:outerShdw>
          </a:effectLst>
        </p:spPr>
      </p:pic>
      <p:sp>
        <p:nvSpPr>
          <p:cNvPr id="40" name="TextBox 39">
            <a:extLst>
              <a:ext uri="{FF2B5EF4-FFF2-40B4-BE49-F238E27FC236}">
                <a16:creationId xmlns:a16="http://schemas.microsoft.com/office/drawing/2014/main" id="{D97D1A33-99E4-A462-8F2A-519F3F55C73C}"/>
              </a:ext>
            </a:extLst>
          </p:cNvPr>
          <p:cNvSpPr txBox="1"/>
          <p:nvPr/>
        </p:nvSpPr>
        <p:spPr>
          <a:xfrm>
            <a:off x="2615184" y="8550704"/>
            <a:ext cx="4063653" cy="923330"/>
          </a:xfrm>
          <a:prstGeom prst="rect">
            <a:avLst/>
          </a:prstGeom>
          <a:noFill/>
        </p:spPr>
        <p:txBody>
          <a:bodyPr wrap="square">
            <a:spAutoFit/>
          </a:bodyPr>
          <a:lstStyle/>
          <a:p>
            <a:endParaRPr lang="en-US" altLang="ja-JP" sz="900" dirty="0">
              <a:latin typeface="メイリオ" panose="020B0604030504040204" pitchFamily="50" charset="-128"/>
              <a:ea typeface="メイリオ" panose="020B0604030504040204" pitchFamily="50" charset="-128"/>
            </a:endParaRPr>
          </a:p>
          <a:p>
            <a:r>
              <a:rPr lang="ja-JP" altLang="en-US" sz="900" dirty="0">
                <a:latin typeface="メイリオ" panose="020B0604030504040204" pitchFamily="50" charset="-128"/>
                <a:ea typeface="メイリオ" panose="020B0604030504040204" pitchFamily="50" charset="-128"/>
              </a:rPr>
              <a:t>毎日バットを振ることでポイントが貯まります。</a:t>
            </a:r>
            <a:endParaRPr lang="en-US" altLang="ja-JP" sz="900" dirty="0">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r>
              <a:rPr lang="ja-JP" altLang="en-US" sz="900" b="1" dirty="0">
                <a:solidFill>
                  <a:srgbClr val="C00000"/>
                </a:solidFill>
                <a:latin typeface="メイリオ" panose="020B0604030504040204" pitchFamily="50" charset="-128"/>
                <a:ea typeface="メイリオ" panose="020B0604030504040204" pitchFamily="50" charset="-128"/>
              </a:rPr>
              <a:t>目標をクリアしたら約束のごほうびをプレゼントしてあげてください。</a:t>
            </a:r>
            <a:endParaRPr lang="en-US" altLang="ja-JP" sz="900" b="1" dirty="0">
              <a:solidFill>
                <a:srgbClr val="C00000"/>
              </a:solidFill>
              <a:latin typeface="メイリオ" panose="020B0604030504040204" pitchFamily="50" charset="-128"/>
              <a:ea typeface="メイリオ" panose="020B0604030504040204" pitchFamily="50" charset="-128"/>
            </a:endParaRPr>
          </a:p>
          <a:p>
            <a:br>
              <a:rPr lang="en-US" altLang="ja-JP" sz="900" dirty="0">
                <a:latin typeface="メイリオ" panose="020B0604030504040204" pitchFamily="50" charset="-128"/>
                <a:ea typeface="メイリオ" panose="020B0604030504040204" pitchFamily="50" charset="-128"/>
              </a:rPr>
            </a:br>
            <a:endParaRPr lang="ja-JP" altLang="en-US" sz="900" dirty="0"/>
          </a:p>
        </p:txBody>
      </p:sp>
      <p:grpSp>
        <p:nvGrpSpPr>
          <p:cNvPr id="57" name="Group 56">
            <a:extLst>
              <a:ext uri="{FF2B5EF4-FFF2-40B4-BE49-F238E27FC236}">
                <a16:creationId xmlns:a16="http://schemas.microsoft.com/office/drawing/2014/main" id="{B5B17463-2D2A-45AD-0D27-5E08829DA68E}"/>
              </a:ext>
            </a:extLst>
          </p:cNvPr>
          <p:cNvGrpSpPr/>
          <p:nvPr/>
        </p:nvGrpSpPr>
        <p:grpSpPr>
          <a:xfrm>
            <a:off x="373626" y="8352501"/>
            <a:ext cx="341724" cy="227196"/>
            <a:chOff x="4268382" y="4544199"/>
            <a:chExt cx="429130" cy="285308"/>
          </a:xfrm>
        </p:grpSpPr>
        <p:sp>
          <p:nvSpPr>
            <p:cNvPr id="58" name="Oval 57">
              <a:extLst>
                <a:ext uri="{FF2B5EF4-FFF2-40B4-BE49-F238E27FC236}">
                  <a16:creationId xmlns:a16="http://schemas.microsoft.com/office/drawing/2014/main" id="{0F370D44-5099-06A1-44FB-E81C5E912E79}"/>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b="1" dirty="0">
                <a:latin typeface="メイリオ" panose="020B0604030504040204" pitchFamily="50" charset="-128"/>
                <a:ea typeface="メイリオ" panose="020B0604030504040204" pitchFamily="50" charset="-128"/>
              </a:endParaRPr>
            </a:p>
          </p:txBody>
        </p:sp>
        <p:sp>
          <p:nvSpPr>
            <p:cNvPr id="59" name="TextBox 58">
              <a:extLst>
                <a:ext uri="{FF2B5EF4-FFF2-40B4-BE49-F238E27FC236}">
                  <a16:creationId xmlns:a16="http://schemas.microsoft.com/office/drawing/2014/main" id="{BC5D7DB0-5EA7-A2F6-CF86-60B70C910BD4}"/>
                </a:ext>
              </a:extLst>
            </p:cNvPr>
            <p:cNvSpPr txBox="1"/>
            <p:nvPr/>
          </p:nvSpPr>
          <p:spPr>
            <a:xfrm>
              <a:off x="4268382" y="4544199"/>
              <a:ext cx="429130" cy="276999"/>
            </a:xfrm>
            <a:prstGeom prst="rect">
              <a:avLst/>
            </a:prstGeom>
            <a:noFill/>
          </p:spPr>
          <p:txBody>
            <a:bodyPr wrap="square">
              <a:spAutoFit/>
            </a:bodyP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4</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grpSp>
      <p:pic>
        <p:nvPicPr>
          <p:cNvPr id="63" name="Picture 62">
            <a:extLst>
              <a:ext uri="{FF2B5EF4-FFF2-40B4-BE49-F238E27FC236}">
                <a16:creationId xmlns:a16="http://schemas.microsoft.com/office/drawing/2014/main" id="{904F92B6-535D-30F3-C96E-7750470680B3}"/>
              </a:ext>
            </a:extLst>
          </p:cNvPr>
          <p:cNvPicPr>
            <a:picLocks noChangeAspect="1"/>
          </p:cNvPicPr>
          <p:nvPr/>
        </p:nvPicPr>
        <p:blipFill>
          <a:blip r:embed="rId9"/>
          <a:stretch/>
        </p:blipFill>
        <p:spPr>
          <a:xfrm>
            <a:off x="1545767" y="820839"/>
            <a:ext cx="1140092" cy="300806"/>
          </a:xfrm>
          <a:prstGeom prst="rect">
            <a:avLst/>
          </a:prstGeom>
        </p:spPr>
      </p:pic>
      <p:grpSp>
        <p:nvGrpSpPr>
          <p:cNvPr id="69" name="Group 68">
            <a:extLst>
              <a:ext uri="{FF2B5EF4-FFF2-40B4-BE49-F238E27FC236}">
                <a16:creationId xmlns:a16="http://schemas.microsoft.com/office/drawing/2014/main" id="{33EF0459-4712-6C91-9385-E4C8F89F16F5}"/>
              </a:ext>
            </a:extLst>
          </p:cNvPr>
          <p:cNvGrpSpPr/>
          <p:nvPr/>
        </p:nvGrpSpPr>
        <p:grpSpPr>
          <a:xfrm>
            <a:off x="304717" y="1734385"/>
            <a:ext cx="1001210" cy="984986"/>
            <a:chOff x="346739" y="946539"/>
            <a:chExt cx="1233694" cy="1213702"/>
          </a:xfrm>
        </p:grpSpPr>
        <p:pic>
          <p:nvPicPr>
            <p:cNvPr id="70" name="Picture 69">
              <a:extLst>
                <a:ext uri="{FF2B5EF4-FFF2-40B4-BE49-F238E27FC236}">
                  <a16:creationId xmlns:a16="http://schemas.microsoft.com/office/drawing/2014/main" id="{69BA6F68-8E92-478B-6BFE-367971D751A9}"/>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04841" y="971242"/>
              <a:ext cx="1144540" cy="1144540"/>
            </a:xfrm>
            <a:prstGeom prst="rect">
              <a:avLst/>
            </a:prstGeom>
          </p:spPr>
        </p:pic>
        <p:sp>
          <p:nvSpPr>
            <p:cNvPr id="71" name="Rectangle: Rounded Corners 70">
              <a:extLst>
                <a:ext uri="{FF2B5EF4-FFF2-40B4-BE49-F238E27FC236}">
                  <a16:creationId xmlns:a16="http://schemas.microsoft.com/office/drawing/2014/main" id="{D1826B9E-5308-D958-000E-E58E9A994AFA}"/>
                </a:ext>
              </a:extLst>
            </p:cNvPr>
            <p:cNvSpPr/>
            <p:nvPr/>
          </p:nvSpPr>
          <p:spPr>
            <a:xfrm>
              <a:off x="404841" y="971242"/>
              <a:ext cx="1144540" cy="1144540"/>
            </a:xfrm>
            <a:prstGeom prst="roundRect">
              <a:avLst>
                <a:gd name="adj" fmla="val 8292"/>
              </a:avLst>
            </a:prstGeom>
            <a:noFill/>
            <a:ln>
              <a:solidFill>
                <a:srgbClr val="0070C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2" name="Rectangle 71">
              <a:extLst>
                <a:ext uri="{FF2B5EF4-FFF2-40B4-BE49-F238E27FC236}">
                  <a16:creationId xmlns:a16="http://schemas.microsoft.com/office/drawing/2014/main" id="{45E47C9C-F0D6-997A-672F-16EFBD9E8AB9}"/>
                </a:ext>
              </a:extLst>
            </p:cNvPr>
            <p:cNvSpPr/>
            <p:nvPr/>
          </p:nvSpPr>
          <p:spPr>
            <a:xfrm>
              <a:off x="648929" y="946539"/>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3" name="Rectangle 72">
              <a:extLst>
                <a:ext uri="{FF2B5EF4-FFF2-40B4-BE49-F238E27FC236}">
                  <a16:creationId xmlns:a16="http://schemas.microsoft.com/office/drawing/2014/main" id="{332E3B52-4720-1A75-4800-BA43DB27D660}"/>
                </a:ext>
              </a:extLst>
            </p:cNvPr>
            <p:cNvSpPr/>
            <p:nvPr/>
          </p:nvSpPr>
          <p:spPr>
            <a:xfrm>
              <a:off x="648929" y="20713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nvGrpSpPr>
            <p:cNvPr id="74" name="Group 73">
              <a:extLst>
                <a:ext uri="{FF2B5EF4-FFF2-40B4-BE49-F238E27FC236}">
                  <a16:creationId xmlns:a16="http://schemas.microsoft.com/office/drawing/2014/main" id="{D519C53A-B49D-1526-6E69-FA6ABAB12B67}"/>
                </a:ext>
              </a:extLst>
            </p:cNvPr>
            <p:cNvGrpSpPr/>
            <p:nvPr/>
          </p:nvGrpSpPr>
          <p:grpSpPr>
            <a:xfrm rot="5400000">
              <a:off x="616998" y="936544"/>
              <a:ext cx="693175" cy="1233694"/>
              <a:chOff x="801329" y="1078947"/>
              <a:chExt cx="693175" cy="1233694"/>
            </a:xfrm>
          </p:grpSpPr>
          <p:sp>
            <p:nvSpPr>
              <p:cNvPr id="75" name="Rectangle 74">
                <a:extLst>
                  <a:ext uri="{FF2B5EF4-FFF2-40B4-BE49-F238E27FC236}">
                    <a16:creationId xmlns:a16="http://schemas.microsoft.com/office/drawing/2014/main" id="{90C1DB10-3272-0608-D574-103FD78D2C76}"/>
                  </a:ext>
                </a:extLst>
              </p:cNvPr>
              <p:cNvSpPr/>
              <p:nvPr/>
            </p:nvSpPr>
            <p:spPr>
              <a:xfrm>
                <a:off x="801330" y="1078947"/>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sp>
            <p:nvSpPr>
              <p:cNvPr id="76" name="Rectangle 75">
                <a:extLst>
                  <a:ext uri="{FF2B5EF4-FFF2-40B4-BE49-F238E27FC236}">
                    <a16:creationId xmlns:a16="http://schemas.microsoft.com/office/drawing/2014/main" id="{27EFCA2F-CDE4-4206-A661-13D4CD12FF05}"/>
                  </a:ext>
                </a:extLst>
              </p:cNvPr>
              <p:cNvSpPr/>
              <p:nvPr/>
            </p:nvSpPr>
            <p:spPr>
              <a:xfrm>
                <a:off x="801329" y="2223722"/>
                <a:ext cx="693174" cy="889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a:p>
            </p:txBody>
          </p:sp>
        </p:grpSp>
      </p:grpSp>
      <p:sp>
        <p:nvSpPr>
          <p:cNvPr id="78" name="TextBox 77">
            <a:extLst>
              <a:ext uri="{FF2B5EF4-FFF2-40B4-BE49-F238E27FC236}">
                <a16:creationId xmlns:a16="http://schemas.microsoft.com/office/drawing/2014/main" id="{C7671A65-1FB8-8F32-0A24-B76DE58119AE}"/>
              </a:ext>
            </a:extLst>
          </p:cNvPr>
          <p:cNvSpPr txBox="1"/>
          <p:nvPr/>
        </p:nvSpPr>
        <p:spPr>
          <a:xfrm>
            <a:off x="4405470" y="1314615"/>
            <a:ext cx="2264005" cy="1179810"/>
          </a:xfrm>
          <a:prstGeom prst="rect">
            <a:avLst/>
          </a:prstGeom>
          <a:noFill/>
        </p:spPr>
        <p:txBody>
          <a:bodyPr wrap="square">
            <a:spAutoFit/>
          </a:bodyPr>
          <a:lstStyle/>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画面右上にある </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（メニューアイコン） をタップします。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メニューの中にある </a:t>
            </a:r>
            <a:r>
              <a:rPr lang="ja-JP" altLang="ja-JP" sz="900" b="1" dirty="0">
                <a:latin typeface="メイリオ" panose="020B0604030504040204" pitchFamily="50" charset="-128"/>
                <a:ea typeface="メイリオ" panose="020B0604030504040204" pitchFamily="50" charset="-128"/>
              </a:rPr>
              <a:t>「</a:t>
            </a:r>
            <a:r>
              <a:rPr lang="ja-JP" altLang="ja-JP" sz="900" b="1" dirty="0">
                <a:solidFill>
                  <a:schemeClr val="accent6"/>
                </a:solidFill>
                <a:latin typeface="メイリオ" panose="020B0604030504040204" pitchFamily="50" charset="-128"/>
                <a:ea typeface="メイリオ" panose="020B0604030504040204" pitchFamily="50" charset="-128"/>
              </a:rPr>
              <a:t>アプリをインストール</a:t>
            </a:r>
            <a:r>
              <a:rPr lang="ja-JP" altLang="ja-JP" sz="900" b="1" dirty="0">
                <a:latin typeface="メイリオ" panose="020B0604030504040204" pitchFamily="50" charset="-128"/>
                <a:ea typeface="メイリオ" panose="020B0604030504040204" pitchFamily="50" charset="-128"/>
              </a:rPr>
              <a:t>」</a:t>
            </a:r>
            <a:r>
              <a:rPr lang="ja-JP" altLang="ja-JP" sz="900" dirty="0">
                <a:latin typeface="メイリオ" panose="020B0604030504040204" pitchFamily="50" charset="-128"/>
                <a:ea typeface="メイリオ" panose="020B0604030504040204" pitchFamily="50" charset="-128"/>
              </a:rPr>
              <a:t> を選択します。</a:t>
            </a:r>
          </a:p>
          <a:p>
            <a:pPr marL="228600" indent="-228600">
              <a:spcBef>
                <a:spcPts val="506"/>
              </a:spcBef>
              <a:spcAft>
                <a:spcPts val="506"/>
              </a:spcAft>
              <a:buFont typeface="+mj-lt"/>
              <a:buAutoNum type="arabicPeriod"/>
            </a:pPr>
            <a:r>
              <a:rPr lang="ja-JP" altLang="ja-JP" sz="900" dirty="0">
                <a:latin typeface="メイリオ" panose="020B0604030504040204" pitchFamily="50" charset="-128"/>
                <a:ea typeface="メイリオ" panose="020B0604030504040204" pitchFamily="50" charset="-128"/>
              </a:rPr>
              <a:t>確認画面で </a:t>
            </a:r>
            <a:r>
              <a:rPr lang="ja-JP" altLang="ja-JP" sz="900" b="1" dirty="0">
                <a:latin typeface="メイリオ" panose="020B0604030504040204" pitchFamily="50" charset="-128"/>
                <a:ea typeface="メイリオ" panose="020B0604030504040204" pitchFamily="50" charset="-128"/>
              </a:rPr>
              <a:t>「インストール」</a:t>
            </a:r>
            <a:r>
              <a:rPr lang="ja-JP" altLang="ja-JP" sz="900" dirty="0">
                <a:latin typeface="メイリオ" panose="020B0604030504040204" pitchFamily="50" charset="-128"/>
                <a:ea typeface="メイリオ" panose="020B0604030504040204" pitchFamily="50" charset="-128"/>
              </a:rPr>
              <a:t> をタップします。</a:t>
            </a:r>
            <a:endParaRPr lang="en-US" altLang="ja-JP" sz="900" dirty="0">
              <a:latin typeface="メイリオ" panose="020B0604030504040204" pitchFamily="50" charset="-128"/>
              <a:ea typeface="メイリオ" panose="020B0604030504040204" pitchFamily="50" charset="-128"/>
            </a:endParaRPr>
          </a:p>
        </p:txBody>
      </p:sp>
      <p:pic>
        <p:nvPicPr>
          <p:cNvPr id="79" name="Picture 78">
            <a:extLst>
              <a:ext uri="{FF2B5EF4-FFF2-40B4-BE49-F238E27FC236}">
                <a16:creationId xmlns:a16="http://schemas.microsoft.com/office/drawing/2014/main" id="{36FD5535-FDD8-B733-6174-C4B3BBB3CAD5}"/>
              </a:ext>
            </a:extLst>
          </p:cNvPr>
          <p:cNvPicPr>
            <a:picLocks noChangeAspect="1"/>
          </p:cNvPicPr>
          <p:nvPr/>
        </p:nvPicPr>
        <p:blipFill>
          <a:blip r:embed="rId11"/>
          <a:stretch/>
        </p:blipFill>
        <p:spPr>
          <a:xfrm>
            <a:off x="4402735" y="834890"/>
            <a:ext cx="1336915" cy="293379"/>
          </a:xfrm>
          <a:prstGeom prst="rect">
            <a:avLst/>
          </a:prstGeom>
        </p:spPr>
      </p:pic>
      <p:grpSp>
        <p:nvGrpSpPr>
          <p:cNvPr id="81" name="Group 80">
            <a:extLst>
              <a:ext uri="{FF2B5EF4-FFF2-40B4-BE49-F238E27FC236}">
                <a16:creationId xmlns:a16="http://schemas.microsoft.com/office/drawing/2014/main" id="{117CDD9D-D1CB-F522-2C87-39775C82333F}"/>
              </a:ext>
            </a:extLst>
          </p:cNvPr>
          <p:cNvGrpSpPr/>
          <p:nvPr/>
        </p:nvGrpSpPr>
        <p:grpSpPr>
          <a:xfrm>
            <a:off x="1544336" y="1294040"/>
            <a:ext cx="323791" cy="247881"/>
            <a:chOff x="4277526" y="4541813"/>
            <a:chExt cx="429130" cy="328524"/>
          </a:xfrm>
        </p:grpSpPr>
        <p:sp>
          <p:nvSpPr>
            <p:cNvPr id="82" name="Oval 81">
              <a:extLst>
                <a:ext uri="{FF2B5EF4-FFF2-40B4-BE49-F238E27FC236}">
                  <a16:creationId xmlns:a16="http://schemas.microsoft.com/office/drawing/2014/main" id="{75A3E02A-970E-AF81-DFE7-965C50CD38CF}"/>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3" name="TextBox 82">
              <a:extLst>
                <a:ext uri="{FF2B5EF4-FFF2-40B4-BE49-F238E27FC236}">
                  <a16:creationId xmlns:a16="http://schemas.microsoft.com/office/drawing/2014/main" id="{51993BF2-FB97-A241-6D16-D18FB3F88874}"/>
                </a:ext>
              </a:extLst>
            </p:cNvPr>
            <p:cNvSpPr txBox="1"/>
            <p:nvPr/>
          </p:nvSpPr>
          <p:spPr>
            <a:xfrm>
              <a:off x="4277526" y="4541813"/>
              <a:ext cx="429130" cy="328524"/>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grpSp>
        <p:nvGrpSpPr>
          <p:cNvPr id="84" name="Group 83">
            <a:extLst>
              <a:ext uri="{FF2B5EF4-FFF2-40B4-BE49-F238E27FC236}">
                <a16:creationId xmlns:a16="http://schemas.microsoft.com/office/drawing/2014/main" id="{D48A6676-6F65-E317-6494-B98E6DD97A4A}"/>
              </a:ext>
            </a:extLst>
          </p:cNvPr>
          <p:cNvGrpSpPr/>
          <p:nvPr/>
        </p:nvGrpSpPr>
        <p:grpSpPr>
          <a:xfrm>
            <a:off x="1544336" y="1872090"/>
            <a:ext cx="323791" cy="247881"/>
            <a:chOff x="4277526" y="4535055"/>
            <a:chExt cx="429130" cy="328525"/>
          </a:xfrm>
        </p:grpSpPr>
        <p:sp>
          <p:nvSpPr>
            <p:cNvPr id="85" name="Oval 84">
              <a:extLst>
                <a:ext uri="{FF2B5EF4-FFF2-40B4-BE49-F238E27FC236}">
                  <a16:creationId xmlns:a16="http://schemas.microsoft.com/office/drawing/2014/main" id="{6F49EF3B-5BBB-489C-F7D4-56C548EAAD70}"/>
                </a:ext>
              </a:extLst>
            </p:cNvPr>
            <p:cNvSpPr/>
            <p:nvPr/>
          </p:nvSpPr>
          <p:spPr>
            <a:xfrm>
              <a:off x="4354873" y="4555071"/>
              <a:ext cx="274436" cy="274436"/>
            </a:xfrm>
            <a:prstGeom prst="ellipse">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6" name="TextBox 85">
              <a:extLst>
                <a:ext uri="{FF2B5EF4-FFF2-40B4-BE49-F238E27FC236}">
                  <a16:creationId xmlns:a16="http://schemas.microsoft.com/office/drawing/2014/main" id="{9933D54D-410E-E848-9CCD-1F87A1A27D93}"/>
                </a:ext>
              </a:extLst>
            </p:cNvPr>
            <p:cNvSpPr txBox="1"/>
            <p:nvPr/>
          </p:nvSpPr>
          <p:spPr>
            <a:xfrm>
              <a:off x="4277526" y="4535055"/>
              <a:ext cx="429130" cy="328525"/>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grpSp>
      <p:sp>
        <p:nvSpPr>
          <p:cNvPr id="88" name="Oval 87">
            <a:extLst>
              <a:ext uri="{FF2B5EF4-FFF2-40B4-BE49-F238E27FC236}">
                <a16:creationId xmlns:a16="http://schemas.microsoft.com/office/drawing/2014/main" id="{F65BAE92-DABA-29DD-0DF7-5A2E449FC078}"/>
              </a:ext>
            </a:extLst>
          </p:cNvPr>
          <p:cNvSpPr/>
          <p:nvPr/>
        </p:nvSpPr>
        <p:spPr>
          <a:xfrm>
            <a:off x="4438631" y="1304044"/>
            <a:ext cx="207070" cy="207070"/>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89" name="TextBox 88">
            <a:extLst>
              <a:ext uri="{FF2B5EF4-FFF2-40B4-BE49-F238E27FC236}">
                <a16:creationId xmlns:a16="http://schemas.microsoft.com/office/drawing/2014/main" id="{CB1A1A67-25D4-BDE3-7B4F-AA5B2C405CFF}"/>
              </a:ext>
            </a:extLst>
          </p:cNvPr>
          <p:cNvSpPr txBox="1"/>
          <p:nvPr/>
        </p:nvSpPr>
        <p:spPr>
          <a:xfrm>
            <a:off x="4380270" y="129404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1</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1" name="Oval 90">
            <a:extLst>
              <a:ext uri="{FF2B5EF4-FFF2-40B4-BE49-F238E27FC236}">
                <a16:creationId xmlns:a16="http://schemas.microsoft.com/office/drawing/2014/main" id="{6F6C87D7-42EB-656E-778B-555126B76A14}"/>
              </a:ext>
            </a:extLst>
          </p:cNvPr>
          <p:cNvSpPr/>
          <p:nvPr/>
        </p:nvSpPr>
        <p:spPr>
          <a:xfrm>
            <a:off x="4438631" y="1688993"/>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2" name="TextBox 91">
            <a:extLst>
              <a:ext uri="{FF2B5EF4-FFF2-40B4-BE49-F238E27FC236}">
                <a16:creationId xmlns:a16="http://schemas.microsoft.com/office/drawing/2014/main" id="{97BEA637-D58F-406B-2132-E4506E1CBC44}"/>
              </a:ext>
            </a:extLst>
          </p:cNvPr>
          <p:cNvSpPr txBox="1"/>
          <p:nvPr/>
        </p:nvSpPr>
        <p:spPr>
          <a:xfrm>
            <a:off x="4380270" y="1673890"/>
            <a:ext cx="323791" cy="247881"/>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2</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94" name="Oval 93">
            <a:extLst>
              <a:ext uri="{FF2B5EF4-FFF2-40B4-BE49-F238E27FC236}">
                <a16:creationId xmlns:a16="http://schemas.microsoft.com/office/drawing/2014/main" id="{054A3DB0-959F-B606-8091-B17E28269997}"/>
              </a:ext>
            </a:extLst>
          </p:cNvPr>
          <p:cNvSpPr/>
          <p:nvPr/>
        </p:nvSpPr>
        <p:spPr>
          <a:xfrm>
            <a:off x="4438631" y="2079392"/>
            <a:ext cx="207070" cy="207069"/>
          </a:xfrm>
          <a:prstGeom prst="ellipse">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100" b="1" dirty="0">
              <a:latin typeface="メイリオ" panose="020B0604030504040204" pitchFamily="50" charset="-128"/>
              <a:ea typeface="メイリオ" panose="020B0604030504040204" pitchFamily="50" charset="-128"/>
            </a:endParaRPr>
          </a:p>
        </p:txBody>
      </p:sp>
      <p:sp>
        <p:nvSpPr>
          <p:cNvPr id="95" name="TextBox 94">
            <a:extLst>
              <a:ext uri="{FF2B5EF4-FFF2-40B4-BE49-F238E27FC236}">
                <a16:creationId xmlns:a16="http://schemas.microsoft.com/office/drawing/2014/main" id="{1DF83434-BEB0-AB85-E9F3-1514713F6AEB}"/>
              </a:ext>
            </a:extLst>
          </p:cNvPr>
          <p:cNvSpPr txBox="1"/>
          <p:nvPr/>
        </p:nvSpPr>
        <p:spPr>
          <a:xfrm>
            <a:off x="4380270" y="2064289"/>
            <a:ext cx="323791" cy="261610"/>
          </a:xfrm>
          <a:prstGeom prst="rect">
            <a:avLst/>
          </a:prstGeom>
          <a:noFill/>
        </p:spPr>
        <p:txBody>
          <a:bodyPr wrap="square">
            <a:spAutoFit/>
          </a:bodyPr>
          <a:lstStyle/>
          <a:p>
            <a:pPr algn="ctr"/>
            <a:r>
              <a:rPr kumimoji="1" lang="en-US" altLang="ja-JP" sz="1100" b="1" dirty="0">
                <a:solidFill>
                  <a:schemeClr val="bg1"/>
                </a:solidFill>
                <a:latin typeface="メイリオ" panose="020B0604030504040204" pitchFamily="50" charset="-128"/>
                <a:ea typeface="メイリオ" panose="020B0604030504040204" pitchFamily="50" charset="-128"/>
              </a:rPr>
              <a:t>3</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cxnSp>
        <p:nvCxnSpPr>
          <p:cNvPr id="99" name="Straight Connector 98">
            <a:extLst>
              <a:ext uri="{FF2B5EF4-FFF2-40B4-BE49-F238E27FC236}">
                <a16:creationId xmlns:a16="http://schemas.microsoft.com/office/drawing/2014/main" id="{D4189A31-A94E-BEE5-A6CB-3AB9D8897A46}"/>
              </a:ext>
            </a:extLst>
          </p:cNvPr>
          <p:cNvCxnSpPr>
            <a:cxnSpLocks/>
          </p:cNvCxnSpPr>
          <p:nvPr/>
        </p:nvCxnSpPr>
        <p:spPr>
          <a:xfrm>
            <a:off x="1706232" y="1565774"/>
            <a:ext cx="0" cy="2743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6710F753-51EE-9D0E-8C60-9FB2DBAF327D}"/>
              </a:ext>
            </a:extLst>
          </p:cNvPr>
          <p:cNvCxnSpPr>
            <a:cxnSpLocks/>
          </p:cNvCxnSpPr>
          <p:nvPr/>
        </p:nvCxnSpPr>
        <p:spPr>
          <a:xfrm>
            <a:off x="4539766" y="1535163"/>
            <a:ext cx="0" cy="131969"/>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B545C3D5-A8DC-6216-2381-CB8335904700}"/>
              </a:ext>
            </a:extLst>
          </p:cNvPr>
          <p:cNvCxnSpPr>
            <a:cxnSpLocks/>
          </p:cNvCxnSpPr>
          <p:nvPr/>
        </p:nvCxnSpPr>
        <p:spPr>
          <a:xfrm>
            <a:off x="4539766" y="1915013"/>
            <a:ext cx="0" cy="142518"/>
          </a:xfrm>
          <a:prstGeom prst="line">
            <a:avLst/>
          </a:prstGeom>
          <a:ln>
            <a:solidFill>
              <a:schemeClr val="accent6"/>
            </a:solidFill>
          </a:ln>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BF62CF0B-89AD-1AC8-BC0C-EC556A11DD4D}"/>
              </a:ext>
            </a:extLst>
          </p:cNvPr>
          <p:cNvCxnSpPr>
            <a:cxnSpLocks/>
          </p:cNvCxnSpPr>
          <p:nvPr/>
        </p:nvCxnSpPr>
        <p:spPr>
          <a:xfrm>
            <a:off x="544488" y="4678143"/>
            <a:ext cx="0" cy="13716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788D259A-8BF8-0F56-D4F5-EABDBED77526}"/>
              </a:ext>
            </a:extLst>
          </p:cNvPr>
          <p:cNvCxnSpPr>
            <a:cxnSpLocks/>
          </p:cNvCxnSpPr>
          <p:nvPr/>
        </p:nvCxnSpPr>
        <p:spPr>
          <a:xfrm>
            <a:off x="544488" y="6348498"/>
            <a:ext cx="0" cy="91440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0071F805-1096-62B3-5CFF-A4B30582E7FD}"/>
              </a:ext>
            </a:extLst>
          </p:cNvPr>
          <p:cNvCxnSpPr>
            <a:cxnSpLocks/>
          </p:cNvCxnSpPr>
          <p:nvPr/>
        </p:nvCxnSpPr>
        <p:spPr>
          <a:xfrm>
            <a:off x="544488" y="7584436"/>
            <a:ext cx="0" cy="731520"/>
          </a:xfrm>
          <a:prstGeom prst="line">
            <a:avLst/>
          </a:prstGeom>
          <a:ln>
            <a:solidFill>
              <a:srgbClr val="0070C0"/>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1624E78-9329-5751-4BE2-FDA2B5B462FA}"/>
              </a:ext>
            </a:extLst>
          </p:cNvPr>
          <p:cNvCxnSpPr/>
          <p:nvPr/>
        </p:nvCxnSpPr>
        <p:spPr>
          <a:xfrm>
            <a:off x="715350" y="6188147"/>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9843FC7E-1C62-7BB2-5682-B6F9A4C575EA}"/>
              </a:ext>
            </a:extLst>
          </p:cNvPr>
          <p:cNvCxnSpPr/>
          <p:nvPr/>
        </p:nvCxnSpPr>
        <p:spPr>
          <a:xfrm>
            <a:off x="715350" y="7420908"/>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00C49506-16E2-FD54-38FB-8D3CA03AA500}"/>
              </a:ext>
            </a:extLst>
          </p:cNvPr>
          <p:cNvCxnSpPr/>
          <p:nvPr/>
        </p:nvCxnSpPr>
        <p:spPr>
          <a:xfrm>
            <a:off x="715350" y="8461105"/>
            <a:ext cx="5510521" cy="9323"/>
          </a:xfrm>
          <a:prstGeom prst="line">
            <a:avLst/>
          </a:prstGeom>
          <a:ln w="9525">
            <a:solidFill>
              <a:schemeClr val="tx1">
                <a:lumMod val="50000"/>
                <a:lumOff val="5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81EB839-3187-09B8-E4E5-849BC6574724}"/>
              </a:ext>
            </a:extLst>
          </p:cNvPr>
          <p:cNvCxnSpPr>
            <a:cxnSpLocks/>
            <a:stCxn id="86" idx="2"/>
          </p:cNvCxnSpPr>
          <p:nvPr/>
        </p:nvCxnSpPr>
        <p:spPr>
          <a:xfrm>
            <a:off x="1706232" y="2119971"/>
            <a:ext cx="0" cy="683994"/>
          </a:xfrm>
          <a:prstGeom prst="line">
            <a:avLst/>
          </a:prstGeom>
          <a:ln>
            <a:solidFill>
              <a:srgbClr val="0070C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0294E52B-DC70-47A4-016F-DAD90774ED49}"/>
              </a:ext>
            </a:extLst>
          </p:cNvPr>
          <p:cNvCxnSpPr>
            <a:cxnSpLocks/>
            <a:stCxn id="95" idx="2"/>
          </p:cNvCxnSpPr>
          <p:nvPr/>
        </p:nvCxnSpPr>
        <p:spPr>
          <a:xfrm flipH="1">
            <a:off x="4539766" y="2325899"/>
            <a:ext cx="2400" cy="478066"/>
          </a:xfrm>
          <a:prstGeom prst="line">
            <a:avLst/>
          </a:prstGeom>
          <a:ln>
            <a:solidFill>
              <a:schemeClr val="accent6"/>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7B3C2A43-C207-763C-DDA5-EAC2C8079D45}"/>
              </a:ext>
            </a:extLst>
          </p:cNvPr>
          <p:cNvSpPr txBox="1"/>
          <p:nvPr/>
        </p:nvSpPr>
        <p:spPr>
          <a:xfrm>
            <a:off x="17952" y="1360616"/>
            <a:ext cx="1597807" cy="66429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800" b="1" i="0" u="none" strike="noStrike" baseline="0">
                <a:solidFill>
                  <a:srgbClr val="0070C0"/>
                </a:solidFill>
                <a:latin typeface="Meiryo"/>
              </a:rPr>
              <a:t>QR</a:t>
            </a:r>
            <a:r>
              <a:rPr lang="ja-JP" sz="800" b="1" i="0" u="none" strike="noStrike" baseline="0">
                <a:solidFill>
                  <a:srgbClr val="0070C0"/>
                </a:solidFill>
                <a:ea typeface="Meiryo"/>
              </a:rPr>
              <a:t>コードを読んでください。</a:t>
            </a:r>
            <a:r>
              <a:rPr sz="800" b="1" i="0">
                <a:solidFill>
                  <a:srgbClr val="0070C0"/>
                </a:solidFill>
                <a:latin typeface="Meiryo"/>
                <a:ea typeface="Meiryo"/>
                <a:cs typeface="Meiryo"/>
              </a:rPr>
              <a:t>​</a:t>
            </a:r>
            <a:br>
              <a:rPr sz="800" b="1" i="0">
                <a:solidFill>
                  <a:srgbClr val="0070C0"/>
                </a:solidFill>
                <a:latin typeface="Meiryo"/>
                <a:ea typeface="Meiryo"/>
                <a:cs typeface="Meiryo"/>
              </a:rPr>
            </a:br>
            <a:r>
              <a:rPr lang="ja-JP" sz="800" b="1" i="0" u="none" strike="noStrike" baseline="0">
                <a:solidFill>
                  <a:srgbClr val="0070C0"/>
                </a:solidFill>
                <a:ea typeface="Meiryo"/>
              </a:rPr>
              <a:t>ブラウザが開きます。</a:t>
            </a:r>
            <a:r>
              <a:rPr sz="800" b="1" i="0">
                <a:solidFill>
                  <a:srgbClr val="0070C0"/>
                </a:solidFill>
                <a:latin typeface="Meiryo"/>
                <a:ea typeface="Meiryo"/>
                <a:cs typeface="Meiryo"/>
              </a:rPr>
              <a:t>​</a:t>
            </a:r>
            <a:endParaRPr lang="en-US" sz="2000" b="1">
              <a:solidFill>
                <a:srgbClr val="0070C0"/>
              </a:solidFill>
            </a:endParaRPr>
          </a:p>
          <a:p>
            <a:pPr algn="ctr"/>
            <a:endParaRPr lang="en-US" sz="2000" b="1">
              <a:solidFill>
                <a:srgbClr val="0070C0"/>
              </a:solidFill>
            </a:endParaRPr>
          </a:p>
        </p:txBody>
      </p:sp>
    </p:spTree>
    <p:extLst>
      <p:ext uri="{BB962C8B-B14F-4D97-AF65-F5344CB8AC3E}">
        <p14:creationId xmlns:p14="http://schemas.microsoft.com/office/powerpoint/2010/main" val="343189305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4917</TotalTime>
  <Words>1624</Words>
  <Application>Microsoft Office PowerPoint</Application>
  <PresentationFormat>A4 Paper (210x297 mm)</PresentationFormat>
  <Paragraphs>169</Paragraphs>
  <Slides>11</Slides>
  <Notes>0</Notes>
  <HiddenSlides>0</HiddenSlides>
  <MMClips>0</MMClips>
  <ScaleCrop>false</ScaleCrop>
  <HeadingPairs>
    <vt:vector size="4" baseType="variant">
      <vt:variant>
        <vt:lpstr>Theme</vt:lpstr>
      </vt:variant>
      <vt:variant>
        <vt:i4>1</vt:i4>
      </vt:variant>
      <vt:variant>
        <vt:lpstr>Slide Titles</vt:lpstr>
      </vt:variant>
      <vt:variant>
        <vt:i4>11</vt:i4>
      </vt:variant>
    </vt:vector>
  </HeadingPairs>
  <TitlesOfParts>
    <vt:vector size="12"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Takamichi Asai</dc:creator>
  <cp:lastModifiedBy>Takamichi Asai</cp:lastModifiedBy>
  <cp:revision>42</cp:revision>
  <cp:lastPrinted>2026-06-08T06:52:55Z</cp:lastPrinted>
  <dcterms:created xsi:type="dcterms:W3CDTF">2026-06-01T01:11:22Z</dcterms:created>
  <dcterms:modified xsi:type="dcterms:W3CDTF">2026-06-27T16:16:41Z</dcterms:modified>
</cp:coreProperties>
</file>