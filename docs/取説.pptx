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57" r:id="rId2"/>
    <p:sldId id="273" r:id="rId3"/>
    <p:sldId id="271" r:id="rId4"/>
    <p:sldId id="272" r:id="rId5"/>
    <p:sldId id="269" r:id="rId6"/>
    <p:sldId id="274" r:id="rId7"/>
    <p:sldId id="268" r:id="rId8"/>
    <p:sldId id="267" r:id="rId9"/>
    <p:sldId id="277" r:id="rId10"/>
    <p:sldId id="276" r:id="rId11"/>
    <p:sldId id="278"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FEFDFE"/>
    <a:srgbClr val="FEFEFE"/>
    <a:srgbClr val="FEFEFD"/>
    <a:srgbClr val="FBFBFB"/>
    <a:srgbClr val="F5F6FB"/>
    <a:srgbClr val="3563DB"/>
    <a:srgbClr val="BA5121"/>
    <a:srgbClr val="F0DAD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E56304-DE67-4B01-A2CC-342B980A114D}" v="296" dt="2026-06-08T06:53:15.8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05" d="100"/>
          <a:sy n="105" d="100"/>
        </p:scale>
        <p:origin x="433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kamichi Asai" userId="3b5f7fad-e636-4c8e-833d-1467cd4f12a3" providerId="ADAL" clId="{2A663872-BA5B-4A08-84BE-EED75D43575C}"/>
    <pc:docChg chg="undo redo custSel addSld delSld modSld sldOrd modMainMaster modNotesMaster">
      <pc:chgData name="Takamichi Asai" userId="3b5f7fad-e636-4c8e-833d-1467cd4f12a3" providerId="ADAL" clId="{2A663872-BA5B-4A08-84BE-EED75D43575C}" dt="2026-06-08T07:14:03.788" v="15425" actId="1038"/>
      <pc:docMkLst>
        <pc:docMk/>
      </pc:docMkLst>
      <pc:sldChg chg="addSp delSp modSp mod">
        <pc:chgData name="Takamichi Asai" userId="3b5f7fad-e636-4c8e-833d-1467cd4f12a3" providerId="ADAL" clId="{2A663872-BA5B-4A08-84BE-EED75D43575C}" dt="2026-06-07T02:11:32.719" v="12524"/>
        <pc:sldMkLst>
          <pc:docMk/>
          <pc:sldMk cId="1550345001" sldId="257"/>
        </pc:sldMkLst>
        <pc:spChg chg="mod">
          <ac:chgData name="Takamichi Asai" userId="3b5f7fad-e636-4c8e-833d-1467cd4f12a3" providerId="ADAL" clId="{2A663872-BA5B-4A08-84BE-EED75D43575C}" dt="2026-06-07T02:11:32.719" v="12524"/>
          <ac:spMkLst>
            <pc:docMk/>
            <pc:sldMk cId="1550345001" sldId="257"/>
            <ac:spMk id="2" creationId="{5ED82475-5603-8C6C-7870-30DD4C3E63FA}"/>
          </ac:spMkLst>
        </pc:spChg>
        <pc:spChg chg="mod">
          <ac:chgData name="Takamichi Asai" userId="3b5f7fad-e636-4c8e-833d-1467cd4f12a3" providerId="ADAL" clId="{2A663872-BA5B-4A08-84BE-EED75D43575C}" dt="2026-06-07T02:11:32.719" v="12524"/>
          <ac:spMkLst>
            <pc:docMk/>
            <pc:sldMk cId="1550345001" sldId="257"/>
            <ac:spMk id="13" creationId="{96AC0A3D-24FD-A099-2DB5-353B14B6DE79}"/>
          </ac:spMkLst>
        </pc:spChg>
        <pc:picChg chg="mod">
          <ac:chgData name="Takamichi Asai" userId="3b5f7fad-e636-4c8e-833d-1467cd4f12a3" providerId="ADAL" clId="{2A663872-BA5B-4A08-84BE-EED75D43575C}" dt="2026-06-07T02:11:32.719" v="12524"/>
          <ac:picMkLst>
            <pc:docMk/>
            <pc:sldMk cId="1550345001" sldId="257"/>
            <ac:picMk id="4" creationId="{1CE08612-12A9-FD81-5C8E-A2607145E13C}"/>
          </ac:picMkLst>
        </pc:picChg>
        <pc:picChg chg="mod">
          <ac:chgData name="Takamichi Asai" userId="3b5f7fad-e636-4c8e-833d-1467cd4f12a3" providerId="ADAL" clId="{2A663872-BA5B-4A08-84BE-EED75D43575C}" dt="2026-06-07T02:11:32.719" v="12524"/>
          <ac:picMkLst>
            <pc:docMk/>
            <pc:sldMk cId="1550345001" sldId="257"/>
            <ac:picMk id="6" creationId="{D0854AB7-8CFB-F2B0-D232-10C57A13BFF4}"/>
          </ac:picMkLst>
        </pc:picChg>
      </pc:sldChg>
      <pc:sldChg chg="modSp add del mod">
        <pc:chgData name="Takamichi Asai" userId="3b5f7fad-e636-4c8e-833d-1467cd4f12a3" providerId="ADAL" clId="{2A663872-BA5B-4A08-84BE-EED75D43575C}" dt="2026-06-08T01:39:39.238" v="13668" actId="47"/>
        <pc:sldMkLst>
          <pc:docMk/>
          <pc:sldMk cId="3588869282" sldId="266"/>
        </pc:sldMkLst>
        <pc:spChg chg="mod">
          <ac:chgData name="Takamichi Asai" userId="3b5f7fad-e636-4c8e-833d-1467cd4f12a3" providerId="ADAL" clId="{2A663872-BA5B-4A08-84BE-EED75D43575C}" dt="2026-06-07T23:15:27.111" v="13225" actId="1038"/>
          <ac:spMkLst>
            <pc:docMk/>
            <pc:sldMk cId="3588869282" sldId="266"/>
            <ac:spMk id="30" creationId="{72A4EEAC-6C4E-8D4E-B7C9-520AA9B1782C}"/>
          </ac:spMkLst>
        </pc:spChg>
        <pc:spChg chg="mod">
          <ac:chgData name="Takamichi Asai" userId="3b5f7fad-e636-4c8e-833d-1467cd4f12a3" providerId="ADAL" clId="{2A663872-BA5B-4A08-84BE-EED75D43575C}" dt="2026-06-07T23:15:20.805" v="13216" actId="1038"/>
          <ac:spMkLst>
            <pc:docMk/>
            <pc:sldMk cId="3588869282" sldId="266"/>
            <ac:spMk id="31" creationId="{200FB411-E3D8-9704-5DAE-8D340B70A6D6}"/>
          </ac:spMkLst>
        </pc:spChg>
      </pc:sldChg>
      <pc:sldChg chg="addSp delSp modSp new del mod">
        <pc:chgData name="Takamichi Asai" userId="3b5f7fad-e636-4c8e-833d-1467cd4f12a3" providerId="ADAL" clId="{2A663872-BA5B-4A08-84BE-EED75D43575C}" dt="2026-06-07T23:14:23.103" v="13204" actId="2696"/>
        <pc:sldMkLst>
          <pc:docMk/>
          <pc:sldMk cId="4073356895" sldId="266"/>
        </pc:sldMkLst>
        <pc:spChg chg="add mod">
          <ac:chgData name="Takamichi Asai" userId="3b5f7fad-e636-4c8e-833d-1467cd4f12a3" providerId="ADAL" clId="{2A663872-BA5B-4A08-84BE-EED75D43575C}" dt="2026-06-07T02:11:32.719" v="12524"/>
          <ac:spMkLst>
            <pc:docMk/>
            <pc:sldMk cId="4073356895" sldId="266"/>
            <ac:spMk id="2" creationId="{7638567D-BB87-35D0-FFE6-4D1454CBBEAB}"/>
          </ac:spMkLst>
        </pc:spChg>
        <pc:spChg chg="add mod">
          <ac:chgData name="Takamichi Asai" userId="3b5f7fad-e636-4c8e-833d-1467cd4f12a3" providerId="ADAL" clId="{2A663872-BA5B-4A08-84BE-EED75D43575C}" dt="2026-06-07T02:11:32.719" v="12524"/>
          <ac:spMkLst>
            <pc:docMk/>
            <pc:sldMk cId="4073356895" sldId="266"/>
            <ac:spMk id="12" creationId="{4ED4066F-E2DE-1985-DF17-04E5B2DE1E3B}"/>
          </ac:spMkLst>
        </pc:spChg>
        <pc:spChg chg="add mod">
          <ac:chgData name="Takamichi Asai" userId="3b5f7fad-e636-4c8e-833d-1467cd4f12a3" providerId="ADAL" clId="{2A663872-BA5B-4A08-84BE-EED75D43575C}" dt="2026-06-07T02:11:32.719" v="12524"/>
          <ac:spMkLst>
            <pc:docMk/>
            <pc:sldMk cId="4073356895" sldId="266"/>
            <ac:spMk id="14" creationId="{FF606793-F22B-7100-9E12-7230CA49EA53}"/>
          </ac:spMkLst>
        </pc:spChg>
        <pc:spChg chg="add mod">
          <ac:chgData name="Takamichi Asai" userId="3b5f7fad-e636-4c8e-833d-1467cd4f12a3" providerId="ADAL" clId="{2A663872-BA5B-4A08-84BE-EED75D43575C}" dt="2026-06-07T02:11:32.719" v="12524"/>
          <ac:spMkLst>
            <pc:docMk/>
            <pc:sldMk cId="4073356895" sldId="266"/>
            <ac:spMk id="15" creationId="{D0399FED-7A95-22C6-59A4-523C5D22ABE5}"/>
          </ac:spMkLst>
        </pc:spChg>
        <pc:spChg chg="add mod">
          <ac:chgData name="Takamichi Asai" userId="3b5f7fad-e636-4c8e-833d-1467cd4f12a3" providerId="ADAL" clId="{2A663872-BA5B-4A08-84BE-EED75D43575C}" dt="2026-06-07T02:11:32.719" v="12524"/>
          <ac:spMkLst>
            <pc:docMk/>
            <pc:sldMk cId="4073356895" sldId="266"/>
            <ac:spMk id="30" creationId="{72A4EEAC-6C4E-8D4E-B7C9-520AA9B1782C}"/>
          </ac:spMkLst>
        </pc:spChg>
        <pc:spChg chg="add mod">
          <ac:chgData name="Takamichi Asai" userId="3b5f7fad-e636-4c8e-833d-1467cd4f12a3" providerId="ADAL" clId="{2A663872-BA5B-4A08-84BE-EED75D43575C}" dt="2026-06-07T02:11:32.719" v="12524"/>
          <ac:spMkLst>
            <pc:docMk/>
            <pc:sldMk cId="4073356895" sldId="266"/>
            <ac:spMk id="44" creationId="{0952983C-55C3-8ACE-A68A-1BFD7CF0DB65}"/>
          </ac:spMkLst>
        </pc:spChg>
        <pc:spChg chg="add mod">
          <ac:chgData name="Takamichi Asai" userId="3b5f7fad-e636-4c8e-833d-1467cd4f12a3" providerId="ADAL" clId="{2A663872-BA5B-4A08-84BE-EED75D43575C}" dt="2026-06-07T02:11:32.719" v="12524"/>
          <ac:spMkLst>
            <pc:docMk/>
            <pc:sldMk cId="4073356895" sldId="266"/>
            <ac:spMk id="48" creationId="{F97959B6-B19D-0C4C-046C-837424A41A18}"/>
          </ac:spMkLst>
        </pc:spChg>
        <pc:spChg chg="add mod">
          <ac:chgData name="Takamichi Asai" userId="3b5f7fad-e636-4c8e-833d-1467cd4f12a3" providerId="ADAL" clId="{2A663872-BA5B-4A08-84BE-EED75D43575C}" dt="2026-06-07T02:11:32.719" v="12524"/>
          <ac:spMkLst>
            <pc:docMk/>
            <pc:sldMk cId="4073356895" sldId="266"/>
            <ac:spMk id="49" creationId="{A1A65A68-3EDD-80F2-FE8A-1E48BCA8E12A}"/>
          </ac:spMkLst>
        </pc:spChg>
        <pc:spChg chg="add mod">
          <ac:chgData name="Takamichi Asai" userId="3b5f7fad-e636-4c8e-833d-1467cd4f12a3" providerId="ADAL" clId="{2A663872-BA5B-4A08-84BE-EED75D43575C}" dt="2026-06-07T02:11:32.719" v="12524"/>
          <ac:spMkLst>
            <pc:docMk/>
            <pc:sldMk cId="4073356895" sldId="266"/>
            <ac:spMk id="54" creationId="{491E1FFA-AE8A-4343-74ED-A6F3F5E3B8D8}"/>
          </ac:spMkLst>
        </pc:spChg>
        <pc:spChg chg="add mod">
          <ac:chgData name="Takamichi Asai" userId="3b5f7fad-e636-4c8e-833d-1467cd4f12a3" providerId="ADAL" clId="{2A663872-BA5B-4A08-84BE-EED75D43575C}" dt="2026-06-07T02:11:32.719" v="12524"/>
          <ac:spMkLst>
            <pc:docMk/>
            <pc:sldMk cId="4073356895" sldId="266"/>
            <ac:spMk id="61" creationId="{5780FE41-0F65-FEF2-9088-02B3C0947838}"/>
          </ac:spMkLst>
        </pc:spChg>
      </pc:sldChg>
      <pc:sldChg chg="addSp delSp modSp new del mod">
        <pc:chgData name="Takamichi Asai" userId="3b5f7fad-e636-4c8e-833d-1467cd4f12a3" providerId="ADAL" clId="{2A663872-BA5B-4A08-84BE-EED75D43575C}" dt="2026-06-08T01:51:47.030" v="14081" actId="2696"/>
        <pc:sldMkLst>
          <pc:docMk/>
          <pc:sldMk cId="2011458019" sldId="267"/>
        </pc:sldMkLst>
        <pc:spChg chg="add mod">
          <ac:chgData name="Takamichi Asai" userId="3b5f7fad-e636-4c8e-833d-1467cd4f12a3" providerId="ADAL" clId="{2A663872-BA5B-4A08-84BE-EED75D43575C}" dt="2026-06-07T02:11:32.719" v="12524"/>
          <ac:spMkLst>
            <pc:docMk/>
            <pc:sldMk cId="2011458019" sldId="267"/>
            <ac:spMk id="12" creationId="{1E21B763-2756-6A07-52CF-DA2EC27B9C12}"/>
          </ac:spMkLst>
        </pc:spChg>
        <pc:spChg chg="add mod">
          <ac:chgData name="Takamichi Asai" userId="3b5f7fad-e636-4c8e-833d-1467cd4f12a3" providerId="ADAL" clId="{2A663872-BA5B-4A08-84BE-EED75D43575C}" dt="2026-06-07T02:11:32.719" v="12524"/>
          <ac:spMkLst>
            <pc:docMk/>
            <pc:sldMk cId="2011458019" sldId="267"/>
            <ac:spMk id="13" creationId="{566FBD40-8123-2FE1-A1E5-7593C3EBE4D9}"/>
          </ac:spMkLst>
        </pc:spChg>
        <pc:spChg chg="add mod">
          <ac:chgData name="Takamichi Asai" userId="3b5f7fad-e636-4c8e-833d-1467cd4f12a3" providerId="ADAL" clId="{2A663872-BA5B-4A08-84BE-EED75D43575C}" dt="2026-06-07T02:11:32.719" v="12524"/>
          <ac:spMkLst>
            <pc:docMk/>
            <pc:sldMk cId="2011458019" sldId="267"/>
            <ac:spMk id="14" creationId="{CE878953-9BAA-2530-C943-2D491622423A}"/>
          </ac:spMkLst>
        </pc:spChg>
        <pc:spChg chg="add mod">
          <ac:chgData name="Takamichi Asai" userId="3b5f7fad-e636-4c8e-833d-1467cd4f12a3" providerId="ADAL" clId="{2A663872-BA5B-4A08-84BE-EED75D43575C}" dt="2026-06-07T02:11:32.719" v="12524"/>
          <ac:spMkLst>
            <pc:docMk/>
            <pc:sldMk cId="2011458019" sldId="267"/>
            <ac:spMk id="15" creationId="{EBE74208-12CD-98B6-4E4A-C92850871DD1}"/>
          </ac:spMkLst>
        </pc:spChg>
        <pc:spChg chg="add mod">
          <ac:chgData name="Takamichi Asai" userId="3b5f7fad-e636-4c8e-833d-1467cd4f12a3" providerId="ADAL" clId="{2A663872-BA5B-4A08-84BE-EED75D43575C}" dt="2026-06-07T02:11:32.719" v="12524"/>
          <ac:spMkLst>
            <pc:docMk/>
            <pc:sldMk cId="2011458019" sldId="267"/>
            <ac:spMk id="21" creationId="{8060E79E-2676-30D2-4A06-FB2E3D6332A2}"/>
          </ac:spMkLst>
        </pc:spChg>
        <pc:spChg chg="add mod">
          <ac:chgData name="Takamichi Asai" userId="3b5f7fad-e636-4c8e-833d-1467cd4f12a3" providerId="ADAL" clId="{2A663872-BA5B-4A08-84BE-EED75D43575C}" dt="2026-06-07T02:11:32.719" v="12524"/>
          <ac:spMkLst>
            <pc:docMk/>
            <pc:sldMk cId="2011458019" sldId="267"/>
            <ac:spMk id="22" creationId="{083B5F1D-000A-C7CB-41BD-FA0E8FF7D0BE}"/>
          </ac:spMkLst>
        </pc:spChg>
        <pc:spChg chg="add mod">
          <ac:chgData name="Takamichi Asai" userId="3b5f7fad-e636-4c8e-833d-1467cd4f12a3" providerId="ADAL" clId="{2A663872-BA5B-4A08-84BE-EED75D43575C}" dt="2026-06-07T02:11:32.719" v="12524"/>
          <ac:spMkLst>
            <pc:docMk/>
            <pc:sldMk cId="2011458019" sldId="267"/>
            <ac:spMk id="23" creationId="{749915FF-FAC0-17D9-2E02-48BDFE7800BF}"/>
          </ac:spMkLst>
        </pc:spChg>
        <pc:spChg chg="add mod">
          <ac:chgData name="Takamichi Asai" userId="3b5f7fad-e636-4c8e-833d-1467cd4f12a3" providerId="ADAL" clId="{2A663872-BA5B-4A08-84BE-EED75D43575C}" dt="2026-06-07T02:11:32.719" v="12524"/>
          <ac:spMkLst>
            <pc:docMk/>
            <pc:sldMk cId="2011458019" sldId="267"/>
            <ac:spMk id="31" creationId="{F3F67FAB-BB76-58B6-A5D5-95A8F25C8089}"/>
          </ac:spMkLst>
        </pc:spChg>
        <pc:spChg chg="add mod">
          <ac:chgData name="Takamichi Asai" userId="3b5f7fad-e636-4c8e-833d-1467cd4f12a3" providerId="ADAL" clId="{2A663872-BA5B-4A08-84BE-EED75D43575C}" dt="2026-06-07T02:11:32.719" v="12524"/>
          <ac:spMkLst>
            <pc:docMk/>
            <pc:sldMk cId="2011458019" sldId="267"/>
            <ac:spMk id="39" creationId="{A299B995-1163-6B9B-B204-21D4A09B44D7}"/>
          </ac:spMkLst>
        </pc:spChg>
        <pc:spChg chg="add mod">
          <ac:chgData name="Takamichi Asai" userId="3b5f7fad-e636-4c8e-833d-1467cd4f12a3" providerId="ADAL" clId="{2A663872-BA5B-4A08-84BE-EED75D43575C}" dt="2026-06-07T02:11:32.719" v="12524"/>
          <ac:spMkLst>
            <pc:docMk/>
            <pc:sldMk cId="2011458019" sldId="267"/>
            <ac:spMk id="45" creationId="{2FD3541E-BF2F-4875-F1B2-9683F78EDFB9}"/>
          </ac:spMkLst>
        </pc:spChg>
      </pc:sldChg>
      <pc:sldChg chg="add">
        <pc:chgData name="Takamichi Asai" userId="3b5f7fad-e636-4c8e-833d-1467cd4f12a3" providerId="ADAL" clId="{2A663872-BA5B-4A08-84BE-EED75D43575C}" dt="2026-06-08T02:11:38.987" v="14384"/>
        <pc:sldMkLst>
          <pc:docMk/>
          <pc:sldMk cId="3224684426" sldId="267"/>
        </pc:sldMkLst>
      </pc:sldChg>
      <pc:sldChg chg="add del">
        <pc:chgData name="Takamichi Asai" userId="3b5f7fad-e636-4c8e-833d-1467cd4f12a3" providerId="ADAL" clId="{2A663872-BA5B-4A08-84BE-EED75D43575C}" dt="2026-06-08T02:11:34.726" v="14383" actId="2696"/>
        <pc:sldMkLst>
          <pc:docMk/>
          <pc:sldMk cId="3681828414" sldId="267"/>
        </pc:sldMkLst>
      </pc:sldChg>
      <pc:sldChg chg="addSp delSp modSp new del mod">
        <pc:chgData name="Takamichi Asai" userId="3b5f7fad-e636-4c8e-833d-1467cd4f12a3" providerId="ADAL" clId="{2A663872-BA5B-4A08-84BE-EED75D43575C}" dt="2026-06-08T01:54:56.549" v="14142" actId="2696"/>
        <pc:sldMkLst>
          <pc:docMk/>
          <pc:sldMk cId="2414805417" sldId="268"/>
        </pc:sldMkLst>
        <pc:spChg chg="add mod">
          <ac:chgData name="Takamichi Asai" userId="3b5f7fad-e636-4c8e-833d-1467cd4f12a3" providerId="ADAL" clId="{2A663872-BA5B-4A08-84BE-EED75D43575C}" dt="2026-06-07T02:11:32.719" v="12524"/>
          <ac:spMkLst>
            <pc:docMk/>
            <pc:sldMk cId="2414805417" sldId="268"/>
            <ac:spMk id="8" creationId="{874DB423-87A1-B07E-DE93-367F605B3BD0}"/>
          </ac:spMkLst>
        </pc:spChg>
        <pc:spChg chg="add mod">
          <ac:chgData name="Takamichi Asai" userId="3b5f7fad-e636-4c8e-833d-1467cd4f12a3" providerId="ADAL" clId="{2A663872-BA5B-4A08-84BE-EED75D43575C}" dt="2026-06-07T02:11:32.719" v="12524"/>
          <ac:spMkLst>
            <pc:docMk/>
            <pc:sldMk cId="2414805417" sldId="268"/>
            <ac:spMk id="9" creationId="{2EEAE46E-5232-36A1-7F3D-BD3D353996C5}"/>
          </ac:spMkLst>
        </pc:spChg>
        <pc:spChg chg="add mod">
          <ac:chgData name="Takamichi Asai" userId="3b5f7fad-e636-4c8e-833d-1467cd4f12a3" providerId="ADAL" clId="{2A663872-BA5B-4A08-84BE-EED75D43575C}" dt="2026-06-07T02:11:32.719" v="12524"/>
          <ac:spMkLst>
            <pc:docMk/>
            <pc:sldMk cId="2414805417" sldId="268"/>
            <ac:spMk id="10" creationId="{729C87C9-4F93-6997-4C22-F301E3A9BEE2}"/>
          </ac:spMkLst>
        </pc:spChg>
        <pc:spChg chg="add mod">
          <ac:chgData name="Takamichi Asai" userId="3b5f7fad-e636-4c8e-833d-1467cd4f12a3" providerId="ADAL" clId="{2A663872-BA5B-4A08-84BE-EED75D43575C}" dt="2026-06-07T02:11:32.719" v="12524"/>
          <ac:spMkLst>
            <pc:docMk/>
            <pc:sldMk cId="2414805417" sldId="268"/>
            <ac:spMk id="11" creationId="{DB616B07-B5CE-4D59-5DC5-22B93B23F7BB}"/>
          </ac:spMkLst>
        </pc:spChg>
        <pc:picChg chg="add mod">
          <ac:chgData name="Takamichi Asai" userId="3b5f7fad-e636-4c8e-833d-1467cd4f12a3" providerId="ADAL" clId="{2A663872-BA5B-4A08-84BE-EED75D43575C}" dt="2026-06-07T02:11:32.719" v="12524"/>
          <ac:picMkLst>
            <pc:docMk/>
            <pc:sldMk cId="2414805417" sldId="268"/>
            <ac:picMk id="3" creationId="{4459CC01-435C-E3F2-5B66-ACF69057A1E2}"/>
          </ac:picMkLst>
        </pc:picChg>
        <pc:picChg chg="add mod">
          <ac:chgData name="Takamichi Asai" userId="3b5f7fad-e636-4c8e-833d-1467cd4f12a3" providerId="ADAL" clId="{2A663872-BA5B-4A08-84BE-EED75D43575C}" dt="2026-06-07T02:11:32.719" v="12524"/>
          <ac:picMkLst>
            <pc:docMk/>
            <pc:sldMk cId="2414805417" sldId="268"/>
            <ac:picMk id="4" creationId="{FBA09D22-E5C2-8CF1-B3EB-7278C1B4B6A3}"/>
          </ac:picMkLst>
        </pc:picChg>
        <pc:picChg chg="add mod">
          <ac:chgData name="Takamichi Asai" userId="3b5f7fad-e636-4c8e-833d-1467cd4f12a3" providerId="ADAL" clId="{2A663872-BA5B-4A08-84BE-EED75D43575C}" dt="2026-06-07T02:11:32.719" v="12524"/>
          <ac:picMkLst>
            <pc:docMk/>
            <pc:sldMk cId="2414805417" sldId="268"/>
            <ac:picMk id="6" creationId="{87104565-295E-E465-98D8-AE583E4A2AF5}"/>
          </ac:picMkLst>
        </pc:picChg>
        <pc:picChg chg="add mod">
          <ac:chgData name="Takamichi Asai" userId="3b5f7fad-e636-4c8e-833d-1467cd4f12a3" providerId="ADAL" clId="{2A663872-BA5B-4A08-84BE-EED75D43575C}" dt="2026-06-07T02:11:32.719" v="12524"/>
          <ac:picMkLst>
            <pc:docMk/>
            <pc:sldMk cId="2414805417" sldId="268"/>
            <ac:picMk id="13" creationId="{EAAA84F5-7F57-3476-B368-71BB1C46DC4B}"/>
          </ac:picMkLst>
        </pc:picChg>
        <pc:picChg chg="add mod">
          <ac:chgData name="Takamichi Asai" userId="3b5f7fad-e636-4c8e-833d-1467cd4f12a3" providerId="ADAL" clId="{2A663872-BA5B-4A08-84BE-EED75D43575C}" dt="2026-06-07T02:11:32.719" v="12524"/>
          <ac:picMkLst>
            <pc:docMk/>
            <pc:sldMk cId="2414805417" sldId="268"/>
            <ac:picMk id="14" creationId="{BDC887A9-EBC2-D9A2-3A58-676BD369B9EF}"/>
          </ac:picMkLst>
        </pc:picChg>
        <pc:picChg chg="add mod">
          <ac:chgData name="Takamichi Asai" userId="3b5f7fad-e636-4c8e-833d-1467cd4f12a3" providerId="ADAL" clId="{2A663872-BA5B-4A08-84BE-EED75D43575C}" dt="2026-06-07T02:11:32.719" v="12524"/>
          <ac:picMkLst>
            <pc:docMk/>
            <pc:sldMk cId="2414805417" sldId="268"/>
            <ac:picMk id="15" creationId="{AB557D90-1DEB-9DC1-4934-6A6D036AC624}"/>
          </ac:picMkLst>
        </pc:picChg>
      </pc:sldChg>
      <pc:sldChg chg="add del">
        <pc:chgData name="Takamichi Asai" userId="3b5f7fad-e636-4c8e-833d-1467cd4f12a3" providerId="ADAL" clId="{2A663872-BA5B-4A08-84BE-EED75D43575C}" dt="2026-06-08T02:11:34.726" v="14383" actId="2696"/>
        <pc:sldMkLst>
          <pc:docMk/>
          <pc:sldMk cId="2819044505" sldId="268"/>
        </pc:sldMkLst>
      </pc:sldChg>
      <pc:sldChg chg="add">
        <pc:chgData name="Takamichi Asai" userId="3b5f7fad-e636-4c8e-833d-1467cd4f12a3" providerId="ADAL" clId="{2A663872-BA5B-4A08-84BE-EED75D43575C}" dt="2026-06-08T02:11:38.987" v="14384"/>
        <pc:sldMkLst>
          <pc:docMk/>
          <pc:sldMk cId="3833807707" sldId="268"/>
        </pc:sldMkLst>
      </pc:sldChg>
      <pc:sldChg chg="addSp modSp new mod">
        <pc:chgData name="Takamichi Asai" userId="3b5f7fad-e636-4c8e-833d-1467cd4f12a3" providerId="ADAL" clId="{2A663872-BA5B-4A08-84BE-EED75D43575C}" dt="2026-06-08T01:45:33.363" v="13967"/>
        <pc:sldMkLst>
          <pc:docMk/>
          <pc:sldMk cId="501644453" sldId="269"/>
        </pc:sldMkLst>
        <pc:spChg chg="add mod">
          <ac:chgData name="Takamichi Asai" userId="3b5f7fad-e636-4c8e-833d-1467cd4f12a3" providerId="ADAL" clId="{2A663872-BA5B-4A08-84BE-EED75D43575C}" dt="2026-06-07T02:11:32.719" v="12524"/>
          <ac:spMkLst>
            <pc:docMk/>
            <pc:sldMk cId="501644453" sldId="269"/>
            <ac:spMk id="4" creationId="{B24833D6-549B-37CA-31EC-D71FC1743277}"/>
          </ac:spMkLst>
        </pc:spChg>
        <pc:spChg chg="add mod">
          <ac:chgData name="Takamichi Asai" userId="3b5f7fad-e636-4c8e-833d-1467cd4f12a3" providerId="ADAL" clId="{2A663872-BA5B-4A08-84BE-EED75D43575C}" dt="2026-06-01T10:52:05.560" v="4235" actId="164"/>
          <ac:spMkLst>
            <pc:docMk/>
            <pc:sldMk cId="501644453" sldId="269"/>
            <ac:spMk id="5" creationId="{DC7ABE22-DC7D-9CF7-AB96-F17EB83CAD1E}"/>
          </ac:spMkLst>
        </pc:spChg>
        <pc:spChg chg="mod">
          <ac:chgData name="Takamichi Asai" userId="3b5f7fad-e636-4c8e-833d-1467cd4f12a3" providerId="ADAL" clId="{2A663872-BA5B-4A08-84BE-EED75D43575C}" dt="2026-06-07T02:11:32.719" v="12524"/>
          <ac:spMkLst>
            <pc:docMk/>
            <pc:sldMk cId="501644453" sldId="269"/>
            <ac:spMk id="12" creationId="{E89CE281-E703-B712-B89B-BA31050792AF}"/>
          </ac:spMkLst>
        </pc:spChg>
        <pc:spChg chg="mod">
          <ac:chgData name="Takamichi Asai" userId="3b5f7fad-e636-4c8e-833d-1467cd4f12a3" providerId="ADAL" clId="{2A663872-BA5B-4A08-84BE-EED75D43575C}" dt="2026-06-01T10:04:05.757" v="4198"/>
          <ac:spMkLst>
            <pc:docMk/>
            <pc:sldMk cId="501644453" sldId="269"/>
            <ac:spMk id="13" creationId="{E7F563CE-C45F-335F-1903-CF1B1E62874E}"/>
          </ac:spMkLst>
        </pc:spChg>
        <pc:spChg chg="mod">
          <ac:chgData name="Takamichi Asai" userId="3b5f7fad-e636-4c8e-833d-1467cd4f12a3" providerId="ADAL" clId="{2A663872-BA5B-4A08-84BE-EED75D43575C}" dt="2026-06-07T02:11:32.719" v="12524"/>
          <ac:spMkLst>
            <pc:docMk/>
            <pc:sldMk cId="501644453" sldId="269"/>
            <ac:spMk id="14" creationId="{99429C8A-D168-9E7C-B3B2-98141D16300A}"/>
          </ac:spMkLst>
        </pc:spChg>
        <pc:spChg chg="add mod">
          <ac:chgData name="Takamichi Asai" userId="3b5f7fad-e636-4c8e-833d-1467cd4f12a3" providerId="ADAL" clId="{2A663872-BA5B-4A08-84BE-EED75D43575C}" dt="2026-06-07T02:11:32.719" v="12524"/>
          <ac:spMkLst>
            <pc:docMk/>
            <pc:sldMk cId="501644453" sldId="269"/>
            <ac:spMk id="20" creationId="{68C75975-FEC3-786D-58EE-FA54953CF94B}"/>
          </ac:spMkLst>
        </pc:spChg>
        <pc:spChg chg="add mod">
          <ac:chgData name="Takamichi Asai" userId="3b5f7fad-e636-4c8e-833d-1467cd4f12a3" providerId="ADAL" clId="{2A663872-BA5B-4A08-84BE-EED75D43575C}" dt="2026-06-07T02:11:32.719" v="12524"/>
          <ac:spMkLst>
            <pc:docMk/>
            <pc:sldMk cId="501644453" sldId="269"/>
            <ac:spMk id="23" creationId="{7267816C-AB55-155A-0C01-40E661A9DD76}"/>
          </ac:spMkLst>
        </pc:spChg>
        <pc:spChg chg="add mod">
          <ac:chgData name="Takamichi Asai" userId="3b5f7fad-e636-4c8e-833d-1467cd4f12a3" providerId="ADAL" clId="{2A663872-BA5B-4A08-84BE-EED75D43575C}" dt="2026-06-07T02:11:32.719" v="12524"/>
          <ac:spMkLst>
            <pc:docMk/>
            <pc:sldMk cId="501644453" sldId="269"/>
            <ac:spMk id="24" creationId="{BDAFFAE8-FAE3-9634-E09A-AB3AD7DA7165}"/>
          </ac:spMkLst>
        </pc:spChg>
        <pc:spChg chg="add mod">
          <ac:chgData name="Takamichi Asai" userId="3b5f7fad-e636-4c8e-833d-1467cd4f12a3" providerId="ADAL" clId="{2A663872-BA5B-4A08-84BE-EED75D43575C}" dt="2026-06-07T02:11:32.719" v="12524"/>
          <ac:spMkLst>
            <pc:docMk/>
            <pc:sldMk cId="501644453" sldId="269"/>
            <ac:spMk id="25" creationId="{7295DF66-5F82-0FA6-94D2-425807B9BCAB}"/>
          </ac:spMkLst>
        </pc:spChg>
        <pc:spChg chg="add mod">
          <ac:chgData name="Takamichi Asai" userId="3b5f7fad-e636-4c8e-833d-1467cd4f12a3" providerId="ADAL" clId="{2A663872-BA5B-4A08-84BE-EED75D43575C}" dt="2026-06-07T02:11:32.719" v="12524"/>
          <ac:spMkLst>
            <pc:docMk/>
            <pc:sldMk cId="501644453" sldId="269"/>
            <ac:spMk id="26" creationId="{DECD9BD9-E0DC-07F3-1F31-CC7D5ADBCA3F}"/>
          </ac:spMkLst>
        </pc:spChg>
        <pc:spChg chg="add mod">
          <ac:chgData name="Takamichi Asai" userId="3b5f7fad-e636-4c8e-833d-1467cd4f12a3" providerId="ADAL" clId="{2A663872-BA5B-4A08-84BE-EED75D43575C}" dt="2026-06-07T02:11:32.719" v="12524"/>
          <ac:spMkLst>
            <pc:docMk/>
            <pc:sldMk cId="501644453" sldId="269"/>
            <ac:spMk id="27" creationId="{915E728B-50BA-B45C-D4D1-B5B78474D080}"/>
          </ac:spMkLst>
        </pc:spChg>
        <pc:spChg chg="add mod">
          <ac:chgData name="Takamichi Asai" userId="3b5f7fad-e636-4c8e-833d-1467cd4f12a3" providerId="ADAL" clId="{2A663872-BA5B-4A08-84BE-EED75D43575C}" dt="2026-06-07T12:29:09.674" v="13075" actId="164"/>
          <ac:spMkLst>
            <pc:docMk/>
            <pc:sldMk cId="501644453" sldId="269"/>
            <ac:spMk id="30" creationId="{E23A3EFF-5685-78E6-566C-D432110D02E5}"/>
          </ac:spMkLst>
        </pc:spChg>
        <pc:spChg chg="add mod">
          <ac:chgData name="Takamichi Asai" userId="3b5f7fad-e636-4c8e-833d-1467cd4f12a3" providerId="ADAL" clId="{2A663872-BA5B-4A08-84BE-EED75D43575C}" dt="2026-06-07T12:29:09.674" v="13075" actId="164"/>
          <ac:spMkLst>
            <pc:docMk/>
            <pc:sldMk cId="501644453" sldId="269"/>
            <ac:spMk id="31" creationId="{B3CCC9A3-8442-76E9-DA9C-D47F48E7EFC8}"/>
          </ac:spMkLst>
        </pc:spChg>
        <pc:spChg chg="add mod">
          <ac:chgData name="Takamichi Asai" userId="3b5f7fad-e636-4c8e-833d-1467cd4f12a3" providerId="ADAL" clId="{2A663872-BA5B-4A08-84BE-EED75D43575C}" dt="2026-06-08T01:45:33.363" v="13967"/>
          <ac:spMkLst>
            <pc:docMk/>
            <pc:sldMk cId="501644453" sldId="269"/>
            <ac:spMk id="34" creationId="{374A2ABB-E2A0-D18D-2CE1-6BEEE58CB6E7}"/>
          </ac:spMkLst>
        </pc:spChg>
        <pc:grpChg chg="add mod">
          <ac:chgData name="Takamichi Asai" userId="3b5f7fad-e636-4c8e-833d-1467cd4f12a3" providerId="ADAL" clId="{2A663872-BA5B-4A08-84BE-EED75D43575C}" dt="2026-06-01T11:39:37.517" v="4241" actId="164"/>
          <ac:grpSpMkLst>
            <pc:docMk/>
            <pc:sldMk cId="501644453" sldId="269"/>
            <ac:grpSpMk id="2" creationId="{717E0518-1619-6A2D-6D52-249502CDCB58}"/>
          </ac:grpSpMkLst>
        </pc:grpChg>
        <pc:grpChg chg="add mod">
          <ac:chgData name="Takamichi Asai" userId="3b5f7fad-e636-4c8e-833d-1467cd4f12a3" providerId="ADAL" clId="{2A663872-BA5B-4A08-84BE-EED75D43575C}" dt="2026-06-01T10:52:05.560" v="4235" actId="164"/>
          <ac:grpSpMkLst>
            <pc:docMk/>
            <pc:sldMk cId="501644453" sldId="269"/>
            <ac:grpSpMk id="6" creationId="{074AD783-0B56-A329-9F1A-B29DC36EBA8D}"/>
          </ac:grpSpMkLst>
        </pc:grpChg>
        <pc:grpChg chg="add mod">
          <ac:chgData name="Takamichi Asai" userId="3b5f7fad-e636-4c8e-833d-1467cd4f12a3" providerId="ADAL" clId="{2A663872-BA5B-4A08-84BE-EED75D43575C}" dt="2026-06-01T10:52:05.560" v="4235" actId="164"/>
          <ac:grpSpMkLst>
            <pc:docMk/>
            <pc:sldMk cId="501644453" sldId="269"/>
            <ac:grpSpMk id="10" creationId="{818BACC8-9E4B-4B17-065B-C66EDA0AF7E7}"/>
          </ac:grpSpMkLst>
        </pc:grpChg>
        <pc:grpChg chg="add mod ord">
          <ac:chgData name="Takamichi Asai" userId="3b5f7fad-e636-4c8e-833d-1467cd4f12a3" providerId="ADAL" clId="{2A663872-BA5B-4A08-84BE-EED75D43575C}" dt="2026-06-01T10:52:05.560" v="4235" actId="164"/>
          <ac:grpSpMkLst>
            <pc:docMk/>
            <pc:sldMk cId="501644453" sldId="269"/>
            <ac:grpSpMk id="15" creationId="{5E36D2AF-1388-4280-B2D0-0C1DFDB4D68A}"/>
          </ac:grpSpMkLst>
        </pc:grpChg>
        <pc:grpChg chg="mod">
          <ac:chgData name="Takamichi Asai" userId="3b5f7fad-e636-4c8e-833d-1467cd4f12a3" providerId="ADAL" clId="{2A663872-BA5B-4A08-84BE-EED75D43575C}" dt="2026-06-01T10:05:05.803" v="4200"/>
          <ac:grpSpMkLst>
            <pc:docMk/>
            <pc:sldMk cId="501644453" sldId="269"/>
            <ac:grpSpMk id="17" creationId="{0AE7DD66-EC2C-0BF1-53FB-9C074D5A57E4}"/>
          </ac:grpSpMkLst>
        </pc:grpChg>
        <pc:grpChg chg="add mod">
          <ac:chgData name="Takamichi Asai" userId="3b5f7fad-e636-4c8e-833d-1467cd4f12a3" providerId="ADAL" clId="{2A663872-BA5B-4A08-84BE-EED75D43575C}" dt="2026-06-07T12:29:09.674" v="13075" actId="164"/>
          <ac:grpSpMkLst>
            <pc:docMk/>
            <pc:sldMk cId="501644453" sldId="269"/>
            <ac:grpSpMk id="21" creationId="{E0A5A876-6295-B396-A396-354602A74F2B}"/>
          </ac:grpSpMkLst>
        </pc:grpChg>
        <pc:grpChg chg="add mod">
          <ac:chgData name="Takamichi Asai" userId="3b5f7fad-e636-4c8e-833d-1467cd4f12a3" providerId="ADAL" clId="{2A663872-BA5B-4A08-84BE-EED75D43575C}" dt="2026-06-07T12:29:09.674" v="13075" actId="164"/>
          <ac:grpSpMkLst>
            <pc:docMk/>
            <pc:sldMk cId="501644453" sldId="269"/>
            <ac:grpSpMk id="32" creationId="{8088AD26-F92E-9A5B-2024-8D2EFF1248D0}"/>
          </ac:grpSpMkLst>
        </pc:grpChg>
        <pc:grpChg chg="add mod">
          <ac:chgData name="Takamichi Asai" userId="3b5f7fad-e636-4c8e-833d-1467cd4f12a3" providerId="ADAL" clId="{2A663872-BA5B-4A08-84BE-EED75D43575C}" dt="2026-06-07T12:29:09.674" v="13075" actId="164"/>
          <ac:grpSpMkLst>
            <pc:docMk/>
            <pc:sldMk cId="501644453" sldId="269"/>
            <ac:grpSpMk id="33" creationId="{E8C3DBA5-C020-DD00-EF86-DA82624D3ECC}"/>
          </ac:grpSpMkLst>
        </pc:grpChg>
        <pc:picChg chg="add mod">
          <ac:chgData name="Takamichi Asai" userId="3b5f7fad-e636-4c8e-833d-1467cd4f12a3" providerId="ADAL" clId="{2A663872-BA5B-4A08-84BE-EED75D43575C}" dt="2026-06-01T10:52:05.560" v="4235" actId="164"/>
          <ac:picMkLst>
            <pc:docMk/>
            <pc:sldMk cId="501644453" sldId="269"/>
            <ac:picMk id="3" creationId="{4A3A08E8-65B9-038B-CAEB-FD56DE7FA0B0}"/>
          </ac:picMkLst>
        </pc:picChg>
        <pc:picChg chg="mod">
          <ac:chgData name="Takamichi Asai" userId="3b5f7fad-e636-4c8e-833d-1467cd4f12a3" providerId="ADAL" clId="{2A663872-BA5B-4A08-84BE-EED75D43575C}" dt="2026-06-01T10:03:27.496" v="4194"/>
          <ac:picMkLst>
            <pc:docMk/>
            <pc:sldMk cId="501644453" sldId="269"/>
            <ac:picMk id="7" creationId="{FE89297B-6B08-593D-F430-76522A93F0AE}"/>
          </ac:picMkLst>
        </pc:picChg>
        <pc:picChg chg="mod">
          <ac:chgData name="Takamichi Asai" userId="3b5f7fad-e636-4c8e-833d-1467cd4f12a3" providerId="ADAL" clId="{2A663872-BA5B-4A08-84BE-EED75D43575C}" dt="2026-06-01T10:03:27.496" v="4194"/>
          <ac:picMkLst>
            <pc:docMk/>
            <pc:sldMk cId="501644453" sldId="269"/>
            <ac:picMk id="8" creationId="{51D5819B-796D-4D94-1750-E6ED670EA60D}"/>
          </ac:picMkLst>
        </pc:picChg>
        <pc:picChg chg="mod">
          <ac:chgData name="Takamichi Asai" userId="3b5f7fad-e636-4c8e-833d-1467cd4f12a3" providerId="ADAL" clId="{2A663872-BA5B-4A08-84BE-EED75D43575C}" dt="2026-06-01T10:03:27.496" v="4194"/>
          <ac:picMkLst>
            <pc:docMk/>
            <pc:sldMk cId="501644453" sldId="269"/>
            <ac:picMk id="9" creationId="{365BA237-0BD8-CD15-1277-9604AC75E6A4}"/>
          </ac:picMkLst>
        </pc:picChg>
        <pc:picChg chg="mod">
          <ac:chgData name="Takamichi Asai" userId="3b5f7fad-e636-4c8e-833d-1467cd4f12a3" providerId="ADAL" clId="{2A663872-BA5B-4A08-84BE-EED75D43575C}" dt="2026-06-01T10:04:05.757" v="4198"/>
          <ac:picMkLst>
            <pc:docMk/>
            <pc:sldMk cId="501644453" sldId="269"/>
            <ac:picMk id="11" creationId="{A863D090-4E67-49C2-93BF-E1F2BB40C00F}"/>
          </ac:picMkLst>
        </pc:picChg>
        <pc:picChg chg="mod">
          <ac:chgData name="Takamichi Asai" userId="3b5f7fad-e636-4c8e-833d-1467cd4f12a3" providerId="ADAL" clId="{2A663872-BA5B-4A08-84BE-EED75D43575C}" dt="2026-06-01T10:05:05.803" v="4200"/>
          <ac:picMkLst>
            <pc:docMk/>
            <pc:sldMk cId="501644453" sldId="269"/>
            <ac:picMk id="16" creationId="{A04E2448-506F-E136-40C2-87760045F8E2}"/>
          </ac:picMkLst>
        </pc:picChg>
        <pc:picChg chg="mod">
          <ac:chgData name="Takamichi Asai" userId="3b5f7fad-e636-4c8e-833d-1467cd4f12a3" providerId="ADAL" clId="{2A663872-BA5B-4A08-84BE-EED75D43575C}" dt="2026-06-01T10:05:05.803" v="4200"/>
          <ac:picMkLst>
            <pc:docMk/>
            <pc:sldMk cId="501644453" sldId="269"/>
            <ac:picMk id="18" creationId="{AE5AD5CB-F198-E2D8-4E47-33466B7EB418}"/>
          </ac:picMkLst>
        </pc:picChg>
        <pc:picChg chg="mod">
          <ac:chgData name="Takamichi Asai" userId="3b5f7fad-e636-4c8e-833d-1467cd4f12a3" providerId="ADAL" clId="{2A663872-BA5B-4A08-84BE-EED75D43575C}" dt="2026-06-01T10:05:05.803" v="4200"/>
          <ac:picMkLst>
            <pc:docMk/>
            <pc:sldMk cId="501644453" sldId="269"/>
            <ac:picMk id="19" creationId="{CD9CF620-93D1-D0B8-A068-FF1AFCDF01C3}"/>
          </ac:picMkLst>
        </pc:picChg>
        <pc:picChg chg="add mod">
          <ac:chgData name="Takamichi Asai" userId="3b5f7fad-e636-4c8e-833d-1467cd4f12a3" providerId="ADAL" clId="{2A663872-BA5B-4A08-84BE-EED75D43575C}" dt="2026-06-01T11:40:38.849" v="4244" actId="164"/>
          <ac:picMkLst>
            <pc:docMk/>
            <pc:sldMk cId="501644453" sldId="269"/>
            <ac:picMk id="22" creationId="{2257534A-DB19-5281-CC56-18290C734E0D}"/>
          </ac:picMkLst>
        </pc:picChg>
        <pc:picChg chg="add mod">
          <ac:chgData name="Takamichi Asai" userId="3b5f7fad-e636-4c8e-833d-1467cd4f12a3" providerId="ADAL" clId="{2A663872-BA5B-4A08-84BE-EED75D43575C}" dt="2026-06-07T12:29:09.674" v="13075" actId="164"/>
          <ac:picMkLst>
            <pc:docMk/>
            <pc:sldMk cId="501644453" sldId="269"/>
            <ac:picMk id="28" creationId="{E58F2EED-3DDC-FC3B-44E5-C50470B8C78F}"/>
          </ac:picMkLst>
        </pc:picChg>
        <pc:picChg chg="add mod">
          <ac:chgData name="Takamichi Asai" userId="3b5f7fad-e636-4c8e-833d-1467cd4f12a3" providerId="ADAL" clId="{2A663872-BA5B-4A08-84BE-EED75D43575C}" dt="2026-06-07T12:29:09.674" v="13075" actId="164"/>
          <ac:picMkLst>
            <pc:docMk/>
            <pc:sldMk cId="501644453" sldId="269"/>
            <ac:picMk id="29" creationId="{51AA582C-CD0B-D080-B3F1-7AD78EA46CFC}"/>
          </ac:picMkLst>
        </pc:picChg>
      </pc:sldChg>
      <pc:sldChg chg="addSp modSp new mod">
        <pc:chgData name="Takamichi Asai" userId="3b5f7fad-e636-4c8e-833d-1467cd4f12a3" providerId="ADAL" clId="{2A663872-BA5B-4A08-84BE-EED75D43575C}" dt="2026-06-07T02:11:32.719" v="12524"/>
        <pc:sldMkLst>
          <pc:docMk/>
          <pc:sldMk cId="3393164928" sldId="271"/>
        </pc:sldMkLst>
        <pc:spChg chg="add mod">
          <ac:chgData name="Takamichi Asai" userId="3b5f7fad-e636-4c8e-833d-1467cd4f12a3" providerId="ADAL" clId="{2A663872-BA5B-4A08-84BE-EED75D43575C}" dt="2026-06-07T02:11:32.719" v="12524"/>
          <ac:spMkLst>
            <pc:docMk/>
            <pc:sldMk cId="3393164928" sldId="271"/>
            <ac:spMk id="10" creationId="{3BE3DECC-B78F-F2AC-D261-D0B40646DDE8}"/>
          </ac:spMkLst>
        </pc:spChg>
        <pc:spChg chg="add mod">
          <ac:chgData name="Takamichi Asai" userId="3b5f7fad-e636-4c8e-833d-1467cd4f12a3" providerId="ADAL" clId="{2A663872-BA5B-4A08-84BE-EED75D43575C}" dt="2026-06-07T02:11:32.719" v="12524"/>
          <ac:spMkLst>
            <pc:docMk/>
            <pc:sldMk cId="3393164928" sldId="271"/>
            <ac:spMk id="11" creationId="{64975E21-7CB1-73EE-5618-3B6D5A035936}"/>
          </ac:spMkLst>
        </pc:spChg>
        <pc:spChg chg="add mod">
          <ac:chgData name="Takamichi Asai" userId="3b5f7fad-e636-4c8e-833d-1467cd4f12a3" providerId="ADAL" clId="{2A663872-BA5B-4A08-84BE-EED75D43575C}" dt="2026-06-07T02:11:32.719" v="12524"/>
          <ac:spMkLst>
            <pc:docMk/>
            <pc:sldMk cId="3393164928" sldId="271"/>
            <ac:spMk id="12" creationId="{59FF35A6-599F-B04C-B25A-789FADBCE3C8}"/>
          </ac:spMkLst>
        </pc:spChg>
        <pc:spChg chg="add mod">
          <ac:chgData name="Takamichi Asai" userId="3b5f7fad-e636-4c8e-833d-1467cd4f12a3" providerId="ADAL" clId="{2A663872-BA5B-4A08-84BE-EED75D43575C}" dt="2026-06-07T02:11:32.719" v="12524"/>
          <ac:spMkLst>
            <pc:docMk/>
            <pc:sldMk cId="3393164928" sldId="271"/>
            <ac:spMk id="13" creationId="{4588C9D7-3CEC-E115-F186-5CA426BB5451}"/>
          </ac:spMkLst>
        </pc:spChg>
        <pc:picChg chg="add mod modCrop">
          <ac:chgData name="Takamichi Asai" userId="3b5f7fad-e636-4c8e-833d-1467cd4f12a3" providerId="ADAL" clId="{2A663872-BA5B-4A08-84BE-EED75D43575C}" dt="2026-06-07T02:11:32.719" v="12524"/>
          <ac:picMkLst>
            <pc:docMk/>
            <pc:sldMk cId="3393164928" sldId="271"/>
            <ac:picMk id="3" creationId="{78C9BEFF-ABDE-AE99-F42C-DE52672C3E01}"/>
          </ac:picMkLst>
        </pc:picChg>
        <pc:picChg chg="add mod modCrop">
          <ac:chgData name="Takamichi Asai" userId="3b5f7fad-e636-4c8e-833d-1467cd4f12a3" providerId="ADAL" clId="{2A663872-BA5B-4A08-84BE-EED75D43575C}" dt="2026-06-07T02:11:32.719" v="12524"/>
          <ac:picMkLst>
            <pc:docMk/>
            <pc:sldMk cId="3393164928" sldId="271"/>
            <ac:picMk id="5" creationId="{FEBF7FBA-D33A-0069-82F7-F6203026F32E}"/>
          </ac:picMkLst>
        </pc:picChg>
        <pc:picChg chg="add mod modCrop">
          <ac:chgData name="Takamichi Asai" userId="3b5f7fad-e636-4c8e-833d-1467cd4f12a3" providerId="ADAL" clId="{2A663872-BA5B-4A08-84BE-EED75D43575C}" dt="2026-06-07T02:11:32.719" v="12524"/>
          <ac:picMkLst>
            <pc:docMk/>
            <pc:sldMk cId="3393164928" sldId="271"/>
            <ac:picMk id="7" creationId="{A7AE78DB-C7D2-7E03-020F-C8A7710A5F47}"/>
          </ac:picMkLst>
        </pc:picChg>
        <pc:picChg chg="add mod modCrop">
          <ac:chgData name="Takamichi Asai" userId="3b5f7fad-e636-4c8e-833d-1467cd4f12a3" providerId="ADAL" clId="{2A663872-BA5B-4A08-84BE-EED75D43575C}" dt="2026-06-07T02:11:32.719" v="12524"/>
          <ac:picMkLst>
            <pc:docMk/>
            <pc:sldMk cId="3393164928" sldId="271"/>
            <ac:picMk id="9" creationId="{1BC8A6E9-1BCA-ADBB-D9EB-C792FF300D47}"/>
          </ac:picMkLst>
        </pc:picChg>
      </pc:sldChg>
      <pc:sldChg chg="addSp delSp modSp new mod">
        <pc:chgData name="Takamichi Asai" userId="3b5f7fad-e636-4c8e-833d-1467cd4f12a3" providerId="ADAL" clId="{2A663872-BA5B-4A08-84BE-EED75D43575C}" dt="2026-06-07T02:11:32.719" v="12524"/>
        <pc:sldMkLst>
          <pc:docMk/>
          <pc:sldMk cId="3231599376" sldId="272"/>
        </pc:sldMkLst>
        <pc:spChg chg="add mod">
          <ac:chgData name="Takamichi Asai" userId="3b5f7fad-e636-4c8e-833d-1467cd4f12a3" providerId="ADAL" clId="{2A663872-BA5B-4A08-84BE-EED75D43575C}" dt="2026-06-07T02:11:32.719" v="12524"/>
          <ac:spMkLst>
            <pc:docMk/>
            <pc:sldMk cId="3231599376" sldId="272"/>
            <ac:spMk id="4" creationId="{905E4284-87A7-A6CE-E6B2-46E8D1D3BA92}"/>
          </ac:spMkLst>
        </pc:spChg>
        <pc:spChg chg="add mod">
          <ac:chgData name="Takamichi Asai" userId="3b5f7fad-e636-4c8e-833d-1467cd4f12a3" providerId="ADAL" clId="{2A663872-BA5B-4A08-84BE-EED75D43575C}" dt="2026-06-07T02:11:32.719" v="12524"/>
          <ac:spMkLst>
            <pc:docMk/>
            <pc:sldMk cId="3231599376" sldId="272"/>
            <ac:spMk id="5" creationId="{5EF0B6BC-963C-167B-0796-8204DAAAD7A8}"/>
          </ac:spMkLst>
        </pc:spChg>
        <pc:spChg chg="add mod">
          <ac:chgData name="Takamichi Asai" userId="3b5f7fad-e636-4c8e-833d-1467cd4f12a3" providerId="ADAL" clId="{2A663872-BA5B-4A08-84BE-EED75D43575C}" dt="2026-06-07T02:11:32.719" v="12524"/>
          <ac:spMkLst>
            <pc:docMk/>
            <pc:sldMk cId="3231599376" sldId="272"/>
            <ac:spMk id="6" creationId="{004DFEA2-CE62-CCE5-98C1-EF84650D8B10}"/>
          </ac:spMkLst>
        </pc:spChg>
        <pc:spChg chg="add mod">
          <ac:chgData name="Takamichi Asai" userId="3b5f7fad-e636-4c8e-833d-1467cd4f12a3" providerId="ADAL" clId="{2A663872-BA5B-4A08-84BE-EED75D43575C}" dt="2026-06-07T02:11:32.719" v="12524"/>
          <ac:spMkLst>
            <pc:docMk/>
            <pc:sldMk cId="3231599376" sldId="272"/>
            <ac:spMk id="8" creationId="{3AAECEF1-58C1-3BFF-F2D9-7C4E2D6640E8}"/>
          </ac:spMkLst>
        </pc:spChg>
        <pc:spChg chg="add mod">
          <ac:chgData name="Takamichi Asai" userId="3b5f7fad-e636-4c8e-833d-1467cd4f12a3" providerId="ADAL" clId="{2A663872-BA5B-4A08-84BE-EED75D43575C}" dt="2026-06-07T02:11:32.719" v="12524"/>
          <ac:spMkLst>
            <pc:docMk/>
            <pc:sldMk cId="3231599376" sldId="272"/>
            <ac:spMk id="9" creationId="{AEA68423-21B6-0409-DD6C-C150C157EA73}"/>
          </ac:spMkLst>
        </pc:spChg>
        <pc:spChg chg="add mod">
          <ac:chgData name="Takamichi Asai" userId="3b5f7fad-e636-4c8e-833d-1467cd4f12a3" providerId="ADAL" clId="{2A663872-BA5B-4A08-84BE-EED75D43575C}" dt="2026-06-07T02:11:32.719" v="12524"/>
          <ac:spMkLst>
            <pc:docMk/>
            <pc:sldMk cId="3231599376" sldId="272"/>
            <ac:spMk id="34" creationId="{7C296E35-6E68-D4E4-24CF-7B0CC7BE092B}"/>
          </ac:spMkLst>
        </pc:spChg>
        <pc:spChg chg="add mod">
          <ac:chgData name="Takamichi Asai" userId="3b5f7fad-e636-4c8e-833d-1467cd4f12a3" providerId="ADAL" clId="{2A663872-BA5B-4A08-84BE-EED75D43575C}" dt="2026-06-07T02:11:32.719" v="12524"/>
          <ac:spMkLst>
            <pc:docMk/>
            <pc:sldMk cId="3231599376" sldId="272"/>
            <ac:spMk id="35" creationId="{F738E0DD-2374-8EE7-9403-360A4ADF9E0C}"/>
          </ac:spMkLst>
        </pc:spChg>
        <pc:picChg chg="add mod">
          <ac:chgData name="Takamichi Asai" userId="3b5f7fad-e636-4c8e-833d-1467cd4f12a3" providerId="ADAL" clId="{2A663872-BA5B-4A08-84BE-EED75D43575C}" dt="2026-06-07T02:11:32.719" v="12524"/>
          <ac:picMkLst>
            <pc:docMk/>
            <pc:sldMk cId="3231599376" sldId="272"/>
            <ac:picMk id="2" creationId="{42DE7409-1584-A268-5110-14E8BDB151D2}"/>
          </ac:picMkLst>
        </pc:picChg>
        <pc:picChg chg="add mod ord modCrop">
          <ac:chgData name="Takamichi Asai" userId="3b5f7fad-e636-4c8e-833d-1467cd4f12a3" providerId="ADAL" clId="{2A663872-BA5B-4A08-84BE-EED75D43575C}" dt="2026-06-07T02:11:32.719" v="12524"/>
          <ac:picMkLst>
            <pc:docMk/>
            <pc:sldMk cId="3231599376" sldId="272"/>
            <ac:picMk id="13" creationId="{EFF0DFFD-C695-7F8B-3071-DE41AA2322E5}"/>
          </ac:picMkLst>
        </pc:picChg>
        <pc:picChg chg="add mod">
          <ac:chgData name="Takamichi Asai" userId="3b5f7fad-e636-4c8e-833d-1467cd4f12a3" providerId="ADAL" clId="{2A663872-BA5B-4A08-84BE-EED75D43575C}" dt="2026-06-07T02:11:32.719" v="12524"/>
          <ac:picMkLst>
            <pc:docMk/>
            <pc:sldMk cId="3231599376" sldId="272"/>
            <ac:picMk id="41" creationId="{E87E0DA9-8F7A-F8FD-30B6-C0FD46C734F1}"/>
          </ac:picMkLst>
        </pc:picChg>
      </pc:sldChg>
      <pc:sldChg chg="addSp delSp modSp new mod ord">
        <pc:chgData name="Takamichi Asai" userId="3b5f7fad-e636-4c8e-833d-1467cd4f12a3" providerId="ADAL" clId="{2A663872-BA5B-4A08-84BE-EED75D43575C}" dt="2026-06-07T02:11:32.719" v="12524"/>
        <pc:sldMkLst>
          <pc:docMk/>
          <pc:sldMk cId="1202616996" sldId="273"/>
        </pc:sldMkLst>
        <pc:spChg chg="add mod">
          <ac:chgData name="Takamichi Asai" userId="3b5f7fad-e636-4c8e-833d-1467cd4f12a3" providerId="ADAL" clId="{2A663872-BA5B-4A08-84BE-EED75D43575C}" dt="2026-06-07T02:11:32.719" v="12524"/>
          <ac:spMkLst>
            <pc:docMk/>
            <pc:sldMk cId="1202616996" sldId="273"/>
            <ac:spMk id="3" creationId="{764ECC84-3695-AAA4-C9B6-83376AE701AC}"/>
          </ac:spMkLst>
        </pc:spChg>
        <pc:spChg chg="add mod">
          <ac:chgData name="Takamichi Asai" userId="3b5f7fad-e636-4c8e-833d-1467cd4f12a3" providerId="ADAL" clId="{2A663872-BA5B-4A08-84BE-EED75D43575C}" dt="2026-06-07T02:11:32.719" v="12524"/>
          <ac:spMkLst>
            <pc:docMk/>
            <pc:sldMk cId="1202616996" sldId="273"/>
            <ac:spMk id="7" creationId="{D9D41400-474B-0641-D344-A6A6641BAFA8}"/>
          </ac:spMkLst>
        </pc:spChg>
        <pc:spChg chg="add mod">
          <ac:chgData name="Takamichi Asai" userId="3b5f7fad-e636-4c8e-833d-1467cd4f12a3" providerId="ADAL" clId="{2A663872-BA5B-4A08-84BE-EED75D43575C}" dt="2026-06-07T02:11:32.719" v="12524"/>
          <ac:spMkLst>
            <pc:docMk/>
            <pc:sldMk cId="1202616996" sldId="273"/>
            <ac:spMk id="10" creationId="{B1776A78-1E81-CE7D-281E-A64255E62828}"/>
          </ac:spMkLst>
        </pc:spChg>
        <pc:spChg chg="add mod">
          <ac:chgData name="Takamichi Asai" userId="3b5f7fad-e636-4c8e-833d-1467cd4f12a3" providerId="ADAL" clId="{2A663872-BA5B-4A08-84BE-EED75D43575C}" dt="2026-06-07T02:11:32.719" v="12524"/>
          <ac:spMkLst>
            <pc:docMk/>
            <pc:sldMk cId="1202616996" sldId="273"/>
            <ac:spMk id="18" creationId="{6402B12D-BB96-9A46-BDD2-AE1E4EBFE5C0}"/>
          </ac:spMkLst>
        </pc:spChg>
        <pc:spChg chg="add mod">
          <ac:chgData name="Takamichi Asai" userId="3b5f7fad-e636-4c8e-833d-1467cd4f12a3" providerId="ADAL" clId="{2A663872-BA5B-4A08-84BE-EED75D43575C}" dt="2026-06-07T02:11:32.719" v="12524"/>
          <ac:spMkLst>
            <pc:docMk/>
            <pc:sldMk cId="1202616996" sldId="273"/>
            <ac:spMk id="19" creationId="{E8CDA70B-4B05-99BF-31D8-590B8DBB8931}"/>
          </ac:spMkLst>
        </pc:spChg>
        <pc:spChg chg="add mod ord">
          <ac:chgData name="Takamichi Asai" userId="3b5f7fad-e636-4c8e-833d-1467cd4f12a3" providerId="ADAL" clId="{2A663872-BA5B-4A08-84BE-EED75D43575C}" dt="2026-06-07T02:11:32.719" v="12524"/>
          <ac:spMkLst>
            <pc:docMk/>
            <pc:sldMk cId="1202616996" sldId="273"/>
            <ac:spMk id="20" creationId="{E6165A23-AE5F-0508-3F9E-0BAFDF83FC77}"/>
          </ac:spMkLst>
        </pc:spChg>
        <pc:picChg chg="add mod">
          <ac:chgData name="Takamichi Asai" userId="3b5f7fad-e636-4c8e-833d-1467cd4f12a3" providerId="ADAL" clId="{2A663872-BA5B-4A08-84BE-EED75D43575C}" dt="2026-06-07T02:11:32.719" v="12524"/>
          <ac:picMkLst>
            <pc:docMk/>
            <pc:sldMk cId="1202616996" sldId="273"/>
            <ac:picMk id="2" creationId="{2246F830-6DFD-6BC4-A3B0-8349B2A094E9}"/>
          </ac:picMkLst>
        </pc:picChg>
        <pc:picChg chg="add mod ord">
          <ac:chgData name="Takamichi Asai" userId="3b5f7fad-e636-4c8e-833d-1467cd4f12a3" providerId="ADAL" clId="{2A663872-BA5B-4A08-84BE-EED75D43575C}" dt="2026-06-07T02:11:32.719" v="12524"/>
          <ac:picMkLst>
            <pc:docMk/>
            <pc:sldMk cId="1202616996" sldId="273"/>
            <ac:picMk id="6" creationId="{B367CAFC-C32E-8292-EDA2-CE01A89E0C24}"/>
          </ac:picMkLst>
        </pc:picChg>
        <pc:picChg chg="add mod">
          <ac:chgData name="Takamichi Asai" userId="3b5f7fad-e636-4c8e-833d-1467cd4f12a3" providerId="ADAL" clId="{2A663872-BA5B-4A08-84BE-EED75D43575C}" dt="2026-06-07T02:11:32.719" v="12524"/>
          <ac:picMkLst>
            <pc:docMk/>
            <pc:sldMk cId="1202616996" sldId="273"/>
            <ac:picMk id="9" creationId="{5AF9A045-195B-A340-919A-DEE0F7C9024E}"/>
          </ac:picMkLst>
        </pc:picChg>
      </pc:sldChg>
      <pc:sldChg chg="addSp delSp modSp new mod ord">
        <pc:chgData name="Takamichi Asai" userId="3b5f7fad-e636-4c8e-833d-1467cd4f12a3" providerId="ADAL" clId="{2A663872-BA5B-4A08-84BE-EED75D43575C}" dt="2026-06-07T02:20:26.681" v="12621"/>
        <pc:sldMkLst>
          <pc:docMk/>
          <pc:sldMk cId="3362710696" sldId="274"/>
        </pc:sldMkLst>
        <pc:spChg chg="add del mod ord topLvl">
          <ac:chgData name="Takamichi Asai" userId="3b5f7fad-e636-4c8e-833d-1467cd4f12a3" providerId="ADAL" clId="{2A663872-BA5B-4A08-84BE-EED75D43575C}" dt="2026-06-07T02:11:32.719" v="12524"/>
          <ac:spMkLst>
            <pc:docMk/>
            <pc:sldMk cId="3362710696" sldId="274"/>
            <ac:spMk id="13" creationId="{8D0DBBD1-9B73-2EE3-6774-DC609A3BD4D6}"/>
          </ac:spMkLst>
        </pc:spChg>
        <pc:spChg chg="add mod ord">
          <ac:chgData name="Takamichi Asai" userId="3b5f7fad-e636-4c8e-833d-1467cd4f12a3" providerId="ADAL" clId="{2A663872-BA5B-4A08-84BE-EED75D43575C}" dt="2026-06-07T02:11:32.719" v="12524"/>
          <ac:spMkLst>
            <pc:docMk/>
            <pc:sldMk cId="3362710696" sldId="274"/>
            <ac:spMk id="21" creationId="{D6F60707-5C74-6624-DCBE-9C680BDFFA6E}"/>
          </ac:spMkLst>
        </pc:spChg>
        <pc:spChg chg="add mod ord">
          <ac:chgData name="Takamichi Asai" userId="3b5f7fad-e636-4c8e-833d-1467cd4f12a3" providerId="ADAL" clId="{2A663872-BA5B-4A08-84BE-EED75D43575C}" dt="2026-06-07T02:11:32.719" v="12524"/>
          <ac:spMkLst>
            <pc:docMk/>
            <pc:sldMk cId="3362710696" sldId="274"/>
            <ac:spMk id="33" creationId="{84ECD810-C288-76B2-B5B1-FCC29AE1D238}"/>
          </ac:spMkLst>
        </pc:spChg>
        <pc:spChg chg="add mod ord">
          <ac:chgData name="Takamichi Asai" userId="3b5f7fad-e636-4c8e-833d-1467cd4f12a3" providerId="ADAL" clId="{2A663872-BA5B-4A08-84BE-EED75D43575C}" dt="2026-06-07T02:11:32.719" v="12524"/>
          <ac:spMkLst>
            <pc:docMk/>
            <pc:sldMk cId="3362710696" sldId="274"/>
            <ac:spMk id="48" creationId="{E039A9B9-9F03-35B3-78AF-78A4FE13A949}"/>
          </ac:spMkLst>
        </pc:spChg>
        <pc:grpChg chg="add del mod">
          <ac:chgData name="Takamichi Asai" userId="3b5f7fad-e636-4c8e-833d-1467cd4f12a3" providerId="ADAL" clId="{2A663872-BA5B-4A08-84BE-EED75D43575C}" dt="2026-06-04T04:31:48.604" v="12106" actId="21"/>
          <ac:grpSpMkLst>
            <pc:docMk/>
            <pc:sldMk cId="3362710696" sldId="274"/>
            <ac:grpSpMk id="14" creationId="{FA52F8F6-EB52-8E2C-2FBA-722CA6984644}"/>
          </ac:grpSpMkLst>
        </pc:grpChg>
        <pc:picChg chg="add del mod topLvl">
          <ac:chgData name="Takamichi Asai" userId="3b5f7fad-e636-4c8e-833d-1467cd4f12a3" providerId="ADAL" clId="{2A663872-BA5B-4A08-84BE-EED75D43575C}" dt="2026-06-07T02:11:32.719" v="12524"/>
          <ac:picMkLst>
            <pc:docMk/>
            <pc:sldMk cId="3362710696" sldId="274"/>
            <ac:picMk id="4" creationId="{A819E6B1-4BE1-26CC-06FC-18FC07167D50}"/>
          </ac:picMkLst>
        </pc:picChg>
        <pc:picChg chg="add mod">
          <ac:chgData name="Takamichi Asai" userId="3b5f7fad-e636-4c8e-833d-1467cd4f12a3" providerId="ADAL" clId="{2A663872-BA5B-4A08-84BE-EED75D43575C}" dt="2026-06-07T02:11:32.719" v="12524"/>
          <ac:picMkLst>
            <pc:docMk/>
            <pc:sldMk cId="3362710696" sldId="274"/>
            <ac:picMk id="7" creationId="{A688A577-4AF9-B1ED-3EBD-3A4FB80BD14E}"/>
          </ac:picMkLst>
        </pc:picChg>
        <pc:picChg chg="add mod ord">
          <ac:chgData name="Takamichi Asai" userId="3b5f7fad-e636-4c8e-833d-1467cd4f12a3" providerId="ADAL" clId="{2A663872-BA5B-4A08-84BE-EED75D43575C}" dt="2026-06-07T02:11:32.719" v="12524"/>
          <ac:picMkLst>
            <pc:docMk/>
            <pc:sldMk cId="3362710696" sldId="274"/>
            <ac:picMk id="18" creationId="{44ADC162-AAE3-1EBE-6A85-A90F8EEBC27D}"/>
          </ac:picMkLst>
        </pc:picChg>
        <pc:picChg chg="add mod">
          <ac:chgData name="Takamichi Asai" userId="3b5f7fad-e636-4c8e-833d-1467cd4f12a3" providerId="ADAL" clId="{2A663872-BA5B-4A08-84BE-EED75D43575C}" dt="2026-06-04T04:21:05.955" v="12073" actId="14861"/>
          <ac:picMkLst>
            <pc:docMk/>
            <pc:sldMk cId="3362710696" sldId="274"/>
            <ac:picMk id="23" creationId="{22DC0AA4-AAC7-4E51-6169-4E004B22E0BA}"/>
          </ac:picMkLst>
        </pc:picChg>
        <pc:picChg chg="add mod ord">
          <ac:chgData name="Takamichi Asai" userId="3b5f7fad-e636-4c8e-833d-1467cd4f12a3" providerId="ADAL" clId="{2A663872-BA5B-4A08-84BE-EED75D43575C}" dt="2026-06-07T02:11:32.719" v="12524"/>
          <ac:picMkLst>
            <pc:docMk/>
            <pc:sldMk cId="3362710696" sldId="274"/>
            <ac:picMk id="32" creationId="{CF60CE18-7F12-4421-B96B-CA188C9F1A10}"/>
          </ac:picMkLst>
        </pc:picChg>
        <pc:picChg chg="add mod">
          <ac:chgData name="Takamichi Asai" userId="3b5f7fad-e636-4c8e-833d-1467cd4f12a3" providerId="ADAL" clId="{2A663872-BA5B-4A08-84BE-EED75D43575C}" dt="2026-06-07T02:11:32.719" v="12524"/>
          <ac:picMkLst>
            <pc:docMk/>
            <pc:sldMk cId="3362710696" sldId="274"/>
            <ac:picMk id="47" creationId="{6A34154F-6612-41EA-C36D-0A6B8E3B0BF0}"/>
          </ac:picMkLst>
        </pc:picChg>
        <pc:picChg chg="add mod">
          <ac:chgData name="Takamichi Asai" userId="3b5f7fad-e636-4c8e-833d-1467cd4f12a3" providerId="ADAL" clId="{2A663872-BA5B-4A08-84BE-EED75D43575C}" dt="2026-06-07T02:11:32.719" v="12524"/>
          <ac:picMkLst>
            <pc:docMk/>
            <pc:sldMk cId="3362710696" sldId="274"/>
            <ac:picMk id="56" creationId="{4A41588D-8233-ECEF-102D-E41FD70200A7}"/>
          </ac:picMkLst>
        </pc:picChg>
      </pc:sldChg>
      <pc:sldChg chg="addSp delSp modSp new del mod">
        <pc:chgData name="Takamichi Asai" userId="3b5f7fad-e636-4c8e-833d-1467cd4f12a3" providerId="ADAL" clId="{2A663872-BA5B-4A08-84BE-EED75D43575C}" dt="2026-06-08T02:11:49.678" v="14385" actId="47"/>
        <pc:sldMkLst>
          <pc:docMk/>
          <pc:sldMk cId="2423361989" sldId="275"/>
        </pc:sldMkLst>
        <pc:spChg chg="add mod">
          <ac:chgData name="Takamichi Asai" userId="3b5f7fad-e636-4c8e-833d-1467cd4f12a3" providerId="ADAL" clId="{2A663872-BA5B-4A08-84BE-EED75D43575C}" dt="2026-06-07T12:35:27.701" v="13114" actId="404"/>
          <ac:spMkLst>
            <pc:docMk/>
            <pc:sldMk cId="2423361989" sldId="275"/>
            <ac:spMk id="4" creationId="{D9A437A8-90A7-36A8-AB09-800C569EC007}"/>
          </ac:spMkLst>
        </pc:spChg>
        <pc:spChg chg="add del mod">
          <ac:chgData name="Takamichi Asai" userId="3b5f7fad-e636-4c8e-833d-1467cd4f12a3" providerId="ADAL" clId="{2A663872-BA5B-4A08-84BE-EED75D43575C}" dt="2026-06-07T02:18:19.785" v="12612" actId="478"/>
          <ac:spMkLst>
            <pc:docMk/>
            <pc:sldMk cId="2423361989" sldId="275"/>
            <ac:spMk id="9" creationId="{B9600E5B-5788-8746-89DC-3CF705038758}"/>
          </ac:spMkLst>
        </pc:spChg>
        <pc:spChg chg="add mod">
          <ac:chgData name="Takamichi Asai" userId="3b5f7fad-e636-4c8e-833d-1467cd4f12a3" providerId="ADAL" clId="{2A663872-BA5B-4A08-84BE-EED75D43575C}" dt="2026-06-07T12:18:26.162" v="12914" actId="1076"/>
          <ac:spMkLst>
            <pc:docMk/>
            <pc:sldMk cId="2423361989" sldId="275"/>
            <ac:spMk id="11" creationId="{05C0A22B-69BB-65F8-661A-06011A618C86}"/>
          </ac:spMkLst>
        </pc:spChg>
        <pc:spChg chg="add del mod">
          <ac:chgData name="Takamichi Asai" userId="3b5f7fad-e636-4c8e-833d-1467cd4f12a3" providerId="ADAL" clId="{2A663872-BA5B-4A08-84BE-EED75D43575C}" dt="2026-06-07T12:33:57.356" v="13104" actId="478"/>
          <ac:spMkLst>
            <pc:docMk/>
            <pc:sldMk cId="2423361989" sldId="275"/>
            <ac:spMk id="12" creationId="{4659E1DF-AA46-7EDB-F51F-DB10608092C6}"/>
          </ac:spMkLst>
        </pc:spChg>
        <pc:spChg chg="add del mod">
          <ac:chgData name="Takamichi Asai" userId="3b5f7fad-e636-4c8e-833d-1467cd4f12a3" providerId="ADAL" clId="{2A663872-BA5B-4A08-84BE-EED75D43575C}" dt="2026-06-07T12:33:57.356" v="13104" actId="478"/>
          <ac:spMkLst>
            <pc:docMk/>
            <pc:sldMk cId="2423361989" sldId="275"/>
            <ac:spMk id="13" creationId="{2544CC6E-8075-683D-9472-4E9B3BEECA92}"/>
          </ac:spMkLst>
        </pc:spChg>
        <pc:spChg chg="add del mod">
          <ac:chgData name="Takamichi Asai" userId="3b5f7fad-e636-4c8e-833d-1467cd4f12a3" providerId="ADAL" clId="{2A663872-BA5B-4A08-84BE-EED75D43575C}" dt="2026-06-07T02:29:12.184" v="12736" actId="478"/>
          <ac:spMkLst>
            <pc:docMk/>
            <pc:sldMk cId="2423361989" sldId="275"/>
            <ac:spMk id="15" creationId="{FF30E4AD-0431-5901-E096-113045ACD052}"/>
          </ac:spMkLst>
        </pc:spChg>
        <pc:spChg chg="add mod">
          <ac:chgData name="Takamichi Asai" userId="3b5f7fad-e636-4c8e-833d-1467cd4f12a3" providerId="ADAL" clId="{2A663872-BA5B-4A08-84BE-EED75D43575C}" dt="2026-06-07T02:32:51.911" v="12837" actId="21"/>
          <ac:spMkLst>
            <pc:docMk/>
            <pc:sldMk cId="2423361989" sldId="275"/>
            <ac:spMk id="16" creationId="{DBA174E5-9EB0-333E-DEF7-030427A77750}"/>
          </ac:spMkLst>
        </pc:spChg>
        <pc:spChg chg="add mod">
          <ac:chgData name="Takamichi Asai" userId="3b5f7fad-e636-4c8e-833d-1467cd4f12a3" providerId="ADAL" clId="{2A663872-BA5B-4A08-84BE-EED75D43575C}" dt="2026-06-07T02:32:39.110" v="12835" actId="164"/>
          <ac:spMkLst>
            <pc:docMk/>
            <pc:sldMk cId="2423361989" sldId="275"/>
            <ac:spMk id="17" creationId="{AF9698B8-8526-C4BD-8D4E-B03AA4EDEA31}"/>
          </ac:spMkLst>
        </pc:spChg>
        <pc:spChg chg="add del">
          <ac:chgData name="Takamichi Asai" userId="3b5f7fad-e636-4c8e-833d-1467cd4f12a3" providerId="ADAL" clId="{2A663872-BA5B-4A08-84BE-EED75D43575C}" dt="2026-06-07T02:32:56.082" v="12839" actId="22"/>
          <ac:spMkLst>
            <pc:docMk/>
            <pc:sldMk cId="2423361989" sldId="275"/>
            <ac:spMk id="20" creationId="{729962D0-43BF-DCF4-386E-6DC076BC1C60}"/>
          </ac:spMkLst>
        </pc:spChg>
        <pc:spChg chg="add del mod">
          <ac:chgData name="Takamichi Asai" userId="3b5f7fad-e636-4c8e-833d-1467cd4f12a3" providerId="ADAL" clId="{2A663872-BA5B-4A08-84BE-EED75D43575C}" dt="2026-06-07T12:18:52.379" v="12921" actId="21"/>
          <ac:spMkLst>
            <pc:docMk/>
            <pc:sldMk cId="2423361989" sldId="275"/>
            <ac:spMk id="22" creationId="{8E0F3453-149D-851F-0A9F-8AE096194720}"/>
          </ac:spMkLst>
        </pc:spChg>
        <pc:spChg chg="add mod">
          <ac:chgData name="Takamichi Asai" userId="3b5f7fad-e636-4c8e-833d-1467cd4f12a3" providerId="ADAL" clId="{2A663872-BA5B-4A08-84BE-EED75D43575C}" dt="2026-06-07T12:18:12.749" v="12912" actId="404"/>
          <ac:spMkLst>
            <pc:docMk/>
            <pc:sldMk cId="2423361989" sldId="275"/>
            <ac:spMk id="23" creationId="{DEF1FE76-284A-5D67-FCCF-7D7A8DAB471A}"/>
          </ac:spMkLst>
        </pc:spChg>
        <pc:spChg chg="mod">
          <ac:chgData name="Takamichi Asai" userId="3b5f7fad-e636-4c8e-833d-1467cd4f12a3" providerId="ADAL" clId="{2A663872-BA5B-4A08-84BE-EED75D43575C}" dt="2026-06-07T12:18:58.656" v="12923"/>
          <ac:spMkLst>
            <pc:docMk/>
            <pc:sldMk cId="2423361989" sldId="275"/>
            <ac:spMk id="28" creationId="{DBA174E5-9EB0-333E-DEF7-030427A77750}"/>
          </ac:spMkLst>
        </pc:spChg>
        <pc:spChg chg="mod">
          <ac:chgData name="Takamichi Asai" userId="3b5f7fad-e636-4c8e-833d-1467cd4f12a3" providerId="ADAL" clId="{2A663872-BA5B-4A08-84BE-EED75D43575C}" dt="2026-06-07T12:35:55.058" v="13119" actId="404"/>
          <ac:spMkLst>
            <pc:docMk/>
            <pc:sldMk cId="2423361989" sldId="275"/>
            <ac:spMk id="29" creationId="{AF9698B8-8526-C4BD-8D4E-B03AA4EDEA31}"/>
          </ac:spMkLst>
        </pc:spChg>
        <pc:spChg chg="add mod">
          <ac:chgData name="Takamichi Asai" userId="3b5f7fad-e636-4c8e-833d-1467cd4f12a3" providerId="ADAL" clId="{2A663872-BA5B-4A08-84BE-EED75D43575C}" dt="2026-06-07T12:35:35.816" v="13115" actId="404"/>
          <ac:spMkLst>
            <pc:docMk/>
            <pc:sldMk cId="2423361989" sldId="275"/>
            <ac:spMk id="30" creationId="{8E0F3453-149D-851F-0A9F-8AE096194720}"/>
          </ac:spMkLst>
        </pc:spChg>
        <pc:spChg chg="add del mod">
          <ac:chgData name="Takamichi Asai" userId="3b5f7fad-e636-4c8e-833d-1467cd4f12a3" providerId="ADAL" clId="{2A663872-BA5B-4A08-84BE-EED75D43575C}" dt="2026-06-07T12:33:57.356" v="13104" actId="478"/>
          <ac:spMkLst>
            <pc:docMk/>
            <pc:sldMk cId="2423361989" sldId="275"/>
            <ac:spMk id="32" creationId="{B5BC014B-C724-2E4F-ECBD-C0C864D901F7}"/>
          </ac:spMkLst>
        </pc:spChg>
        <pc:spChg chg="add del mod">
          <ac:chgData name="Takamichi Asai" userId="3b5f7fad-e636-4c8e-833d-1467cd4f12a3" providerId="ADAL" clId="{2A663872-BA5B-4A08-84BE-EED75D43575C}" dt="2026-06-07T12:33:57.356" v="13104" actId="478"/>
          <ac:spMkLst>
            <pc:docMk/>
            <pc:sldMk cId="2423361989" sldId="275"/>
            <ac:spMk id="33" creationId="{6CB5CBB5-6528-C465-9990-F066D03CE08B}"/>
          </ac:spMkLst>
        </pc:spChg>
        <pc:grpChg chg="add del mod">
          <ac:chgData name="Takamichi Asai" userId="3b5f7fad-e636-4c8e-833d-1467cd4f12a3" providerId="ADAL" clId="{2A663872-BA5B-4A08-84BE-EED75D43575C}" dt="2026-06-07T12:18:52.379" v="12921" actId="21"/>
          <ac:grpSpMkLst>
            <pc:docMk/>
            <pc:sldMk cId="2423361989" sldId="275"/>
            <ac:grpSpMk id="18" creationId="{B5C4BB38-312C-525D-8117-60B180E04ECB}"/>
          </ac:grpSpMkLst>
        </pc:grpChg>
        <pc:grpChg chg="add mod">
          <ac:chgData name="Takamichi Asai" userId="3b5f7fad-e636-4c8e-833d-1467cd4f12a3" providerId="ADAL" clId="{2A663872-BA5B-4A08-84BE-EED75D43575C}" dt="2026-06-07T12:34:07.119" v="13107" actId="164"/>
          <ac:grpSpMkLst>
            <pc:docMk/>
            <pc:sldMk cId="2423361989" sldId="275"/>
            <ac:grpSpMk id="27" creationId="{B5C4BB38-312C-525D-8117-60B180E04ECB}"/>
          </ac:grpSpMkLst>
        </pc:grpChg>
        <pc:grpChg chg="add mod">
          <ac:chgData name="Takamichi Asai" userId="3b5f7fad-e636-4c8e-833d-1467cd4f12a3" providerId="ADAL" clId="{2A663872-BA5B-4A08-84BE-EED75D43575C}" dt="2026-06-07T12:36:27.426" v="13124" actId="14100"/>
          <ac:grpSpMkLst>
            <pc:docMk/>
            <pc:sldMk cId="2423361989" sldId="275"/>
            <ac:grpSpMk id="35" creationId="{EE54D17F-3C4C-AC73-7641-4FA036ED6D91}"/>
          </ac:grpSpMkLst>
        </pc:grpChg>
        <pc:picChg chg="add mod">
          <ac:chgData name="Takamichi Asai" userId="3b5f7fad-e636-4c8e-833d-1467cd4f12a3" providerId="ADAL" clId="{2A663872-BA5B-4A08-84BE-EED75D43575C}" dt="2026-06-07T12:18:19.977" v="12913" actId="1076"/>
          <ac:picMkLst>
            <pc:docMk/>
            <pc:sldMk cId="2423361989" sldId="275"/>
            <ac:picMk id="2" creationId="{2246F830-6DFD-6BC4-A3B0-8349B2A094E9}"/>
          </ac:picMkLst>
        </pc:picChg>
        <pc:picChg chg="add del mod ord">
          <ac:chgData name="Takamichi Asai" userId="3b5f7fad-e636-4c8e-833d-1467cd4f12a3" providerId="ADAL" clId="{2A663872-BA5B-4A08-84BE-EED75D43575C}" dt="2026-06-07T12:33:57.356" v="13104" actId="478"/>
          <ac:picMkLst>
            <pc:docMk/>
            <pc:sldMk cId="2423361989" sldId="275"/>
            <ac:picMk id="7" creationId="{A5E0CB5D-352D-CDE0-9361-27B7E50E9AE1}"/>
          </ac:picMkLst>
        </pc:picChg>
        <pc:picChg chg="add del mod">
          <ac:chgData name="Takamichi Asai" userId="3b5f7fad-e636-4c8e-833d-1467cd4f12a3" providerId="ADAL" clId="{2A663872-BA5B-4A08-84BE-EED75D43575C}" dt="2026-06-07T12:33:57.356" v="13104" actId="478"/>
          <ac:picMkLst>
            <pc:docMk/>
            <pc:sldMk cId="2423361989" sldId="275"/>
            <ac:picMk id="8" creationId="{06D46204-3154-6FF3-778E-C2E6586B9FAC}"/>
          </ac:picMkLst>
        </pc:picChg>
        <pc:picChg chg="add del mod">
          <ac:chgData name="Takamichi Asai" userId="3b5f7fad-e636-4c8e-833d-1467cd4f12a3" providerId="ADAL" clId="{2A663872-BA5B-4A08-84BE-EED75D43575C}" dt="2026-06-07T12:33:57.356" v="13104" actId="478"/>
          <ac:picMkLst>
            <pc:docMk/>
            <pc:sldMk cId="2423361989" sldId="275"/>
            <ac:picMk id="24" creationId="{7498D4B4-BA45-71DF-DAD2-198E7BBDD839}"/>
          </ac:picMkLst>
        </pc:picChg>
        <pc:picChg chg="add del mod">
          <ac:chgData name="Takamichi Asai" userId="3b5f7fad-e636-4c8e-833d-1467cd4f12a3" providerId="ADAL" clId="{2A663872-BA5B-4A08-84BE-EED75D43575C}" dt="2026-06-07T12:33:57.356" v="13104" actId="478"/>
          <ac:picMkLst>
            <pc:docMk/>
            <pc:sldMk cId="2423361989" sldId="275"/>
            <ac:picMk id="25" creationId="{0068FECF-8201-C79D-B7EE-89B789B40CB7}"/>
          </ac:picMkLst>
        </pc:picChg>
        <pc:picChg chg="add del mod">
          <ac:chgData name="Takamichi Asai" userId="3b5f7fad-e636-4c8e-833d-1467cd4f12a3" providerId="ADAL" clId="{2A663872-BA5B-4A08-84BE-EED75D43575C}" dt="2026-06-07T12:33:57.356" v="13104" actId="478"/>
          <ac:picMkLst>
            <pc:docMk/>
            <pc:sldMk cId="2423361989" sldId="275"/>
            <ac:picMk id="26" creationId="{A64D3A8B-C1BE-4CFC-1269-7D97F8229DD2}"/>
          </ac:picMkLst>
        </pc:picChg>
        <pc:picChg chg="add mod">
          <ac:chgData name="Takamichi Asai" userId="3b5f7fad-e636-4c8e-833d-1467cd4f12a3" providerId="ADAL" clId="{2A663872-BA5B-4A08-84BE-EED75D43575C}" dt="2026-06-07T12:31:41.855" v="13091" actId="1076"/>
          <ac:picMkLst>
            <pc:docMk/>
            <pc:sldMk cId="2423361989" sldId="275"/>
            <ac:picMk id="34" creationId="{4D485B03-EB79-DF60-BF81-6DF2D8A2B22E}"/>
          </ac:picMkLst>
        </pc:picChg>
        <pc:picChg chg="add mod">
          <ac:chgData name="Takamichi Asai" userId="3b5f7fad-e636-4c8e-833d-1467cd4f12a3" providerId="ADAL" clId="{2A663872-BA5B-4A08-84BE-EED75D43575C}" dt="2026-06-07T12:36:36.331" v="13125" actId="1076"/>
          <ac:picMkLst>
            <pc:docMk/>
            <pc:sldMk cId="2423361989" sldId="275"/>
            <ac:picMk id="36" creationId="{8B43A544-1968-D168-AF86-F1DCFD3B4508}"/>
          </ac:picMkLst>
        </pc:picChg>
        <pc:cxnChg chg="add">
          <ac:chgData name="Takamichi Asai" userId="3b5f7fad-e636-4c8e-833d-1467cd4f12a3" providerId="ADAL" clId="{2A663872-BA5B-4A08-84BE-EED75D43575C}" dt="2026-06-07T02:15:23.417" v="12564" actId="11529"/>
          <ac:cxnSpMkLst>
            <pc:docMk/>
            <pc:sldMk cId="2423361989" sldId="275"/>
            <ac:cxnSpMk id="6" creationId="{52716ACC-B4F4-8E2A-6B6B-1AD34A0B80F5}"/>
          </ac:cxnSpMkLst>
        </pc:cxnChg>
        <pc:cxnChg chg="add del mod">
          <ac:chgData name="Takamichi Asai" userId="3b5f7fad-e636-4c8e-833d-1467cd4f12a3" providerId="ADAL" clId="{2A663872-BA5B-4A08-84BE-EED75D43575C}" dt="2026-06-07T12:21:31.657" v="12970" actId="478"/>
          <ac:cxnSpMkLst>
            <pc:docMk/>
            <pc:sldMk cId="2423361989" sldId="275"/>
            <ac:cxnSpMk id="31" creationId="{2892EFB0-1D16-7D4F-A67C-E92FA922528D}"/>
          </ac:cxnSpMkLst>
        </pc:cxnChg>
      </pc:sldChg>
      <pc:sldChg chg="addSp delSp modSp new mod">
        <pc:chgData name="Takamichi Asai" userId="3b5f7fad-e636-4c8e-833d-1467cd4f12a3" providerId="ADAL" clId="{2A663872-BA5B-4A08-84BE-EED75D43575C}" dt="2026-06-08T07:09:21.626" v="15360" actId="1076"/>
        <pc:sldMkLst>
          <pc:docMk/>
          <pc:sldMk cId="4205873307" sldId="276"/>
        </pc:sldMkLst>
        <pc:spChg chg="mod">
          <ac:chgData name="Takamichi Asai" userId="3b5f7fad-e636-4c8e-833d-1467cd4f12a3" providerId="ADAL" clId="{2A663872-BA5B-4A08-84BE-EED75D43575C}" dt="2026-06-07T12:28:54.627" v="13074"/>
          <ac:spMkLst>
            <pc:docMk/>
            <pc:sldMk cId="4205873307" sldId="276"/>
            <ac:spMk id="4" creationId="{AB9C7349-1E71-4F89-3FF5-183F5C0F206D}"/>
          </ac:spMkLst>
        </pc:spChg>
        <pc:spChg chg="mod">
          <ac:chgData name="Takamichi Asai" userId="3b5f7fad-e636-4c8e-833d-1467cd4f12a3" providerId="ADAL" clId="{2A663872-BA5B-4A08-84BE-EED75D43575C}" dt="2026-06-07T12:28:54.627" v="13074"/>
          <ac:spMkLst>
            <pc:docMk/>
            <pc:sldMk cId="4205873307" sldId="276"/>
            <ac:spMk id="6" creationId="{9572B395-505E-FECD-F8B7-E0EFDF3CC67E}"/>
          </ac:spMkLst>
        </pc:spChg>
        <pc:spChg chg="mod">
          <ac:chgData name="Takamichi Asai" userId="3b5f7fad-e636-4c8e-833d-1467cd4f12a3" providerId="ADAL" clId="{2A663872-BA5B-4A08-84BE-EED75D43575C}" dt="2026-06-07T12:28:54.627" v="13074"/>
          <ac:spMkLst>
            <pc:docMk/>
            <pc:sldMk cId="4205873307" sldId="276"/>
            <ac:spMk id="7" creationId="{0F95030D-11A5-693C-A712-04DF92A125AB}"/>
          </ac:spMkLst>
        </pc:spChg>
        <pc:spChg chg="mod">
          <ac:chgData name="Takamichi Asai" userId="3b5f7fad-e636-4c8e-833d-1467cd4f12a3" providerId="ADAL" clId="{2A663872-BA5B-4A08-84BE-EED75D43575C}" dt="2026-06-07T12:28:54.627" v="13074"/>
          <ac:spMkLst>
            <pc:docMk/>
            <pc:sldMk cId="4205873307" sldId="276"/>
            <ac:spMk id="10" creationId="{8952F48C-D65B-01CC-8871-BAEBEB97160F}"/>
          </ac:spMkLst>
        </pc:spChg>
        <pc:spChg chg="mod">
          <ac:chgData name="Takamichi Asai" userId="3b5f7fad-e636-4c8e-833d-1467cd4f12a3" providerId="ADAL" clId="{2A663872-BA5B-4A08-84BE-EED75D43575C}" dt="2026-06-07T12:28:54.627" v="13074"/>
          <ac:spMkLst>
            <pc:docMk/>
            <pc:sldMk cId="4205873307" sldId="276"/>
            <ac:spMk id="17" creationId="{A3394692-DBC8-E2F3-E235-82B80DC1D13D}"/>
          </ac:spMkLst>
        </pc:spChg>
        <pc:spChg chg="mod">
          <ac:chgData name="Takamichi Asai" userId="3b5f7fad-e636-4c8e-833d-1467cd4f12a3" providerId="ADAL" clId="{2A663872-BA5B-4A08-84BE-EED75D43575C}" dt="2026-06-07T12:28:54.627" v="13074"/>
          <ac:spMkLst>
            <pc:docMk/>
            <pc:sldMk cId="4205873307" sldId="276"/>
            <ac:spMk id="18" creationId="{5EEC424F-BC16-BE7D-84DC-4E9F9E1D10AF}"/>
          </ac:spMkLst>
        </pc:spChg>
        <pc:spChg chg="mod">
          <ac:chgData name="Takamichi Asai" userId="3b5f7fad-e636-4c8e-833d-1467cd4f12a3" providerId="ADAL" clId="{2A663872-BA5B-4A08-84BE-EED75D43575C}" dt="2026-06-07T12:28:54.627" v="13074"/>
          <ac:spMkLst>
            <pc:docMk/>
            <pc:sldMk cId="4205873307" sldId="276"/>
            <ac:spMk id="19" creationId="{B4B73E5B-02C9-9208-5299-153651BCCC91}"/>
          </ac:spMkLst>
        </pc:spChg>
        <pc:spChg chg="mod">
          <ac:chgData name="Takamichi Asai" userId="3b5f7fad-e636-4c8e-833d-1467cd4f12a3" providerId="ADAL" clId="{2A663872-BA5B-4A08-84BE-EED75D43575C}" dt="2026-06-07T12:30:53.224" v="13082"/>
          <ac:spMkLst>
            <pc:docMk/>
            <pc:sldMk cId="4205873307" sldId="276"/>
            <ac:spMk id="30" creationId="{8193FB61-D607-C0E1-8E46-C0D814A2DD71}"/>
          </ac:spMkLst>
        </pc:spChg>
        <pc:spChg chg="mod">
          <ac:chgData name="Takamichi Asai" userId="3b5f7fad-e636-4c8e-833d-1467cd4f12a3" providerId="ADAL" clId="{2A663872-BA5B-4A08-84BE-EED75D43575C}" dt="2026-06-07T12:30:53.224" v="13082"/>
          <ac:spMkLst>
            <pc:docMk/>
            <pc:sldMk cId="4205873307" sldId="276"/>
            <ac:spMk id="33" creationId="{F3F69823-B508-87C8-10BE-702E21B34DBF}"/>
          </ac:spMkLst>
        </pc:spChg>
        <pc:spChg chg="mod">
          <ac:chgData name="Takamichi Asai" userId="3b5f7fad-e636-4c8e-833d-1467cd4f12a3" providerId="ADAL" clId="{2A663872-BA5B-4A08-84BE-EED75D43575C}" dt="2026-06-07T12:30:53.224" v="13082"/>
          <ac:spMkLst>
            <pc:docMk/>
            <pc:sldMk cId="4205873307" sldId="276"/>
            <ac:spMk id="34" creationId="{F95008DC-6A80-15CD-474E-6D18E17AE3DE}"/>
          </ac:spMkLst>
        </pc:spChg>
        <pc:spChg chg="mod">
          <ac:chgData name="Takamichi Asai" userId="3b5f7fad-e636-4c8e-833d-1467cd4f12a3" providerId="ADAL" clId="{2A663872-BA5B-4A08-84BE-EED75D43575C}" dt="2026-06-07T12:30:53.224" v="13082"/>
          <ac:spMkLst>
            <pc:docMk/>
            <pc:sldMk cId="4205873307" sldId="276"/>
            <ac:spMk id="35" creationId="{D7A7FC08-EBE4-6168-7BE5-3F71BB9126D0}"/>
          </ac:spMkLst>
        </pc:spChg>
        <pc:spChg chg="mod">
          <ac:chgData name="Takamichi Asai" userId="3b5f7fad-e636-4c8e-833d-1467cd4f12a3" providerId="ADAL" clId="{2A663872-BA5B-4A08-84BE-EED75D43575C}" dt="2026-06-07T12:30:53.224" v="13082"/>
          <ac:spMkLst>
            <pc:docMk/>
            <pc:sldMk cId="4205873307" sldId="276"/>
            <ac:spMk id="36" creationId="{844F917A-D416-A594-A764-E41F32E7B1E5}"/>
          </ac:spMkLst>
        </pc:spChg>
        <pc:spChg chg="mod">
          <ac:chgData name="Takamichi Asai" userId="3b5f7fad-e636-4c8e-833d-1467cd4f12a3" providerId="ADAL" clId="{2A663872-BA5B-4A08-84BE-EED75D43575C}" dt="2026-06-07T12:30:53.224" v="13082"/>
          <ac:spMkLst>
            <pc:docMk/>
            <pc:sldMk cId="4205873307" sldId="276"/>
            <ac:spMk id="40" creationId="{4C28C878-2581-8DB3-6863-14741741B6E4}"/>
          </ac:spMkLst>
        </pc:spChg>
        <pc:spChg chg="mod">
          <ac:chgData name="Takamichi Asai" userId="3b5f7fad-e636-4c8e-833d-1467cd4f12a3" providerId="ADAL" clId="{2A663872-BA5B-4A08-84BE-EED75D43575C}" dt="2026-06-07T12:30:53.224" v="13082"/>
          <ac:spMkLst>
            <pc:docMk/>
            <pc:sldMk cId="4205873307" sldId="276"/>
            <ac:spMk id="41" creationId="{CD17AF60-F810-3FD8-493D-4C769FD6F7A3}"/>
          </ac:spMkLst>
        </pc:spChg>
        <pc:spChg chg="mod">
          <ac:chgData name="Takamichi Asai" userId="3b5f7fad-e636-4c8e-833d-1467cd4f12a3" providerId="ADAL" clId="{2A663872-BA5B-4A08-84BE-EED75D43575C}" dt="2026-06-07T12:30:53.224" v="13082"/>
          <ac:spMkLst>
            <pc:docMk/>
            <pc:sldMk cId="4205873307" sldId="276"/>
            <ac:spMk id="44" creationId="{C8FF0549-02BD-A9A6-488A-5D7BFFDEA1C5}"/>
          </ac:spMkLst>
        </pc:spChg>
        <pc:spChg chg="mod">
          <ac:chgData name="Takamichi Asai" userId="3b5f7fad-e636-4c8e-833d-1467cd4f12a3" providerId="ADAL" clId="{2A663872-BA5B-4A08-84BE-EED75D43575C}" dt="2026-06-07T12:30:53.224" v="13082"/>
          <ac:spMkLst>
            <pc:docMk/>
            <pc:sldMk cId="4205873307" sldId="276"/>
            <ac:spMk id="51" creationId="{0DE10CA5-4417-243E-1FE6-03199A0C1687}"/>
          </ac:spMkLst>
        </pc:spChg>
        <pc:spChg chg="mod">
          <ac:chgData name="Takamichi Asai" userId="3b5f7fad-e636-4c8e-833d-1467cd4f12a3" providerId="ADAL" clId="{2A663872-BA5B-4A08-84BE-EED75D43575C}" dt="2026-06-07T12:30:53.224" v="13082"/>
          <ac:spMkLst>
            <pc:docMk/>
            <pc:sldMk cId="4205873307" sldId="276"/>
            <ac:spMk id="52" creationId="{8AE7F610-8A3B-C686-97CB-B99486FC32BC}"/>
          </ac:spMkLst>
        </pc:spChg>
        <pc:spChg chg="add mod">
          <ac:chgData name="Takamichi Asai" userId="3b5f7fad-e636-4c8e-833d-1467cd4f12a3" providerId="ADAL" clId="{2A663872-BA5B-4A08-84BE-EED75D43575C}" dt="2026-06-08T01:18:25.603" v="13552" actId="14100"/>
          <ac:spMkLst>
            <pc:docMk/>
            <pc:sldMk cId="4205873307" sldId="276"/>
            <ac:spMk id="59" creationId="{DD1D862F-411C-9F49-78BA-A445764D8C3D}"/>
          </ac:spMkLst>
        </pc:spChg>
        <pc:spChg chg="add mod topLvl">
          <ac:chgData name="Takamichi Asai" userId="3b5f7fad-e636-4c8e-833d-1467cd4f12a3" providerId="ADAL" clId="{2A663872-BA5B-4A08-84BE-EED75D43575C}" dt="2026-06-08T07:03:09.228" v="15306" actId="403"/>
          <ac:spMkLst>
            <pc:docMk/>
            <pc:sldMk cId="4205873307" sldId="276"/>
            <ac:spMk id="67" creationId="{2721BDCA-2862-154C-D7C4-18FED82EDDB9}"/>
          </ac:spMkLst>
        </pc:spChg>
        <pc:spChg chg="add mod topLvl">
          <ac:chgData name="Takamichi Asai" userId="3b5f7fad-e636-4c8e-833d-1467cd4f12a3" providerId="ADAL" clId="{2A663872-BA5B-4A08-84BE-EED75D43575C}" dt="2026-06-08T07:03:09.228" v="15306" actId="403"/>
          <ac:spMkLst>
            <pc:docMk/>
            <pc:sldMk cId="4205873307" sldId="276"/>
            <ac:spMk id="68" creationId="{A688885F-4766-CD74-6F4B-63FF251B23D7}"/>
          </ac:spMkLst>
        </pc:spChg>
        <pc:spChg chg="add mod topLvl">
          <ac:chgData name="Takamichi Asai" userId="3b5f7fad-e636-4c8e-833d-1467cd4f12a3" providerId="ADAL" clId="{2A663872-BA5B-4A08-84BE-EED75D43575C}" dt="2026-06-08T07:03:17.906" v="15307" actId="14100"/>
          <ac:spMkLst>
            <pc:docMk/>
            <pc:sldMk cId="4205873307" sldId="276"/>
            <ac:spMk id="69" creationId="{A82C2505-318B-00E7-8A4E-0CD79EB80AFB}"/>
          </ac:spMkLst>
        </pc:spChg>
        <pc:spChg chg="add mod topLvl">
          <ac:chgData name="Takamichi Asai" userId="3b5f7fad-e636-4c8e-833d-1467cd4f12a3" providerId="ADAL" clId="{2A663872-BA5B-4A08-84BE-EED75D43575C}" dt="2026-06-08T06:33:32.014" v="15234" actId="1076"/>
          <ac:spMkLst>
            <pc:docMk/>
            <pc:sldMk cId="4205873307" sldId="276"/>
            <ac:spMk id="70" creationId="{CE55AC4F-CF0F-8132-BB7F-D4051BAD5E34}"/>
          </ac:spMkLst>
        </pc:spChg>
        <pc:spChg chg="add mod">
          <ac:chgData name="Takamichi Asai" userId="3b5f7fad-e636-4c8e-833d-1467cd4f12a3" providerId="ADAL" clId="{2A663872-BA5B-4A08-84BE-EED75D43575C}" dt="2026-06-08T01:13:59.799" v="13491" actId="208"/>
          <ac:spMkLst>
            <pc:docMk/>
            <pc:sldMk cId="4205873307" sldId="276"/>
            <ac:spMk id="73" creationId="{35A33302-D3DA-4883-4EF1-BD1D8C41B973}"/>
          </ac:spMkLst>
        </pc:spChg>
        <pc:spChg chg="add mod">
          <ac:chgData name="Takamichi Asai" userId="3b5f7fad-e636-4c8e-833d-1467cd4f12a3" providerId="ADAL" clId="{2A663872-BA5B-4A08-84BE-EED75D43575C}" dt="2026-06-08T01:46:36.380" v="13985" actId="1076"/>
          <ac:spMkLst>
            <pc:docMk/>
            <pc:sldMk cId="4205873307" sldId="276"/>
            <ac:spMk id="82" creationId="{736C7F46-CC54-30B6-A757-7A0D41746F12}"/>
          </ac:spMkLst>
        </pc:spChg>
        <pc:spChg chg="add mod">
          <ac:chgData name="Takamichi Asai" userId="3b5f7fad-e636-4c8e-833d-1467cd4f12a3" providerId="ADAL" clId="{2A663872-BA5B-4A08-84BE-EED75D43575C}" dt="2026-06-08T01:46:36.380" v="13985" actId="1076"/>
          <ac:spMkLst>
            <pc:docMk/>
            <pc:sldMk cId="4205873307" sldId="276"/>
            <ac:spMk id="84" creationId="{9C35F603-EB4A-02C0-682A-DE3A5B6FC43F}"/>
          </ac:spMkLst>
        </pc:spChg>
        <pc:spChg chg="add del mod">
          <ac:chgData name="Takamichi Asai" userId="3b5f7fad-e636-4c8e-833d-1467cd4f12a3" providerId="ADAL" clId="{2A663872-BA5B-4A08-84BE-EED75D43575C}" dt="2026-06-07T23:37:39.173" v="13349" actId="478"/>
          <ac:spMkLst>
            <pc:docMk/>
            <pc:sldMk cId="4205873307" sldId="276"/>
            <ac:spMk id="85" creationId="{2C2C3AF2-87CD-E9F8-9194-2DCB4B1E56C4}"/>
          </ac:spMkLst>
        </pc:spChg>
        <pc:spChg chg="add mod">
          <ac:chgData name="Takamichi Asai" userId="3b5f7fad-e636-4c8e-833d-1467cd4f12a3" providerId="ADAL" clId="{2A663872-BA5B-4A08-84BE-EED75D43575C}" dt="2026-06-08T07:03:39.175" v="15309" actId="14100"/>
          <ac:spMkLst>
            <pc:docMk/>
            <pc:sldMk cId="4205873307" sldId="276"/>
            <ac:spMk id="86" creationId="{42FD6B7D-BA76-6C13-15D8-E940DA3814ED}"/>
          </ac:spMkLst>
        </pc:spChg>
        <pc:spChg chg="add mod">
          <ac:chgData name="Takamichi Asai" userId="3b5f7fad-e636-4c8e-833d-1467cd4f12a3" providerId="ADAL" clId="{2A663872-BA5B-4A08-84BE-EED75D43575C}" dt="2026-06-08T07:03:29.179" v="15308" actId="403"/>
          <ac:spMkLst>
            <pc:docMk/>
            <pc:sldMk cId="4205873307" sldId="276"/>
            <ac:spMk id="88" creationId="{5620E1FC-A3FF-6E2F-610B-BD608FCF5C55}"/>
          </ac:spMkLst>
        </pc:spChg>
        <pc:spChg chg="add mod">
          <ac:chgData name="Takamichi Asai" userId="3b5f7fad-e636-4c8e-833d-1467cd4f12a3" providerId="ADAL" clId="{2A663872-BA5B-4A08-84BE-EED75D43575C}" dt="2026-06-08T07:08:00.359" v="15352" actId="1076"/>
          <ac:spMkLst>
            <pc:docMk/>
            <pc:sldMk cId="4205873307" sldId="276"/>
            <ac:spMk id="89" creationId="{D9978DE0-1773-501D-4790-F5F8E8B42CF0}"/>
          </ac:spMkLst>
        </pc:spChg>
        <pc:spChg chg="mod">
          <ac:chgData name="Takamichi Asai" userId="3b5f7fad-e636-4c8e-833d-1467cd4f12a3" providerId="ADAL" clId="{2A663872-BA5B-4A08-84BE-EED75D43575C}" dt="2026-06-07T23:41:18.581" v="13379" actId="403"/>
          <ac:spMkLst>
            <pc:docMk/>
            <pc:sldMk cId="4205873307" sldId="276"/>
            <ac:spMk id="98" creationId="{699077D9-CD88-4255-2900-60388260AEDE}"/>
          </ac:spMkLst>
        </pc:spChg>
        <pc:spChg chg="mod">
          <ac:chgData name="Takamichi Asai" userId="3b5f7fad-e636-4c8e-833d-1467cd4f12a3" providerId="ADAL" clId="{2A663872-BA5B-4A08-84BE-EED75D43575C}" dt="2026-06-07T23:41:18.581" v="13379" actId="403"/>
          <ac:spMkLst>
            <pc:docMk/>
            <pc:sldMk cId="4205873307" sldId="276"/>
            <ac:spMk id="99" creationId="{B58A6CE3-89C1-640F-5766-174389B6C7EA}"/>
          </ac:spMkLst>
        </pc:spChg>
        <pc:spChg chg="mod">
          <ac:chgData name="Takamichi Asai" userId="3b5f7fad-e636-4c8e-833d-1467cd4f12a3" providerId="ADAL" clId="{2A663872-BA5B-4A08-84BE-EED75D43575C}" dt="2026-06-07T23:41:26.983" v="13385" actId="1037"/>
          <ac:spMkLst>
            <pc:docMk/>
            <pc:sldMk cId="4205873307" sldId="276"/>
            <ac:spMk id="100" creationId="{77DFCFFF-F662-8EBB-AF3C-3938163355EF}"/>
          </ac:spMkLst>
        </pc:spChg>
        <pc:spChg chg="add mod">
          <ac:chgData name="Takamichi Asai" userId="3b5f7fad-e636-4c8e-833d-1467cd4f12a3" providerId="ADAL" clId="{2A663872-BA5B-4A08-84BE-EED75D43575C}" dt="2026-06-08T07:03:54.440" v="15311" actId="20577"/>
          <ac:spMkLst>
            <pc:docMk/>
            <pc:sldMk cId="4205873307" sldId="276"/>
            <ac:spMk id="101" creationId="{CB2834DD-9D0C-7643-69B7-A0805F60A911}"/>
          </ac:spMkLst>
        </pc:spChg>
        <pc:spChg chg="add del mod">
          <ac:chgData name="Takamichi Asai" userId="3b5f7fad-e636-4c8e-833d-1467cd4f12a3" providerId="ADAL" clId="{2A663872-BA5B-4A08-84BE-EED75D43575C}" dt="2026-06-08T07:05:00.295" v="15332" actId="113"/>
          <ac:spMkLst>
            <pc:docMk/>
            <pc:sldMk cId="4205873307" sldId="276"/>
            <ac:spMk id="107" creationId="{B277708C-B1A8-37AF-F70A-3B76210C2EB9}"/>
          </ac:spMkLst>
        </pc:spChg>
        <pc:spChg chg="add mod">
          <ac:chgData name="Takamichi Asai" userId="3b5f7fad-e636-4c8e-833d-1467cd4f12a3" providerId="ADAL" clId="{2A663872-BA5B-4A08-84BE-EED75D43575C}" dt="2026-06-08T07:09:21.626" v="15360" actId="1076"/>
          <ac:spMkLst>
            <pc:docMk/>
            <pc:sldMk cId="4205873307" sldId="276"/>
            <ac:spMk id="108" creationId="{B4A6515A-5222-6021-A2CE-69C523C85305}"/>
          </ac:spMkLst>
        </pc:spChg>
        <pc:spChg chg="add mod">
          <ac:chgData name="Takamichi Asai" userId="3b5f7fad-e636-4c8e-833d-1467cd4f12a3" providerId="ADAL" clId="{2A663872-BA5B-4A08-84BE-EED75D43575C}" dt="2026-06-08T07:09:21.626" v="15360" actId="1076"/>
          <ac:spMkLst>
            <pc:docMk/>
            <pc:sldMk cId="4205873307" sldId="276"/>
            <ac:spMk id="110" creationId="{6FF9D4F0-F857-A60A-8C90-CCC965A1104E}"/>
          </ac:spMkLst>
        </pc:spChg>
        <pc:spChg chg="add mod">
          <ac:chgData name="Takamichi Asai" userId="3b5f7fad-e636-4c8e-833d-1467cd4f12a3" providerId="ADAL" clId="{2A663872-BA5B-4A08-84BE-EED75D43575C}" dt="2026-06-08T07:09:21.626" v="15360" actId="1076"/>
          <ac:spMkLst>
            <pc:docMk/>
            <pc:sldMk cId="4205873307" sldId="276"/>
            <ac:spMk id="111" creationId="{905DA3A5-E98A-E424-8806-10FE3B8D0755}"/>
          </ac:spMkLst>
        </pc:spChg>
        <pc:spChg chg="add mod">
          <ac:chgData name="Takamichi Asai" userId="3b5f7fad-e636-4c8e-833d-1467cd4f12a3" providerId="ADAL" clId="{2A663872-BA5B-4A08-84BE-EED75D43575C}" dt="2026-06-08T01:34:16.347" v="13633" actId="164"/>
          <ac:spMkLst>
            <pc:docMk/>
            <pc:sldMk cId="4205873307" sldId="276"/>
            <ac:spMk id="113" creationId="{75B8FDCE-B1E5-E4D4-834F-E23E48DB943E}"/>
          </ac:spMkLst>
        </pc:spChg>
        <pc:spChg chg="add mod">
          <ac:chgData name="Takamichi Asai" userId="3b5f7fad-e636-4c8e-833d-1467cd4f12a3" providerId="ADAL" clId="{2A663872-BA5B-4A08-84BE-EED75D43575C}" dt="2026-06-08T01:34:16.347" v="13633" actId="164"/>
          <ac:spMkLst>
            <pc:docMk/>
            <pc:sldMk cId="4205873307" sldId="276"/>
            <ac:spMk id="114" creationId="{F0DE23D6-FCE2-59F3-CBB1-60721B61AFF7}"/>
          </ac:spMkLst>
        </pc:spChg>
        <pc:spChg chg="add mod">
          <ac:chgData name="Takamichi Asai" userId="3b5f7fad-e636-4c8e-833d-1467cd4f12a3" providerId="ADAL" clId="{2A663872-BA5B-4A08-84BE-EED75D43575C}" dt="2026-06-08T01:34:16.347" v="13633" actId="164"/>
          <ac:spMkLst>
            <pc:docMk/>
            <pc:sldMk cId="4205873307" sldId="276"/>
            <ac:spMk id="115" creationId="{E2AAD802-1177-DA76-8946-599D01C2B419}"/>
          </ac:spMkLst>
        </pc:spChg>
        <pc:spChg chg="add mod">
          <ac:chgData name="Takamichi Asai" userId="3b5f7fad-e636-4c8e-833d-1467cd4f12a3" providerId="ADAL" clId="{2A663872-BA5B-4A08-84BE-EED75D43575C}" dt="2026-06-08T01:34:16.347" v="13633" actId="164"/>
          <ac:spMkLst>
            <pc:docMk/>
            <pc:sldMk cId="4205873307" sldId="276"/>
            <ac:spMk id="116" creationId="{51409483-88A1-71A7-331E-459CF34472E4}"/>
          </ac:spMkLst>
        </pc:spChg>
        <pc:spChg chg="add mod">
          <ac:chgData name="Takamichi Asai" userId="3b5f7fad-e636-4c8e-833d-1467cd4f12a3" providerId="ADAL" clId="{2A663872-BA5B-4A08-84BE-EED75D43575C}" dt="2026-06-08T07:09:09.052" v="15359" actId="1076"/>
          <ac:spMkLst>
            <pc:docMk/>
            <pc:sldMk cId="4205873307" sldId="276"/>
            <ac:spMk id="117" creationId="{FCD91FC9-EF20-1A7F-462A-FB49320C1032}"/>
          </ac:spMkLst>
        </pc:spChg>
        <pc:spChg chg="add mod">
          <ac:chgData name="Takamichi Asai" userId="3b5f7fad-e636-4c8e-833d-1467cd4f12a3" providerId="ADAL" clId="{2A663872-BA5B-4A08-84BE-EED75D43575C}" dt="2026-06-08T01:35:55.187" v="13638" actId="164"/>
          <ac:spMkLst>
            <pc:docMk/>
            <pc:sldMk cId="4205873307" sldId="276"/>
            <ac:spMk id="120" creationId="{DB9FA5B5-A782-AA3F-04D2-3EB4F8CBF3E2}"/>
          </ac:spMkLst>
        </pc:spChg>
        <pc:spChg chg="add mod">
          <ac:chgData name="Takamichi Asai" userId="3b5f7fad-e636-4c8e-833d-1467cd4f12a3" providerId="ADAL" clId="{2A663872-BA5B-4A08-84BE-EED75D43575C}" dt="2026-06-08T01:35:55.187" v="13638" actId="164"/>
          <ac:spMkLst>
            <pc:docMk/>
            <pc:sldMk cId="4205873307" sldId="276"/>
            <ac:spMk id="121" creationId="{4032FE5B-76FA-F264-9346-BBB176E616A6}"/>
          </ac:spMkLst>
        </pc:spChg>
        <pc:spChg chg="add mod">
          <ac:chgData name="Takamichi Asai" userId="3b5f7fad-e636-4c8e-833d-1467cd4f12a3" providerId="ADAL" clId="{2A663872-BA5B-4A08-84BE-EED75D43575C}" dt="2026-06-08T07:09:09.052" v="15359" actId="1076"/>
          <ac:spMkLst>
            <pc:docMk/>
            <pc:sldMk cId="4205873307" sldId="276"/>
            <ac:spMk id="122" creationId="{C0332A5E-3C3A-7956-056E-9A35125A775F}"/>
          </ac:spMkLst>
        </pc:spChg>
        <pc:spChg chg="add mod">
          <ac:chgData name="Takamichi Asai" userId="3b5f7fad-e636-4c8e-833d-1467cd4f12a3" providerId="ADAL" clId="{2A663872-BA5B-4A08-84BE-EED75D43575C}" dt="2026-06-08T07:09:09.052" v="15359" actId="1076"/>
          <ac:spMkLst>
            <pc:docMk/>
            <pc:sldMk cId="4205873307" sldId="276"/>
            <ac:spMk id="123" creationId="{9CB9685A-048F-681B-87CB-BADA50440C56}"/>
          </ac:spMkLst>
        </pc:spChg>
        <pc:spChg chg="mod">
          <ac:chgData name="Takamichi Asai" userId="3b5f7fad-e636-4c8e-833d-1467cd4f12a3" providerId="ADAL" clId="{2A663872-BA5B-4A08-84BE-EED75D43575C}" dt="2026-06-08T01:42:08.160" v="13706" actId="404"/>
          <ac:spMkLst>
            <pc:docMk/>
            <pc:sldMk cId="4205873307" sldId="276"/>
            <ac:spMk id="128" creationId="{F44BACB0-73FD-7BA0-0619-92C69D46EB5A}"/>
          </ac:spMkLst>
        </pc:spChg>
        <pc:spChg chg="mod">
          <ac:chgData name="Takamichi Asai" userId="3b5f7fad-e636-4c8e-833d-1467cd4f12a3" providerId="ADAL" clId="{2A663872-BA5B-4A08-84BE-EED75D43575C}" dt="2026-06-08T01:41:52.777" v="13703" actId="14100"/>
          <ac:spMkLst>
            <pc:docMk/>
            <pc:sldMk cId="4205873307" sldId="276"/>
            <ac:spMk id="129" creationId="{F36E5BD1-DE48-6671-1742-195D7F77943D}"/>
          </ac:spMkLst>
        </pc:spChg>
        <pc:spChg chg="add del mod">
          <ac:chgData name="Takamichi Asai" userId="3b5f7fad-e636-4c8e-833d-1467cd4f12a3" providerId="ADAL" clId="{2A663872-BA5B-4A08-84BE-EED75D43575C}" dt="2026-06-08T01:41:19.857" v="13699" actId="2085"/>
          <ac:spMkLst>
            <pc:docMk/>
            <pc:sldMk cId="4205873307" sldId="276"/>
            <ac:spMk id="130" creationId="{CF5E92AC-A092-861F-8E29-F922ABCCFF99}"/>
          </ac:spMkLst>
        </pc:spChg>
        <pc:spChg chg="add del mod">
          <ac:chgData name="Takamichi Asai" userId="3b5f7fad-e636-4c8e-833d-1467cd4f12a3" providerId="ADAL" clId="{2A663872-BA5B-4A08-84BE-EED75D43575C}" dt="2026-06-08T01:39:46.089" v="13674" actId="478"/>
          <ac:spMkLst>
            <pc:docMk/>
            <pc:sldMk cId="4205873307" sldId="276"/>
            <ac:spMk id="131" creationId="{CF081CAE-3A5C-F31A-0F19-E2D1B73DF04E}"/>
          </ac:spMkLst>
        </pc:spChg>
        <pc:spChg chg="add mod">
          <ac:chgData name="Takamichi Asai" userId="3b5f7fad-e636-4c8e-833d-1467cd4f12a3" providerId="ADAL" clId="{2A663872-BA5B-4A08-84BE-EED75D43575C}" dt="2026-06-08T07:08:09.568" v="15353" actId="403"/>
          <ac:spMkLst>
            <pc:docMk/>
            <pc:sldMk cId="4205873307" sldId="276"/>
            <ac:spMk id="132" creationId="{36C97EBC-6D5D-E953-1F6D-0BF2BBFC9D29}"/>
          </ac:spMkLst>
        </pc:spChg>
        <pc:spChg chg="mod">
          <ac:chgData name="Takamichi Asai" userId="3b5f7fad-e636-4c8e-833d-1467cd4f12a3" providerId="ADAL" clId="{2A663872-BA5B-4A08-84BE-EED75D43575C}" dt="2026-06-08T04:31:16.734" v="14577"/>
          <ac:spMkLst>
            <pc:docMk/>
            <pc:sldMk cId="4205873307" sldId="276"/>
            <ac:spMk id="136" creationId="{E6C21FEA-C38A-1785-2F10-765B417AEE76}"/>
          </ac:spMkLst>
        </pc:spChg>
        <pc:spChg chg="mod">
          <ac:chgData name="Takamichi Asai" userId="3b5f7fad-e636-4c8e-833d-1467cd4f12a3" providerId="ADAL" clId="{2A663872-BA5B-4A08-84BE-EED75D43575C}" dt="2026-06-08T04:31:16.734" v="14577"/>
          <ac:spMkLst>
            <pc:docMk/>
            <pc:sldMk cId="4205873307" sldId="276"/>
            <ac:spMk id="137" creationId="{54AB8419-8733-5609-C294-1F3F8F23E0AF}"/>
          </ac:spMkLst>
        </pc:spChg>
        <pc:spChg chg="mod">
          <ac:chgData name="Takamichi Asai" userId="3b5f7fad-e636-4c8e-833d-1467cd4f12a3" providerId="ADAL" clId="{2A663872-BA5B-4A08-84BE-EED75D43575C}" dt="2026-06-08T04:31:16.734" v="14577"/>
          <ac:spMkLst>
            <pc:docMk/>
            <pc:sldMk cId="4205873307" sldId="276"/>
            <ac:spMk id="138" creationId="{01B88C3F-9318-646B-281A-B75B16E5EE80}"/>
          </ac:spMkLst>
        </pc:spChg>
        <pc:spChg chg="mod">
          <ac:chgData name="Takamichi Asai" userId="3b5f7fad-e636-4c8e-833d-1467cd4f12a3" providerId="ADAL" clId="{2A663872-BA5B-4A08-84BE-EED75D43575C}" dt="2026-06-08T04:31:16.734" v="14577"/>
          <ac:spMkLst>
            <pc:docMk/>
            <pc:sldMk cId="4205873307" sldId="276"/>
            <ac:spMk id="139" creationId="{17DF2EEE-4499-0E7E-9291-F7FE63925E6F}"/>
          </ac:spMkLst>
        </pc:spChg>
        <pc:spChg chg="add del mod ord">
          <ac:chgData name="Takamichi Asai" userId="3b5f7fad-e636-4c8e-833d-1467cd4f12a3" providerId="ADAL" clId="{2A663872-BA5B-4A08-84BE-EED75D43575C}" dt="2026-06-08T06:07:05.097" v="15078" actId="478"/>
          <ac:spMkLst>
            <pc:docMk/>
            <pc:sldMk cId="4205873307" sldId="276"/>
            <ac:spMk id="140" creationId="{0D72F1CB-46A8-6383-6443-F5743D7F01FA}"/>
          </ac:spMkLst>
        </pc:spChg>
        <pc:spChg chg="mod topLvl">
          <ac:chgData name="Takamichi Asai" userId="3b5f7fad-e636-4c8e-833d-1467cd4f12a3" providerId="ADAL" clId="{2A663872-BA5B-4A08-84BE-EED75D43575C}" dt="2026-06-08T06:09:42.974" v="15099" actId="164"/>
          <ac:spMkLst>
            <pc:docMk/>
            <pc:sldMk cId="4205873307" sldId="276"/>
            <ac:spMk id="142" creationId="{51BBB7E3-1B8F-1AE4-5F75-3E1BCAE1461E}"/>
          </ac:spMkLst>
        </pc:spChg>
        <pc:spChg chg="del mod topLvl">
          <ac:chgData name="Takamichi Asai" userId="3b5f7fad-e636-4c8e-833d-1467cd4f12a3" providerId="ADAL" clId="{2A663872-BA5B-4A08-84BE-EED75D43575C}" dt="2026-06-08T06:08:55.281" v="15094" actId="21"/>
          <ac:spMkLst>
            <pc:docMk/>
            <pc:sldMk cId="4205873307" sldId="276"/>
            <ac:spMk id="143" creationId="{EAA87D32-CF59-C8B2-8155-7D4D39DC49C0}"/>
          </ac:spMkLst>
        </pc:spChg>
        <pc:spChg chg="mod">
          <ac:chgData name="Takamichi Asai" userId="3b5f7fad-e636-4c8e-833d-1467cd4f12a3" providerId="ADAL" clId="{2A663872-BA5B-4A08-84BE-EED75D43575C}" dt="2026-06-08T06:08:15.505" v="15087"/>
          <ac:spMkLst>
            <pc:docMk/>
            <pc:sldMk cId="4205873307" sldId="276"/>
            <ac:spMk id="145" creationId="{2EC76C76-FCA5-5D8C-961A-E44768438F24}"/>
          </ac:spMkLst>
        </pc:spChg>
        <pc:spChg chg="mod">
          <ac:chgData name="Takamichi Asai" userId="3b5f7fad-e636-4c8e-833d-1467cd4f12a3" providerId="ADAL" clId="{2A663872-BA5B-4A08-84BE-EED75D43575C}" dt="2026-06-08T06:08:15.505" v="15087"/>
          <ac:spMkLst>
            <pc:docMk/>
            <pc:sldMk cId="4205873307" sldId="276"/>
            <ac:spMk id="146" creationId="{A15886BA-B4F2-33A0-2445-28FD7FA1E3E4}"/>
          </ac:spMkLst>
        </pc:spChg>
        <pc:spChg chg="add mod">
          <ac:chgData name="Takamichi Asai" userId="3b5f7fad-e636-4c8e-833d-1467cd4f12a3" providerId="ADAL" clId="{2A663872-BA5B-4A08-84BE-EED75D43575C}" dt="2026-06-08T06:09:42.974" v="15099" actId="164"/>
          <ac:spMkLst>
            <pc:docMk/>
            <pc:sldMk cId="4205873307" sldId="276"/>
            <ac:spMk id="147" creationId="{EAA87D32-CF59-C8B2-8155-7D4D39DC49C0}"/>
          </ac:spMkLst>
        </pc:spChg>
        <pc:spChg chg="add mod">
          <ac:chgData name="Takamichi Asai" userId="3b5f7fad-e636-4c8e-833d-1467cd4f12a3" providerId="ADAL" clId="{2A663872-BA5B-4A08-84BE-EED75D43575C}" dt="2026-06-08T06:09:19.291" v="15098"/>
          <ac:spMkLst>
            <pc:docMk/>
            <pc:sldMk cId="4205873307" sldId="276"/>
            <ac:spMk id="148" creationId="{5196B56D-39C6-EA89-B8A6-2DE902736478}"/>
          </ac:spMkLst>
        </pc:spChg>
        <pc:spChg chg="add mod">
          <ac:chgData name="Takamichi Asai" userId="3b5f7fad-e636-4c8e-833d-1467cd4f12a3" providerId="ADAL" clId="{2A663872-BA5B-4A08-84BE-EED75D43575C}" dt="2026-06-08T06:09:19.291" v="15098"/>
          <ac:spMkLst>
            <pc:docMk/>
            <pc:sldMk cId="4205873307" sldId="276"/>
            <ac:spMk id="149" creationId="{75EEA3D0-C9DA-DA40-D29A-EF357A6E6A45}"/>
          </ac:spMkLst>
        </pc:spChg>
        <pc:spChg chg="mod">
          <ac:chgData name="Takamichi Asai" userId="3b5f7fad-e636-4c8e-833d-1467cd4f12a3" providerId="ADAL" clId="{2A663872-BA5B-4A08-84BE-EED75D43575C}" dt="2026-06-08T06:09:50.994" v="15100" actId="571"/>
          <ac:spMkLst>
            <pc:docMk/>
            <pc:sldMk cId="4205873307" sldId="276"/>
            <ac:spMk id="152" creationId="{66862BDF-42AA-20D7-D50D-0C2AB98A9C68}"/>
          </ac:spMkLst>
        </pc:spChg>
        <pc:spChg chg="mod">
          <ac:chgData name="Takamichi Asai" userId="3b5f7fad-e636-4c8e-833d-1467cd4f12a3" providerId="ADAL" clId="{2A663872-BA5B-4A08-84BE-EED75D43575C}" dt="2026-06-08T06:10:22.690" v="15107" actId="20577"/>
          <ac:spMkLst>
            <pc:docMk/>
            <pc:sldMk cId="4205873307" sldId="276"/>
            <ac:spMk id="153" creationId="{76649F3E-8E88-3D5E-AA64-B354BD66D27F}"/>
          </ac:spMkLst>
        </pc:spChg>
        <pc:spChg chg="mod">
          <ac:chgData name="Takamichi Asai" userId="3b5f7fad-e636-4c8e-833d-1467cd4f12a3" providerId="ADAL" clId="{2A663872-BA5B-4A08-84BE-EED75D43575C}" dt="2026-06-08T06:10:01.267" v="15101" actId="571"/>
          <ac:spMkLst>
            <pc:docMk/>
            <pc:sldMk cId="4205873307" sldId="276"/>
            <ac:spMk id="155" creationId="{F25AA3A4-5452-FFF0-1ABC-C42E41C65792}"/>
          </ac:spMkLst>
        </pc:spChg>
        <pc:spChg chg="mod">
          <ac:chgData name="Takamichi Asai" userId="3b5f7fad-e636-4c8e-833d-1467cd4f12a3" providerId="ADAL" clId="{2A663872-BA5B-4A08-84BE-EED75D43575C}" dt="2026-06-08T06:10:25.317" v="15108" actId="20577"/>
          <ac:spMkLst>
            <pc:docMk/>
            <pc:sldMk cId="4205873307" sldId="276"/>
            <ac:spMk id="156" creationId="{D7105150-2C66-22FF-0654-AC80F67E7CCE}"/>
          </ac:spMkLst>
        </pc:spChg>
        <pc:spChg chg="mod">
          <ac:chgData name="Takamichi Asai" userId="3b5f7fad-e636-4c8e-833d-1467cd4f12a3" providerId="ADAL" clId="{2A663872-BA5B-4A08-84BE-EED75D43575C}" dt="2026-06-08T06:10:06.720" v="15102" actId="571"/>
          <ac:spMkLst>
            <pc:docMk/>
            <pc:sldMk cId="4205873307" sldId="276"/>
            <ac:spMk id="158" creationId="{6A367F19-C4F1-3ABB-2F60-574AA83E518E}"/>
          </ac:spMkLst>
        </pc:spChg>
        <pc:spChg chg="mod">
          <ac:chgData name="Takamichi Asai" userId="3b5f7fad-e636-4c8e-833d-1467cd4f12a3" providerId="ADAL" clId="{2A663872-BA5B-4A08-84BE-EED75D43575C}" dt="2026-06-08T06:26:50.663" v="15196" actId="1037"/>
          <ac:spMkLst>
            <pc:docMk/>
            <pc:sldMk cId="4205873307" sldId="276"/>
            <ac:spMk id="159" creationId="{AEDCB3CD-0B39-B6D2-E1E0-4CB2178FAE00}"/>
          </ac:spMkLst>
        </pc:spChg>
        <pc:spChg chg="mod">
          <ac:chgData name="Takamichi Asai" userId="3b5f7fad-e636-4c8e-833d-1467cd4f12a3" providerId="ADAL" clId="{2A663872-BA5B-4A08-84BE-EED75D43575C}" dt="2026-06-08T06:14:32.842" v="15160" actId="571"/>
          <ac:spMkLst>
            <pc:docMk/>
            <pc:sldMk cId="4205873307" sldId="276"/>
            <ac:spMk id="170" creationId="{62F4E5E8-D143-CAF3-9744-AB313DCC9F79}"/>
          </ac:spMkLst>
        </pc:spChg>
        <pc:spChg chg="mod">
          <ac:chgData name="Takamichi Asai" userId="3b5f7fad-e636-4c8e-833d-1467cd4f12a3" providerId="ADAL" clId="{2A663872-BA5B-4A08-84BE-EED75D43575C}" dt="2026-06-08T06:14:32.842" v="15160" actId="571"/>
          <ac:spMkLst>
            <pc:docMk/>
            <pc:sldMk cId="4205873307" sldId="276"/>
            <ac:spMk id="171" creationId="{F13A4E37-844C-2889-8DEF-E246DAD2FC00}"/>
          </ac:spMkLst>
        </pc:spChg>
        <pc:spChg chg="mod">
          <ac:chgData name="Takamichi Asai" userId="3b5f7fad-e636-4c8e-833d-1467cd4f12a3" providerId="ADAL" clId="{2A663872-BA5B-4A08-84BE-EED75D43575C}" dt="2026-06-08T06:14:32.842" v="15160" actId="571"/>
          <ac:spMkLst>
            <pc:docMk/>
            <pc:sldMk cId="4205873307" sldId="276"/>
            <ac:spMk id="173" creationId="{85BD3A31-C8B0-FF90-310C-C46D212885E4}"/>
          </ac:spMkLst>
        </pc:spChg>
        <pc:spChg chg="mod">
          <ac:chgData name="Takamichi Asai" userId="3b5f7fad-e636-4c8e-833d-1467cd4f12a3" providerId="ADAL" clId="{2A663872-BA5B-4A08-84BE-EED75D43575C}" dt="2026-06-08T06:14:32.842" v="15160" actId="571"/>
          <ac:spMkLst>
            <pc:docMk/>
            <pc:sldMk cId="4205873307" sldId="276"/>
            <ac:spMk id="174" creationId="{FB94DE87-664E-2FF8-3D34-CCBEE3C1F703}"/>
          </ac:spMkLst>
        </pc:spChg>
        <pc:spChg chg="mod">
          <ac:chgData name="Takamichi Asai" userId="3b5f7fad-e636-4c8e-833d-1467cd4f12a3" providerId="ADAL" clId="{2A663872-BA5B-4A08-84BE-EED75D43575C}" dt="2026-06-08T07:04:42.969" v="15329" actId="1035"/>
          <ac:spMkLst>
            <pc:docMk/>
            <pc:sldMk cId="4205873307" sldId="276"/>
            <ac:spMk id="190" creationId="{F44BACB0-73FD-7BA0-0619-92C69D46EB5A}"/>
          </ac:spMkLst>
        </pc:spChg>
        <pc:spChg chg="mod">
          <ac:chgData name="Takamichi Asai" userId="3b5f7fad-e636-4c8e-833d-1467cd4f12a3" providerId="ADAL" clId="{2A663872-BA5B-4A08-84BE-EED75D43575C}" dt="2026-06-08T06:31:22.054" v="15226"/>
          <ac:spMkLst>
            <pc:docMk/>
            <pc:sldMk cId="4205873307" sldId="276"/>
            <ac:spMk id="191" creationId="{F36E5BD1-DE48-6671-1742-195D7F77943D}"/>
          </ac:spMkLst>
        </pc:spChg>
        <pc:spChg chg="mod">
          <ac:chgData name="Takamichi Asai" userId="3b5f7fad-e636-4c8e-833d-1467cd4f12a3" providerId="ADAL" clId="{2A663872-BA5B-4A08-84BE-EED75D43575C}" dt="2026-06-08T06:31:22.054" v="15226"/>
          <ac:spMkLst>
            <pc:docMk/>
            <pc:sldMk cId="4205873307" sldId="276"/>
            <ac:spMk id="192" creationId="{CF5E92AC-A092-861F-8E29-F922ABCCFF99}"/>
          </ac:spMkLst>
        </pc:spChg>
        <pc:grpChg chg="mod">
          <ac:chgData name="Takamichi Asai" userId="3b5f7fad-e636-4c8e-833d-1467cd4f12a3" providerId="ADAL" clId="{2A663872-BA5B-4A08-84BE-EED75D43575C}" dt="2026-06-07T12:31:06.196" v="13084" actId="1076"/>
          <ac:grpSpMkLst>
            <pc:docMk/>
            <pc:sldMk cId="4205873307" sldId="276"/>
            <ac:grpSpMk id="25" creationId="{D1C904D7-374F-BA30-E443-F2551B6D2861}"/>
          </ac:grpSpMkLst>
        </pc:grpChg>
        <pc:grpChg chg="add del mod">
          <ac:chgData name="Takamichi Asai" userId="3b5f7fad-e636-4c8e-833d-1467cd4f12a3" providerId="ADAL" clId="{2A663872-BA5B-4A08-84BE-EED75D43575C}" dt="2026-06-07T23:27:11.790" v="13282" actId="165"/>
          <ac:grpSpMkLst>
            <pc:docMk/>
            <pc:sldMk cId="4205873307" sldId="276"/>
            <ac:grpSpMk id="63" creationId="{5985092D-EC19-1306-1FB4-F376127DF001}"/>
          </ac:grpSpMkLst>
        </pc:grpChg>
        <pc:grpChg chg="add del mod">
          <ac:chgData name="Takamichi Asai" userId="3b5f7fad-e636-4c8e-833d-1467cd4f12a3" providerId="ADAL" clId="{2A663872-BA5B-4A08-84BE-EED75D43575C}" dt="2026-06-07T23:38:56.905" v="13358" actId="165"/>
          <ac:grpSpMkLst>
            <pc:docMk/>
            <pc:sldMk cId="4205873307" sldId="276"/>
            <ac:grpSpMk id="71" creationId="{F37810C6-48C9-00C2-B8E0-059ABB922AE6}"/>
          </ac:grpSpMkLst>
        </pc:grpChg>
        <pc:grpChg chg="add del mod">
          <ac:chgData name="Takamichi Asai" userId="3b5f7fad-e636-4c8e-833d-1467cd4f12a3" providerId="ADAL" clId="{2A663872-BA5B-4A08-84BE-EED75D43575C}" dt="2026-06-07T23:28:04.335" v="13289" actId="165"/>
          <ac:grpSpMkLst>
            <pc:docMk/>
            <pc:sldMk cId="4205873307" sldId="276"/>
            <ac:grpSpMk id="75" creationId="{096A6372-BC46-9248-CD84-14E1305B6649}"/>
          </ac:grpSpMkLst>
        </pc:grpChg>
        <pc:grpChg chg="add mod">
          <ac:chgData name="Takamichi Asai" userId="3b5f7fad-e636-4c8e-833d-1467cd4f12a3" providerId="ADAL" clId="{2A663872-BA5B-4A08-84BE-EED75D43575C}" dt="2026-06-07T23:37:53.455" v="13350" actId="165"/>
          <ac:grpSpMkLst>
            <pc:docMk/>
            <pc:sldMk cId="4205873307" sldId="276"/>
            <ac:grpSpMk id="77" creationId="{E7BD979A-B18F-9B7D-0681-BCB6FB09C1A5}"/>
          </ac:grpSpMkLst>
        </pc:grpChg>
        <pc:grpChg chg="add mod">
          <ac:chgData name="Takamichi Asai" userId="3b5f7fad-e636-4c8e-833d-1467cd4f12a3" providerId="ADAL" clId="{2A663872-BA5B-4A08-84BE-EED75D43575C}" dt="2026-06-08T01:16:15.417" v="13539" actId="14100"/>
          <ac:grpSpMkLst>
            <pc:docMk/>
            <pc:sldMk cId="4205873307" sldId="276"/>
            <ac:grpSpMk id="78" creationId="{19E569FB-B9E8-B668-845F-CCD6C3FA17C2}"/>
          </ac:grpSpMkLst>
        </pc:grpChg>
        <pc:grpChg chg="add del mod">
          <ac:chgData name="Takamichi Asai" userId="3b5f7fad-e636-4c8e-833d-1467cd4f12a3" providerId="ADAL" clId="{2A663872-BA5B-4A08-84BE-EED75D43575C}" dt="2026-06-07T23:37:53.455" v="13350" actId="165"/>
          <ac:grpSpMkLst>
            <pc:docMk/>
            <pc:sldMk cId="4205873307" sldId="276"/>
            <ac:grpSpMk id="79" creationId="{EEED7111-1B8D-BE4B-86B9-83A036B76761}"/>
          </ac:grpSpMkLst>
        </pc:grpChg>
        <pc:grpChg chg="add del mod">
          <ac:chgData name="Takamichi Asai" userId="3b5f7fad-e636-4c8e-833d-1467cd4f12a3" providerId="ADAL" clId="{2A663872-BA5B-4A08-84BE-EED75D43575C}" dt="2026-06-07T23:37:53.455" v="13350" actId="165"/>
          <ac:grpSpMkLst>
            <pc:docMk/>
            <pc:sldMk cId="4205873307" sldId="276"/>
            <ac:grpSpMk id="80" creationId="{F1102454-C29A-7D36-A5CD-BBC5F30424F6}"/>
          </ac:grpSpMkLst>
        </pc:grpChg>
        <pc:grpChg chg="add mod">
          <ac:chgData name="Takamichi Asai" userId="3b5f7fad-e636-4c8e-833d-1467cd4f12a3" providerId="ADAL" clId="{2A663872-BA5B-4A08-84BE-EED75D43575C}" dt="2026-06-07T23:36:28.905" v="13334" actId="1076"/>
          <ac:grpSpMkLst>
            <pc:docMk/>
            <pc:sldMk cId="4205873307" sldId="276"/>
            <ac:grpSpMk id="81" creationId="{A11B23E5-4E00-F6CF-E31B-FA332F24FE34}"/>
          </ac:grpSpMkLst>
        </pc:grpChg>
        <pc:grpChg chg="mod">
          <ac:chgData name="Takamichi Asai" userId="3b5f7fad-e636-4c8e-833d-1467cd4f12a3" providerId="ADAL" clId="{2A663872-BA5B-4A08-84BE-EED75D43575C}" dt="2026-06-08T06:40:33.166" v="15267" actId="1076"/>
          <ac:grpSpMkLst>
            <pc:docMk/>
            <pc:sldMk cId="4205873307" sldId="276"/>
            <ac:grpSpMk id="91" creationId="{33A6B407-E823-B480-3A39-6264281383E2}"/>
          </ac:grpSpMkLst>
        </pc:grpChg>
        <pc:grpChg chg="mod">
          <ac:chgData name="Takamichi Asai" userId="3b5f7fad-e636-4c8e-833d-1467cd4f12a3" providerId="ADAL" clId="{2A663872-BA5B-4A08-84BE-EED75D43575C}" dt="2026-06-08T06:07:59.742" v="15086" actId="1076"/>
          <ac:grpSpMkLst>
            <pc:docMk/>
            <pc:sldMk cId="4205873307" sldId="276"/>
            <ac:grpSpMk id="96" creationId="{DCBAD698-1994-1074-742C-B7D20C873B81}"/>
          </ac:grpSpMkLst>
        </pc:grpChg>
        <pc:grpChg chg="mod">
          <ac:chgData name="Takamichi Asai" userId="3b5f7fad-e636-4c8e-833d-1467cd4f12a3" providerId="ADAL" clId="{2A663872-BA5B-4A08-84BE-EED75D43575C}" dt="2026-06-08T06:24:42.884" v="15184" actId="1076"/>
          <ac:grpSpMkLst>
            <pc:docMk/>
            <pc:sldMk cId="4205873307" sldId="276"/>
            <ac:grpSpMk id="102" creationId="{8B8971EC-761E-7862-16F0-EC11EE5ED1FD}"/>
          </ac:grpSpMkLst>
        </pc:grpChg>
        <pc:grpChg chg="add mod">
          <ac:chgData name="Takamichi Asai" userId="3b5f7fad-e636-4c8e-833d-1467cd4f12a3" providerId="ADAL" clId="{2A663872-BA5B-4A08-84BE-EED75D43575C}" dt="2026-06-08T07:09:09.052" v="15359" actId="1076"/>
          <ac:grpSpMkLst>
            <pc:docMk/>
            <pc:sldMk cId="4205873307" sldId="276"/>
            <ac:grpSpMk id="124" creationId="{7389923B-0009-B2F2-392F-8515966F303A}"/>
          </ac:grpSpMkLst>
        </pc:grpChg>
        <pc:grpChg chg="add mod">
          <ac:chgData name="Takamichi Asai" userId="3b5f7fad-e636-4c8e-833d-1467cd4f12a3" providerId="ADAL" clId="{2A663872-BA5B-4A08-84BE-EED75D43575C}" dt="2026-06-08T07:09:09.052" v="15359" actId="1076"/>
          <ac:grpSpMkLst>
            <pc:docMk/>
            <pc:sldMk cId="4205873307" sldId="276"/>
            <ac:grpSpMk id="125" creationId="{3B0F384A-34D1-83CA-562B-AB4F2989DD34}"/>
          </ac:grpSpMkLst>
        </pc:grpChg>
        <pc:grpChg chg="add del mod">
          <ac:chgData name="Takamichi Asai" userId="3b5f7fad-e636-4c8e-833d-1467cd4f12a3" providerId="ADAL" clId="{2A663872-BA5B-4A08-84BE-EED75D43575C}" dt="2026-06-08T06:31:16.399" v="15224" actId="21"/>
          <ac:grpSpMkLst>
            <pc:docMk/>
            <pc:sldMk cId="4205873307" sldId="276"/>
            <ac:grpSpMk id="126" creationId="{917BD09C-ABC8-3E84-5767-6C7349EFDFB6}"/>
          </ac:grpSpMkLst>
        </pc:grpChg>
        <pc:grpChg chg="add del mod">
          <ac:chgData name="Takamichi Asai" userId="3b5f7fad-e636-4c8e-833d-1467cd4f12a3" providerId="ADAL" clId="{2A663872-BA5B-4A08-84BE-EED75D43575C}" dt="2026-06-08T01:40:47.399" v="13694" actId="21"/>
          <ac:grpSpMkLst>
            <pc:docMk/>
            <pc:sldMk cId="4205873307" sldId="276"/>
            <ac:grpSpMk id="127" creationId="{D6D92262-AF9D-6B78-E2E5-F28283DEB571}"/>
          </ac:grpSpMkLst>
        </pc:grpChg>
        <pc:grpChg chg="add mod">
          <ac:chgData name="Takamichi Asai" userId="3b5f7fad-e636-4c8e-833d-1467cd4f12a3" providerId="ADAL" clId="{2A663872-BA5B-4A08-84BE-EED75D43575C}" dt="2026-06-08T04:31:16.734" v="14577"/>
          <ac:grpSpMkLst>
            <pc:docMk/>
            <pc:sldMk cId="4205873307" sldId="276"/>
            <ac:grpSpMk id="134" creationId="{78C5B9AD-8F1E-53E8-6837-311362DA6C41}"/>
          </ac:grpSpMkLst>
        </pc:grpChg>
        <pc:grpChg chg="add del mod">
          <ac:chgData name="Takamichi Asai" userId="3b5f7fad-e636-4c8e-833d-1467cd4f12a3" providerId="ADAL" clId="{2A663872-BA5B-4A08-84BE-EED75D43575C}" dt="2026-06-08T06:08:48.251" v="15093" actId="165"/>
          <ac:grpSpMkLst>
            <pc:docMk/>
            <pc:sldMk cId="4205873307" sldId="276"/>
            <ac:grpSpMk id="141" creationId="{3848B11C-CC96-9F83-052A-D0F25129B190}"/>
          </ac:grpSpMkLst>
        </pc:grpChg>
        <pc:grpChg chg="add del mod">
          <ac:chgData name="Takamichi Asai" userId="3b5f7fad-e636-4c8e-833d-1467cd4f12a3" providerId="ADAL" clId="{2A663872-BA5B-4A08-84BE-EED75D43575C}" dt="2026-06-08T06:08:23.514" v="15089" actId="478"/>
          <ac:grpSpMkLst>
            <pc:docMk/>
            <pc:sldMk cId="4205873307" sldId="276"/>
            <ac:grpSpMk id="144" creationId="{3F2A6D72-5F18-1AFC-09FA-39067646E39F}"/>
          </ac:grpSpMkLst>
        </pc:grpChg>
        <pc:grpChg chg="add mod">
          <ac:chgData name="Takamichi Asai" userId="3b5f7fad-e636-4c8e-833d-1467cd4f12a3" providerId="ADAL" clId="{2A663872-BA5B-4A08-84BE-EED75D43575C}" dt="2026-06-08T06:33:01.873" v="15233" actId="1076"/>
          <ac:grpSpMkLst>
            <pc:docMk/>
            <pc:sldMk cId="4205873307" sldId="276"/>
            <ac:grpSpMk id="150" creationId="{A6264C2A-78FF-6DF9-A282-C3FEB0891A84}"/>
          </ac:grpSpMkLst>
        </pc:grpChg>
        <pc:grpChg chg="add mod">
          <ac:chgData name="Takamichi Asai" userId="3b5f7fad-e636-4c8e-833d-1467cd4f12a3" providerId="ADAL" clId="{2A663872-BA5B-4A08-84BE-EED75D43575C}" dt="2026-06-08T06:40:03.582" v="15266" actId="1076"/>
          <ac:grpSpMkLst>
            <pc:docMk/>
            <pc:sldMk cId="4205873307" sldId="276"/>
            <ac:grpSpMk id="151" creationId="{3F352909-8428-295B-01F2-97EC2BF72C4D}"/>
          </ac:grpSpMkLst>
        </pc:grpChg>
        <pc:grpChg chg="add mod">
          <ac:chgData name="Takamichi Asai" userId="3b5f7fad-e636-4c8e-833d-1467cd4f12a3" providerId="ADAL" clId="{2A663872-BA5B-4A08-84BE-EED75D43575C}" dt="2026-06-08T06:40:03.582" v="15266" actId="1076"/>
          <ac:grpSpMkLst>
            <pc:docMk/>
            <pc:sldMk cId="4205873307" sldId="276"/>
            <ac:grpSpMk id="154" creationId="{F945E91F-9A0F-8947-99E3-8F06B6EF8CB7}"/>
          </ac:grpSpMkLst>
        </pc:grpChg>
        <pc:grpChg chg="add mod">
          <ac:chgData name="Takamichi Asai" userId="3b5f7fad-e636-4c8e-833d-1467cd4f12a3" providerId="ADAL" clId="{2A663872-BA5B-4A08-84BE-EED75D43575C}" dt="2026-06-08T06:40:03.582" v="15266" actId="1076"/>
          <ac:grpSpMkLst>
            <pc:docMk/>
            <pc:sldMk cId="4205873307" sldId="276"/>
            <ac:grpSpMk id="157" creationId="{BFB4A257-D31E-456C-C431-E584D3A86476}"/>
          </ac:grpSpMkLst>
        </pc:grpChg>
        <pc:grpChg chg="add mod">
          <ac:chgData name="Takamichi Asai" userId="3b5f7fad-e636-4c8e-833d-1467cd4f12a3" providerId="ADAL" clId="{2A663872-BA5B-4A08-84BE-EED75D43575C}" dt="2026-06-08T07:09:09.052" v="15359" actId="1076"/>
          <ac:grpSpMkLst>
            <pc:docMk/>
            <pc:sldMk cId="4205873307" sldId="276"/>
            <ac:grpSpMk id="169" creationId="{0CAE88B8-C1E8-8978-BA78-66B8350A9C73}"/>
          </ac:grpSpMkLst>
        </pc:grpChg>
        <pc:grpChg chg="add mod">
          <ac:chgData name="Takamichi Asai" userId="3b5f7fad-e636-4c8e-833d-1467cd4f12a3" providerId="ADAL" clId="{2A663872-BA5B-4A08-84BE-EED75D43575C}" dt="2026-06-08T07:09:09.052" v="15359" actId="1076"/>
          <ac:grpSpMkLst>
            <pc:docMk/>
            <pc:sldMk cId="4205873307" sldId="276"/>
            <ac:grpSpMk id="172" creationId="{94CE90CE-AFA5-803D-5E1A-5B4596B937DB}"/>
          </ac:grpSpMkLst>
        </pc:grpChg>
        <pc:grpChg chg="add mod">
          <ac:chgData name="Takamichi Asai" userId="3b5f7fad-e636-4c8e-833d-1467cd4f12a3" providerId="ADAL" clId="{2A663872-BA5B-4A08-84BE-EED75D43575C}" dt="2026-06-08T07:08:19.313" v="15354" actId="1076"/>
          <ac:grpSpMkLst>
            <pc:docMk/>
            <pc:sldMk cId="4205873307" sldId="276"/>
            <ac:grpSpMk id="188" creationId="{917BD09C-ABC8-3E84-5767-6C7349EFDFB6}"/>
          </ac:grpSpMkLst>
        </pc:grpChg>
        <pc:grpChg chg="mod">
          <ac:chgData name="Takamichi Asai" userId="3b5f7fad-e636-4c8e-833d-1467cd4f12a3" providerId="ADAL" clId="{2A663872-BA5B-4A08-84BE-EED75D43575C}" dt="2026-06-08T06:31:22.054" v="15226"/>
          <ac:grpSpMkLst>
            <pc:docMk/>
            <pc:sldMk cId="4205873307" sldId="276"/>
            <ac:grpSpMk id="189" creationId="{D6D92262-AF9D-6B78-E2E5-F28283DEB571}"/>
          </ac:grpSpMkLst>
        </pc:grpChg>
        <pc:graphicFrameChg chg="mod modGraphic">
          <ac:chgData name="Takamichi Asai" userId="3b5f7fad-e636-4c8e-833d-1467cd4f12a3" providerId="ADAL" clId="{2A663872-BA5B-4A08-84BE-EED75D43575C}" dt="2026-06-08T07:06:43.080" v="15342" actId="20577"/>
          <ac:graphicFrameMkLst>
            <pc:docMk/>
            <pc:sldMk cId="4205873307" sldId="276"/>
            <ac:graphicFrameMk id="90" creationId="{D4D27502-3BBC-79A1-49FC-970EC804B58D}"/>
          </ac:graphicFrameMkLst>
        </pc:graphicFrameChg>
        <pc:graphicFrameChg chg="mod modGraphic">
          <ac:chgData name="Takamichi Asai" userId="3b5f7fad-e636-4c8e-833d-1467cd4f12a3" providerId="ADAL" clId="{2A663872-BA5B-4A08-84BE-EED75D43575C}" dt="2026-06-08T07:06:52.585" v="15343" actId="403"/>
          <ac:graphicFrameMkLst>
            <pc:docMk/>
            <pc:sldMk cId="4205873307" sldId="276"/>
            <ac:graphicFrameMk id="106" creationId="{5671EF32-336E-C917-0BF1-3873B9BD46E1}"/>
          </ac:graphicFrameMkLst>
        </pc:graphicFrameChg>
        <pc:picChg chg="mod">
          <ac:chgData name="Takamichi Asai" userId="3b5f7fad-e636-4c8e-833d-1467cd4f12a3" providerId="ADAL" clId="{2A663872-BA5B-4A08-84BE-EED75D43575C}" dt="2026-06-07T12:28:54.627" v="13074"/>
          <ac:picMkLst>
            <pc:docMk/>
            <pc:sldMk cId="4205873307" sldId="276"/>
            <ac:picMk id="12" creationId="{5FC42F81-ED2B-CD60-9F92-A531676D6C79}"/>
          </ac:picMkLst>
        </pc:picChg>
        <pc:picChg chg="mod">
          <ac:chgData name="Takamichi Asai" userId="3b5f7fad-e636-4c8e-833d-1467cd4f12a3" providerId="ADAL" clId="{2A663872-BA5B-4A08-84BE-EED75D43575C}" dt="2026-06-07T12:28:54.627" v="13074"/>
          <ac:picMkLst>
            <pc:docMk/>
            <pc:sldMk cId="4205873307" sldId="276"/>
            <ac:picMk id="15" creationId="{0821405B-1553-B2A3-19B8-B152CC01F24F}"/>
          </ac:picMkLst>
        </pc:picChg>
        <pc:picChg chg="mod">
          <ac:chgData name="Takamichi Asai" userId="3b5f7fad-e636-4c8e-833d-1467cd4f12a3" providerId="ADAL" clId="{2A663872-BA5B-4A08-84BE-EED75D43575C}" dt="2026-06-07T12:28:54.627" v="13074"/>
          <ac:picMkLst>
            <pc:docMk/>
            <pc:sldMk cId="4205873307" sldId="276"/>
            <ac:picMk id="16" creationId="{8662E65D-0116-751B-F6A1-889EFD2674E0}"/>
          </ac:picMkLst>
        </pc:picChg>
        <pc:picChg chg="add del mod modCrop">
          <ac:chgData name="Takamichi Asai" userId="3b5f7fad-e636-4c8e-833d-1467cd4f12a3" providerId="ADAL" clId="{2A663872-BA5B-4A08-84BE-EED75D43575C}" dt="2026-06-07T23:14:16.226" v="13203" actId="478"/>
          <ac:picMkLst>
            <pc:docMk/>
            <pc:sldMk cId="4205873307" sldId="276"/>
            <ac:picMk id="24" creationId="{7243F7B9-30B3-CD82-36C8-62C1388BCF09}"/>
          </ac:picMkLst>
        </pc:picChg>
        <pc:picChg chg="add del mod modCrop">
          <ac:chgData name="Takamichi Asai" userId="3b5f7fad-e636-4c8e-833d-1467cd4f12a3" providerId="ADAL" clId="{2A663872-BA5B-4A08-84BE-EED75D43575C}" dt="2026-06-07T12:33:40.859" v="13102" actId="478"/>
          <ac:picMkLst>
            <pc:docMk/>
            <pc:sldMk cId="4205873307" sldId="276"/>
            <ac:picMk id="58" creationId="{A54EB2B9-147E-25E0-4B4A-3EDB4ACDB061}"/>
          </ac:picMkLst>
        </pc:picChg>
        <pc:picChg chg="add mod topLvl">
          <ac:chgData name="Takamichi Asai" userId="3b5f7fad-e636-4c8e-833d-1467cd4f12a3" providerId="ADAL" clId="{2A663872-BA5B-4A08-84BE-EED75D43575C}" dt="2026-06-08T01:43:32.750" v="13717" actId="1076"/>
          <ac:picMkLst>
            <pc:docMk/>
            <pc:sldMk cId="4205873307" sldId="276"/>
            <ac:picMk id="60" creationId="{60E43B69-C1B8-5F86-C27F-B3752CF0DA1E}"/>
          </ac:picMkLst>
        </pc:picChg>
        <pc:picChg chg="add mod modCrop">
          <ac:chgData name="Takamichi Asai" userId="3b5f7fad-e636-4c8e-833d-1467cd4f12a3" providerId="ADAL" clId="{2A663872-BA5B-4A08-84BE-EED75D43575C}" dt="2026-06-07T23:37:53.455" v="13350" actId="165"/>
          <ac:picMkLst>
            <pc:docMk/>
            <pc:sldMk cId="4205873307" sldId="276"/>
            <ac:picMk id="61" creationId="{4737EE52-C284-1D9F-6959-2A59786FA514}"/>
          </ac:picMkLst>
        </pc:picChg>
        <pc:picChg chg="add mod topLvl">
          <ac:chgData name="Takamichi Asai" userId="3b5f7fad-e636-4c8e-833d-1467cd4f12a3" providerId="ADAL" clId="{2A663872-BA5B-4A08-84BE-EED75D43575C}" dt="2026-06-08T01:43:31.004" v="13715" actId="1076"/>
          <ac:picMkLst>
            <pc:docMk/>
            <pc:sldMk cId="4205873307" sldId="276"/>
            <ac:picMk id="62" creationId="{15D20FE0-C543-7A77-FF53-C742A65A243C}"/>
          </ac:picMkLst>
        </pc:picChg>
        <pc:picChg chg="mod">
          <ac:chgData name="Takamichi Asai" userId="3b5f7fad-e636-4c8e-833d-1467cd4f12a3" providerId="ADAL" clId="{2A663872-BA5B-4A08-84BE-EED75D43575C}" dt="2026-06-08T06:07:59.742" v="15086" actId="1076"/>
          <ac:picMkLst>
            <pc:docMk/>
            <pc:sldMk cId="4205873307" sldId="276"/>
            <ac:picMk id="87" creationId="{BF930603-11B4-15B3-9D34-D40082C5451F}"/>
          </ac:picMkLst>
        </pc:picChg>
        <pc:picChg chg="mod">
          <ac:chgData name="Takamichi Asai" userId="3b5f7fad-e636-4c8e-833d-1467cd4f12a3" providerId="ADAL" clId="{2A663872-BA5B-4A08-84BE-EED75D43575C}" dt="2026-06-07T23:37:29.897" v="13347"/>
          <ac:picMkLst>
            <pc:docMk/>
            <pc:sldMk cId="4205873307" sldId="276"/>
            <ac:picMk id="104" creationId="{34CCEEFB-1DC5-2340-950D-36335A0CBCDD}"/>
          </ac:picMkLst>
        </pc:picChg>
        <pc:picChg chg="mod">
          <ac:chgData name="Takamichi Asai" userId="3b5f7fad-e636-4c8e-833d-1467cd4f12a3" providerId="ADAL" clId="{2A663872-BA5B-4A08-84BE-EED75D43575C}" dt="2026-06-08T01:34:16.347" v="13633" actId="164"/>
          <ac:picMkLst>
            <pc:docMk/>
            <pc:sldMk cId="4205873307" sldId="276"/>
            <ac:picMk id="112" creationId="{FD5D3B6D-9EFF-0BF1-44DE-71ABB9984403}"/>
          </ac:picMkLst>
        </pc:picChg>
        <pc:picChg chg="add mod">
          <ac:chgData name="Takamichi Asai" userId="3b5f7fad-e636-4c8e-833d-1467cd4f12a3" providerId="ADAL" clId="{2A663872-BA5B-4A08-84BE-EED75D43575C}" dt="2026-06-08T01:35:55.187" v="13638" actId="164"/>
          <ac:picMkLst>
            <pc:docMk/>
            <pc:sldMk cId="4205873307" sldId="276"/>
            <ac:picMk id="118" creationId="{3E471A46-416F-A53D-2A53-AAAB7A634083}"/>
          </ac:picMkLst>
        </pc:picChg>
        <pc:picChg chg="mod">
          <ac:chgData name="Takamichi Asai" userId="3b5f7fad-e636-4c8e-833d-1467cd4f12a3" providerId="ADAL" clId="{2A663872-BA5B-4A08-84BE-EED75D43575C}" dt="2026-06-08T01:35:55.187" v="13638" actId="164"/>
          <ac:picMkLst>
            <pc:docMk/>
            <pc:sldMk cId="4205873307" sldId="276"/>
            <ac:picMk id="119" creationId="{961ABB8F-9987-A8CB-E927-04063584363A}"/>
          </ac:picMkLst>
        </pc:picChg>
        <pc:picChg chg="add mod">
          <ac:chgData name="Takamichi Asai" userId="3b5f7fad-e636-4c8e-833d-1467cd4f12a3" providerId="ADAL" clId="{2A663872-BA5B-4A08-84BE-EED75D43575C}" dt="2026-06-08T04:31:11.566" v="14576"/>
          <ac:picMkLst>
            <pc:docMk/>
            <pc:sldMk cId="4205873307" sldId="276"/>
            <ac:picMk id="133" creationId="{1214AAEA-E242-11A1-1F77-411961C440F2}"/>
          </ac:picMkLst>
        </pc:picChg>
        <pc:picChg chg="mod">
          <ac:chgData name="Takamichi Asai" userId="3b5f7fad-e636-4c8e-833d-1467cd4f12a3" providerId="ADAL" clId="{2A663872-BA5B-4A08-84BE-EED75D43575C}" dt="2026-06-08T04:31:16.734" v="14577"/>
          <ac:picMkLst>
            <pc:docMk/>
            <pc:sldMk cId="4205873307" sldId="276"/>
            <ac:picMk id="135" creationId="{87B30BDB-D325-5761-B421-950C40834D91}"/>
          </ac:picMkLst>
        </pc:picChg>
        <pc:cxnChg chg="mod topLvl">
          <ac:chgData name="Takamichi Asai" userId="3b5f7fad-e636-4c8e-833d-1467cd4f12a3" providerId="ADAL" clId="{2A663872-BA5B-4A08-84BE-EED75D43575C}" dt="2026-06-07T23:33:36.080" v="13301" actId="164"/>
          <ac:cxnSpMkLst>
            <pc:docMk/>
            <pc:sldMk cId="4205873307" sldId="276"/>
            <ac:cxnSpMk id="64" creationId="{B963BB15-9022-F2AF-BF5F-B43E606F335E}"/>
          </ac:cxnSpMkLst>
        </pc:cxnChg>
        <pc:cxnChg chg="mod topLvl">
          <ac:chgData name="Takamichi Asai" userId="3b5f7fad-e636-4c8e-833d-1467cd4f12a3" providerId="ADAL" clId="{2A663872-BA5B-4A08-84BE-EED75D43575C}" dt="2026-06-07T23:33:36.080" v="13301" actId="164"/>
          <ac:cxnSpMkLst>
            <pc:docMk/>
            <pc:sldMk cId="4205873307" sldId="276"/>
            <ac:cxnSpMk id="65" creationId="{50743BE9-F945-5E49-567C-24E0DBFE878E}"/>
          </ac:cxnSpMkLst>
        </pc:cxnChg>
        <pc:cxnChg chg="mod topLvl">
          <ac:chgData name="Takamichi Asai" userId="3b5f7fad-e636-4c8e-833d-1467cd4f12a3" providerId="ADAL" clId="{2A663872-BA5B-4A08-84BE-EED75D43575C}" dt="2026-06-07T23:33:36.080" v="13301" actId="164"/>
          <ac:cxnSpMkLst>
            <pc:docMk/>
            <pc:sldMk cId="4205873307" sldId="276"/>
            <ac:cxnSpMk id="66" creationId="{1FDE38A7-D91D-2651-E883-B93B954BF275}"/>
          </ac:cxnSpMkLst>
        </pc:cxnChg>
        <pc:cxnChg chg="add mod">
          <ac:chgData name="Takamichi Asai" userId="3b5f7fad-e636-4c8e-833d-1467cd4f12a3" providerId="ADAL" clId="{2A663872-BA5B-4A08-84BE-EED75D43575C}" dt="2026-06-08T01:14:01.686" v="13492" actId="208"/>
          <ac:cxnSpMkLst>
            <pc:docMk/>
            <pc:sldMk cId="4205873307" sldId="276"/>
            <ac:cxnSpMk id="72" creationId="{DD91C7F9-8912-2C92-A8E2-45D4D35941FF}"/>
          </ac:cxnSpMkLst>
        </pc:cxnChg>
        <pc:cxnChg chg="add mod">
          <ac:chgData name="Takamichi Asai" userId="3b5f7fad-e636-4c8e-833d-1467cd4f12a3" providerId="ADAL" clId="{2A663872-BA5B-4A08-84BE-EED75D43575C}" dt="2026-06-08T01:14:05.490" v="13493" actId="208"/>
          <ac:cxnSpMkLst>
            <pc:docMk/>
            <pc:sldMk cId="4205873307" sldId="276"/>
            <ac:cxnSpMk id="83" creationId="{21C49AE3-F4A8-5928-53ED-BD2317F53375}"/>
          </ac:cxnSpMkLst>
        </pc:cxnChg>
        <pc:cxnChg chg="add mod">
          <ac:chgData name="Takamichi Asai" userId="3b5f7fad-e636-4c8e-833d-1467cd4f12a3" providerId="ADAL" clId="{2A663872-BA5B-4A08-84BE-EED75D43575C}" dt="2026-06-08T07:09:21.626" v="15360" actId="1076"/>
          <ac:cxnSpMkLst>
            <pc:docMk/>
            <pc:sldMk cId="4205873307" sldId="276"/>
            <ac:cxnSpMk id="109" creationId="{98D340EF-180E-C357-2282-F49505A888AE}"/>
          </ac:cxnSpMkLst>
        </pc:cxnChg>
        <pc:cxnChg chg="add del mod">
          <ac:chgData name="Takamichi Asai" userId="3b5f7fad-e636-4c8e-833d-1467cd4f12a3" providerId="ADAL" clId="{2A663872-BA5B-4A08-84BE-EED75D43575C}" dt="2026-06-08T06:25:21.003" v="15187" actId="478"/>
          <ac:cxnSpMkLst>
            <pc:docMk/>
            <pc:sldMk cId="4205873307" sldId="276"/>
            <ac:cxnSpMk id="160" creationId="{0E3E76BB-A34E-E5C4-83E5-ADFF0C4336B9}"/>
          </ac:cxnSpMkLst>
        </pc:cxnChg>
        <pc:cxnChg chg="add del mod">
          <ac:chgData name="Takamichi Asai" userId="3b5f7fad-e636-4c8e-833d-1467cd4f12a3" providerId="ADAL" clId="{2A663872-BA5B-4A08-84BE-EED75D43575C}" dt="2026-06-08T06:25:21.003" v="15187" actId="478"/>
          <ac:cxnSpMkLst>
            <pc:docMk/>
            <pc:sldMk cId="4205873307" sldId="276"/>
            <ac:cxnSpMk id="163" creationId="{29B588BF-BF9B-38F0-CCED-473223025F3D}"/>
          </ac:cxnSpMkLst>
        </pc:cxnChg>
        <pc:cxnChg chg="add del mod">
          <ac:chgData name="Takamichi Asai" userId="3b5f7fad-e636-4c8e-833d-1467cd4f12a3" providerId="ADAL" clId="{2A663872-BA5B-4A08-84BE-EED75D43575C}" dt="2026-06-08T06:25:21.003" v="15187" actId="478"/>
          <ac:cxnSpMkLst>
            <pc:docMk/>
            <pc:sldMk cId="4205873307" sldId="276"/>
            <ac:cxnSpMk id="166" creationId="{22E70BB9-8DAC-DB5F-E723-560EE8309F99}"/>
          </ac:cxnSpMkLst>
        </pc:cxnChg>
        <pc:cxnChg chg="add del mod">
          <ac:chgData name="Takamichi Asai" userId="3b5f7fad-e636-4c8e-833d-1467cd4f12a3" providerId="ADAL" clId="{2A663872-BA5B-4A08-84BE-EED75D43575C}" dt="2026-06-08T06:25:21.003" v="15187" actId="478"/>
          <ac:cxnSpMkLst>
            <pc:docMk/>
            <pc:sldMk cId="4205873307" sldId="276"/>
            <ac:cxnSpMk id="175" creationId="{41D5C865-8852-BCD1-9AE1-66DB9EF74208}"/>
          </ac:cxnSpMkLst>
        </pc:cxnChg>
        <pc:cxnChg chg="add del mod">
          <ac:chgData name="Takamichi Asai" userId="3b5f7fad-e636-4c8e-833d-1467cd4f12a3" providerId="ADAL" clId="{2A663872-BA5B-4A08-84BE-EED75D43575C}" dt="2026-06-08T06:32:49.565" v="15231" actId="21"/>
          <ac:cxnSpMkLst>
            <pc:docMk/>
            <pc:sldMk cId="4205873307" sldId="276"/>
            <ac:cxnSpMk id="178" creationId="{E4B8A174-0AC9-DE50-89BD-271EE0864CA1}"/>
          </ac:cxnSpMkLst>
        </pc:cxnChg>
        <pc:cxnChg chg="add del mod">
          <ac:chgData name="Takamichi Asai" userId="3b5f7fad-e636-4c8e-833d-1467cd4f12a3" providerId="ADAL" clId="{2A663872-BA5B-4A08-84BE-EED75D43575C}" dt="2026-06-08T06:32:49.565" v="15231" actId="21"/>
          <ac:cxnSpMkLst>
            <pc:docMk/>
            <pc:sldMk cId="4205873307" sldId="276"/>
            <ac:cxnSpMk id="183" creationId="{AE660BDA-CD47-E7BD-89A6-ABF81F235117}"/>
          </ac:cxnSpMkLst>
        </pc:cxnChg>
        <pc:cxnChg chg="add del mod">
          <ac:chgData name="Takamichi Asai" userId="3b5f7fad-e636-4c8e-833d-1467cd4f12a3" providerId="ADAL" clId="{2A663872-BA5B-4A08-84BE-EED75D43575C}" dt="2026-06-08T06:32:49.565" v="15231" actId="21"/>
          <ac:cxnSpMkLst>
            <pc:docMk/>
            <pc:sldMk cId="4205873307" sldId="276"/>
            <ac:cxnSpMk id="184" creationId="{FC9A3164-F095-E3C0-20AF-1F461C9C568C}"/>
          </ac:cxnSpMkLst>
        </pc:cxnChg>
        <pc:cxnChg chg="add del mod">
          <ac:chgData name="Takamichi Asai" userId="3b5f7fad-e636-4c8e-833d-1467cd4f12a3" providerId="ADAL" clId="{2A663872-BA5B-4A08-84BE-EED75D43575C}" dt="2026-06-08T06:32:49.565" v="15231" actId="21"/>
          <ac:cxnSpMkLst>
            <pc:docMk/>
            <pc:sldMk cId="4205873307" sldId="276"/>
            <ac:cxnSpMk id="185" creationId="{016EF3B1-B343-FB22-9977-31AA71430BD8}"/>
          </ac:cxnSpMkLst>
        </pc:cxnChg>
        <pc:cxnChg chg="add mod">
          <ac:chgData name="Takamichi Asai" userId="3b5f7fad-e636-4c8e-833d-1467cd4f12a3" providerId="ADAL" clId="{2A663872-BA5B-4A08-84BE-EED75D43575C}" dt="2026-06-08T06:32:50.202" v="15232"/>
          <ac:cxnSpMkLst>
            <pc:docMk/>
            <pc:sldMk cId="4205873307" sldId="276"/>
            <ac:cxnSpMk id="193" creationId="{E4B8A174-0AC9-DE50-89BD-271EE0864CA1}"/>
          </ac:cxnSpMkLst>
        </pc:cxnChg>
        <pc:cxnChg chg="add mod">
          <ac:chgData name="Takamichi Asai" userId="3b5f7fad-e636-4c8e-833d-1467cd4f12a3" providerId="ADAL" clId="{2A663872-BA5B-4A08-84BE-EED75D43575C}" dt="2026-06-08T06:32:50.202" v="15232"/>
          <ac:cxnSpMkLst>
            <pc:docMk/>
            <pc:sldMk cId="4205873307" sldId="276"/>
            <ac:cxnSpMk id="194" creationId="{AE660BDA-CD47-E7BD-89A6-ABF81F235117}"/>
          </ac:cxnSpMkLst>
        </pc:cxnChg>
        <pc:cxnChg chg="add mod">
          <ac:chgData name="Takamichi Asai" userId="3b5f7fad-e636-4c8e-833d-1467cd4f12a3" providerId="ADAL" clId="{2A663872-BA5B-4A08-84BE-EED75D43575C}" dt="2026-06-08T06:32:50.202" v="15232"/>
          <ac:cxnSpMkLst>
            <pc:docMk/>
            <pc:sldMk cId="4205873307" sldId="276"/>
            <ac:cxnSpMk id="195" creationId="{FC9A3164-F095-E3C0-20AF-1F461C9C568C}"/>
          </ac:cxnSpMkLst>
        </pc:cxnChg>
        <pc:cxnChg chg="add mod">
          <ac:chgData name="Takamichi Asai" userId="3b5f7fad-e636-4c8e-833d-1467cd4f12a3" providerId="ADAL" clId="{2A663872-BA5B-4A08-84BE-EED75D43575C}" dt="2026-06-08T07:09:09.052" v="15359" actId="1076"/>
          <ac:cxnSpMkLst>
            <pc:docMk/>
            <pc:sldMk cId="4205873307" sldId="276"/>
            <ac:cxnSpMk id="196" creationId="{016EF3B1-B343-FB22-9977-31AA71430BD8}"/>
          </ac:cxnSpMkLst>
        </pc:cxnChg>
      </pc:sldChg>
      <pc:sldChg chg="addSp delSp modSp add mod">
        <pc:chgData name="Takamichi Asai" userId="3b5f7fad-e636-4c8e-833d-1467cd4f12a3" providerId="ADAL" clId="{2A663872-BA5B-4A08-84BE-EED75D43575C}" dt="2026-06-08T07:10:12.029" v="15376" actId="1036"/>
        <pc:sldMkLst>
          <pc:docMk/>
          <pc:sldMk cId="3073593845" sldId="277"/>
        </pc:sldMkLst>
        <pc:spChg chg="mod">
          <ac:chgData name="Takamichi Asai" userId="3b5f7fad-e636-4c8e-833d-1467cd4f12a3" providerId="ADAL" clId="{2A663872-BA5B-4A08-84BE-EED75D43575C}" dt="2026-06-08T07:02:27.901" v="15300" actId="403"/>
          <ac:spMkLst>
            <pc:docMk/>
            <pc:sldMk cId="3073593845" sldId="277"/>
            <ac:spMk id="4" creationId="{534582BA-C86B-6066-8D0D-C3FD04E19B51}"/>
          </ac:spMkLst>
        </pc:spChg>
        <pc:spChg chg="mod">
          <ac:chgData name="Takamichi Asai" userId="3b5f7fad-e636-4c8e-833d-1467cd4f12a3" providerId="ADAL" clId="{2A663872-BA5B-4A08-84BE-EED75D43575C}" dt="2026-06-08T07:10:12.029" v="15376" actId="1036"/>
          <ac:spMkLst>
            <pc:docMk/>
            <pc:sldMk cId="3073593845" sldId="277"/>
            <ac:spMk id="11" creationId="{78731977-E861-4D30-60BF-824A36BF3D8F}"/>
          </ac:spMkLst>
        </pc:spChg>
        <pc:spChg chg="mod">
          <ac:chgData name="Takamichi Asai" userId="3b5f7fad-e636-4c8e-833d-1467cd4f12a3" providerId="ADAL" clId="{2A663872-BA5B-4A08-84BE-EED75D43575C}" dt="2026-06-07T23:09:45.691" v="13139" actId="164"/>
          <ac:spMkLst>
            <pc:docMk/>
            <pc:sldMk cId="3073593845" sldId="277"/>
            <ac:spMk id="12" creationId="{B322B49E-881B-A4C2-8894-97D96E78FC74}"/>
          </ac:spMkLst>
        </pc:spChg>
        <pc:spChg chg="mod">
          <ac:chgData name="Takamichi Asai" userId="3b5f7fad-e636-4c8e-833d-1467cd4f12a3" providerId="ADAL" clId="{2A663872-BA5B-4A08-84BE-EED75D43575C}" dt="2026-06-07T23:09:45.691" v="13139" actId="164"/>
          <ac:spMkLst>
            <pc:docMk/>
            <pc:sldMk cId="3073593845" sldId="277"/>
            <ac:spMk id="13" creationId="{BC4EB2DC-589F-965A-ABC4-49536131BA2A}"/>
          </ac:spMkLst>
        </pc:spChg>
        <pc:spChg chg="mod">
          <ac:chgData name="Takamichi Asai" userId="3b5f7fad-e636-4c8e-833d-1467cd4f12a3" providerId="ADAL" clId="{2A663872-BA5B-4A08-84BE-EED75D43575C}" dt="2026-06-08T07:02:53.797" v="15304" actId="1035"/>
          <ac:spMkLst>
            <pc:docMk/>
            <pc:sldMk cId="3073593845" sldId="277"/>
            <ac:spMk id="14" creationId="{DF57D2EF-C45E-2A07-A797-F7EFAB2A11C8}"/>
          </ac:spMkLst>
        </pc:spChg>
        <pc:spChg chg="mod">
          <ac:chgData name="Takamichi Asai" userId="3b5f7fad-e636-4c8e-833d-1467cd4f12a3" providerId="ADAL" clId="{2A663872-BA5B-4A08-84BE-EED75D43575C}" dt="2026-06-07T23:13:43.662" v="13200"/>
          <ac:spMkLst>
            <pc:docMk/>
            <pc:sldMk cId="3073593845" sldId="277"/>
            <ac:spMk id="15" creationId="{E41DACA2-26D1-22DB-4734-21B077AD43AE}"/>
          </ac:spMkLst>
        </pc:spChg>
        <pc:spChg chg="mod">
          <ac:chgData name="Takamichi Asai" userId="3b5f7fad-e636-4c8e-833d-1467cd4f12a3" providerId="ADAL" clId="{2A663872-BA5B-4A08-84BE-EED75D43575C}" dt="2026-06-08T01:41:12.150" v="13698" actId="2085"/>
          <ac:spMkLst>
            <pc:docMk/>
            <pc:sldMk cId="3073593845" sldId="277"/>
            <ac:spMk id="16" creationId="{E22E666E-E320-55FB-4E3E-18F05DA0C860}"/>
          </ac:spMkLst>
        </pc:spChg>
        <pc:spChg chg="add del mod">
          <ac:chgData name="Takamichi Asai" userId="3b5f7fad-e636-4c8e-833d-1467cd4f12a3" providerId="ADAL" clId="{2A663872-BA5B-4A08-84BE-EED75D43575C}" dt="2026-06-08T01:21:08.696" v="13564" actId="478"/>
          <ac:spMkLst>
            <pc:docMk/>
            <pc:sldMk cId="3073593845" sldId="277"/>
            <ac:spMk id="18" creationId="{3AEE1911-7283-F401-77BB-23ECF3E288DE}"/>
          </ac:spMkLst>
        </pc:spChg>
        <pc:spChg chg="add mod">
          <ac:chgData name="Takamichi Asai" userId="3b5f7fad-e636-4c8e-833d-1467cd4f12a3" providerId="ADAL" clId="{2A663872-BA5B-4A08-84BE-EED75D43575C}" dt="2026-06-08T06:13:56.427" v="15159" actId="1076"/>
          <ac:spMkLst>
            <pc:docMk/>
            <pc:sldMk cId="3073593845" sldId="277"/>
            <ac:spMk id="19" creationId="{516E2136-402C-B72B-29F4-D95760CEF9F5}"/>
          </ac:spMkLst>
        </pc:spChg>
        <pc:spChg chg="add mod">
          <ac:chgData name="Takamichi Asai" userId="3b5f7fad-e636-4c8e-833d-1467cd4f12a3" providerId="ADAL" clId="{2A663872-BA5B-4A08-84BE-EED75D43575C}" dt="2026-06-08T01:39:40.310" v="13673" actId="1076"/>
          <ac:spMkLst>
            <pc:docMk/>
            <pc:sldMk cId="3073593845" sldId="277"/>
            <ac:spMk id="22" creationId="{AD3C260E-5D98-F656-A4F5-AB86CB3680E5}"/>
          </ac:spMkLst>
        </pc:spChg>
        <pc:spChg chg="mod">
          <ac:chgData name="Takamichi Asai" userId="3b5f7fad-e636-4c8e-833d-1467cd4f12a3" providerId="ADAL" clId="{2A663872-BA5B-4A08-84BE-EED75D43575C}" dt="2026-06-08T06:53:16.157" v="15297" actId="20577"/>
          <ac:spMkLst>
            <pc:docMk/>
            <pc:sldMk cId="3073593845" sldId="277"/>
            <ac:spMk id="23" creationId="{1AFE46AF-74AC-E57F-DDBB-8DA5228DEE72}"/>
          </ac:spMkLst>
        </pc:spChg>
        <pc:spChg chg="mod">
          <ac:chgData name="Takamichi Asai" userId="3b5f7fad-e636-4c8e-833d-1467cd4f12a3" providerId="ADAL" clId="{2A663872-BA5B-4A08-84BE-EED75D43575C}" dt="2026-06-07T23:11:14.453" v="13152" actId="404"/>
          <ac:spMkLst>
            <pc:docMk/>
            <pc:sldMk cId="3073593845" sldId="277"/>
            <ac:spMk id="28" creationId="{E41DACA2-26D1-22DB-4734-21B077AD43AE}"/>
          </ac:spMkLst>
        </pc:spChg>
        <pc:spChg chg="mod">
          <ac:chgData name="Takamichi Asai" userId="3b5f7fad-e636-4c8e-833d-1467cd4f12a3" providerId="ADAL" clId="{2A663872-BA5B-4A08-84BE-EED75D43575C}" dt="2026-06-07T23:11:14.453" v="13152" actId="404"/>
          <ac:spMkLst>
            <pc:docMk/>
            <pc:sldMk cId="3073593845" sldId="277"/>
            <ac:spMk id="29" creationId="{E22E666E-E320-55FB-4E3E-18F05DA0C860}"/>
          </ac:spMkLst>
        </pc:spChg>
        <pc:spChg chg="mod">
          <ac:chgData name="Takamichi Asai" userId="3b5f7fad-e636-4c8e-833d-1467cd4f12a3" providerId="ADAL" clId="{2A663872-BA5B-4A08-84BE-EED75D43575C}" dt="2026-06-07T23:12:18.249" v="13163" actId="164"/>
          <ac:spMkLst>
            <pc:docMk/>
            <pc:sldMk cId="3073593845" sldId="277"/>
            <ac:spMk id="30" creationId="{DF57D2EF-C45E-2A07-A797-F7EFAB2A11C8}"/>
          </ac:spMkLst>
        </pc:spChg>
        <pc:spChg chg="add mod">
          <ac:chgData name="Takamichi Asai" userId="3b5f7fad-e636-4c8e-833d-1467cd4f12a3" providerId="ADAL" clId="{2A663872-BA5B-4A08-84BE-EED75D43575C}" dt="2026-06-08T01:49:11.498" v="14075" actId="208"/>
          <ac:spMkLst>
            <pc:docMk/>
            <pc:sldMk cId="3073593845" sldId="277"/>
            <ac:spMk id="31" creationId="{28E3216B-DB65-299A-2E57-759444FCBA3A}"/>
          </ac:spMkLst>
        </pc:spChg>
        <pc:spChg chg="del mod">
          <ac:chgData name="Takamichi Asai" userId="3b5f7fad-e636-4c8e-833d-1467cd4f12a3" providerId="ADAL" clId="{2A663872-BA5B-4A08-84BE-EED75D43575C}" dt="2026-06-08T01:21:08.696" v="13564" actId="478"/>
          <ac:spMkLst>
            <pc:docMk/>
            <pc:sldMk cId="3073593845" sldId="277"/>
            <ac:spMk id="32" creationId="{57D661F0-20A5-2A4D-CB1F-270D777E7A25}"/>
          </ac:spMkLst>
        </pc:spChg>
        <pc:spChg chg="add del mod">
          <ac:chgData name="Takamichi Asai" userId="3b5f7fad-e636-4c8e-833d-1467cd4f12a3" providerId="ADAL" clId="{2A663872-BA5B-4A08-84BE-EED75D43575C}" dt="2026-06-08T01:39:39.611" v="13670" actId="21"/>
          <ac:spMkLst>
            <pc:docMk/>
            <pc:sldMk cId="3073593845" sldId="277"/>
            <ac:spMk id="33" creationId="{B372777D-9148-43DF-790B-F2D38D2489AE}"/>
          </ac:spMkLst>
        </pc:spChg>
        <pc:spChg chg="add mod">
          <ac:chgData name="Takamichi Asai" userId="3b5f7fad-e636-4c8e-833d-1467cd4f12a3" providerId="ADAL" clId="{2A663872-BA5B-4A08-84BE-EED75D43575C}" dt="2026-06-08T07:02:59.203" v="15305" actId="1076"/>
          <ac:spMkLst>
            <pc:docMk/>
            <pc:sldMk cId="3073593845" sldId="277"/>
            <ac:spMk id="35" creationId="{B372777D-9148-43DF-790B-F2D38D2489AE}"/>
          </ac:spMkLst>
        </pc:spChg>
        <pc:grpChg chg="add mod">
          <ac:chgData name="Takamichi Asai" userId="3b5f7fad-e636-4c8e-833d-1467cd4f12a3" providerId="ADAL" clId="{2A663872-BA5B-4A08-84BE-EED75D43575C}" dt="2026-06-08T06:13:56.427" v="15159" actId="1076"/>
          <ac:grpSpMkLst>
            <pc:docMk/>
            <pc:sldMk cId="3073593845" sldId="277"/>
            <ac:grpSpMk id="3" creationId="{B9B0946E-8A39-6613-F267-9B76FDCE66C6}"/>
          </ac:grpSpMkLst>
        </pc:grpChg>
        <pc:grpChg chg="add del mod">
          <ac:chgData name="Takamichi Asai" userId="3b5f7fad-e636-4c8e-833d-1467cd4f12a3" providerId="ADAL" clId="{2A663872-BA5B-4A08-84BE-EED75D43575C}" dt="2026-06-07T23:13:36.570" v="13198" actId="21"/>
          <ac:grpSpMkLst>
            <pc:docMk/>
            <pc:sldMk cId="3073593845" sldId="277"/>
            <ac:grpSpMk id="5" creationId="{D66D0AE8-54CA-4447-0592-FD5A44735B1F}"/>
          </ac:grpSpMkLst>
        </pc:grpChg>
        <pc:grpChg chg="add mod">
          <ac:chgData name="Takamichi Asai" userId="3b5f7fad-e636-4c8e-833d-1467cd4f12a3" providerId="ADAL" clId="{2A663872-BA5B-4A08-84BE-EED75D43575C}" dt="2026-06-08T06:13:56.427" v="15159" actId="1076"/>
          <ac:grpSpMkLst>
            <pc:docMk/>
            <pc:sldMk cId="3073593845" sldId="277"/>
            <ac:grpSpMk id="9" creationId="{D66D0AE8-54CA-4447-0592-FD5A44735B1F}"/>
          </ac:grpSpMkLst>
        </pc:grpChg>
        <pc:grpChg chg="mod">
          <ac:chgData name="Takamichi Asai" userId="3b5f7fad-e636-4c8e-833d-1467cd4f12a3" providerId="ADAL" clId="{2A663872-BA5B-4A08-84BE-EED75D43575C}" dt="2026-06-07T23:13:43.662" v="13200"/>
          <ac:grpSpMkLst>
            <pc:docMk/>
            <pc:sldMk cId="3073593845" sldId="277"/>
            <ac:grpSpMk id="10" creationId="{27F548DF-D8F6-D523-3306-29E3E168FB1C}"/>
          </ac:grpSpMkLst>
        </pc:grpChg>
        <pc:grpChg chg="mod">
          <ac:chgData name="Takamichi Asai" userId="3b5f7fad-e636-4c8e-833d-1467cd4f12a3" providerId="ADAL" clId="{2A663872-BA5B-4A08-84BE-EED75D43575C}" dt="2026-06-07T23:12:18.249" v="13163" actId="164"/>
          <ac:grpSpMkLst>
            <pc:docMk/>
            <pc:sldMk cId="3073593845" sldId="277"/>
            <ac:grpSpMk id="27" creationId="{27F548DF-D8F6-D523-3306-29E3E168FB1C}"/>
          </ac:grpSpMkLst>
        </pc:grpChg>
        <pc:picChg chg="mod">
          <ac:chgData name="Takamichi Asai" userId="3b5f7fad-e636-4c8e-833d-1467cd4f12a3" providerId="ADAL" clId="{2A663872-BA5B-4A08-84BE-EED75D43575C}" dt="2026-06-08T06:13:56.427" v="15159" actId="1076"/>
          <ac:picMkLst>
            <pc:docMk/>
            <pc:sldMk cId="3073593845" sldId="277"/>
            <ac:picMk id="2" creationId="{5B40FB53-78C7-06D8-02D9-1C6FEAB93F73}"/>
          </ac:picMkLst>
        </pc:picChg>
        <pc:picChg chg="mod">
          <ac:chgData name="Takamichi Asai" userId="3b5f7fad-e636-4c8e-833d-1467cd4f12a3" providerId="ADAL" clId="{2A663872-BA5B-4A08-84BE-EED75D43575C}" dt="2026-06-07T23:09:45.691" v="13139" actId="164"/>
          <ac:picMkLst>
            <pc:docMk/>
            <pc:sldMk cId="3073593845" sldId="277"/>
            <ac:picMk id="7" creationId="{F6224DFC-12DC-8BC8-13C9-A48AFB0D8667}"/>
          </ac:picMkLst>
        </pc:picChg>
        <pc:picChg chg="mod">
          <ac:chgData name="Takamichi Asai" userId="3b5f7fad-e636-4c8e-833d-1467cd4f12a3" providerId="ADAL" clId="{2A663872-BA5B-4A08-84BE-EED75D43575C}" dt="2026-06-07T23:09:45.691" v="13139" actId="164"/>
          <ac:picMkLst>
            <pc:docMk/>
            <pc:sldMk cId="3073593845" sldId="277"/>
            <ac:picMk id="8" creationId="{E7CF4223-CE31-2F88-4BF0-DCE0D579A227}"/>
          </ac:picMkLst>
        </pc:picChg>
        <pc:picChg chg="mod">
          <ac:chgData name="Takamichi Asai" userId="3b5f7fad-e636-4c8e-833d-1467cd4f12a3" providerId="ADAL" clId="{2A663872-BA5B-4A08-84BE-EED75D43575C}" dt="2026-06-08T05:05:48.857" v="14776" actId="1076"/>
          <ac:picMkLst>
            <pc:docMk/>
            <pc:sldMk cId="3073593845" sldId="277"/>
            <ac:picMk id="24" creationId="{51B30CD6-7409-7B9F-1BE2-6B2693B8C778}"/>
          </ac:picMkLst>
        </pc:picChg>
        <pc:picChg chg="mod">
          <ac:chgData name="Takamichi Asai" userId="3b5f7fad-e636-4c8e-833d-1467cd4f12a3" providerId="ADAL" clId="{2A663872-BA5B-4A08-84BE-EED75D43575C}" dt="2026-06-08T05:05:48.857" v="14776" actId="1076"/>
          <ac:picMkLst>
            <pc:docMk/>
            <pc:sldMk cId="3073593845" sldId="277"/>
            <ac:picMk id="25" creationId="{B11F28EA-39C3-5844-0B50-CAD68BFD80DA}"/>
          </ac:picMkLst>
        </pc:picChg>
        <pc:picChg chg="mod">
          <ac:chgData name="Takamichi Asai" userId="3b5f7fad-e636-4c8e-833d-1467cd4f12a3" providerId="ADAL" clId="{2A663872-BA5B-4A08-84BE-EED75D43575C}" dt="2026-06-08T05:05:48.857" v="14776" actId="1076"/>
          <ac:picMkLst>
            <pc:docMk/>
            <pc:sldMk cId="3073593845" sldId="277"/>
            <ac:picMk id="26" creationId="{FFF643C8-1DC3-FE96-E30D-43F0E4668F54}"/>
          </ac:picMkLst>
        </pc:picChg>
        <pc:picChg chg="add mod">
          <ac:chgData name="Takamichi Asai" userId="3b5f7fad-e636-4c8e-833d-1467cd4f12a3" providerId="ADAL" clId="{2A663872-BA5B-4A08-84BE-EED75D43575C}" dt="2026-06-08T05:06:31.042" v="14782" actId="1076"/>
          <ac:picMkLst>
            <pc:docMk/>
            <pc:sldMk cId="3073593845" sldId="277"/>
            <ac:picMk id="34" creationId="{365B25CC-DCCA-DFBA-4BFA-6F65CDDBE23F}"/>
          </ac:picMkLst>
        </pc:picChg>
        <pc:cxnChg chg="mod">
          <ac:chgData name="Takamichi Asai" userId="3b5f7fad-e636-4c8e-833d-1467cd4f12a3" providerId="ADAL" clId="{2A663872-BA5B-4A08-84BE-EED75D43575C}" dt="2026-06-08T06:13:56.427" v="15159" actId="1076"/>
          <ac:cxnSpMkLst>
            <pc:docMk/>
            <pc:sldMk cId="3073593845" sldId="277"/>
            <ac:cxnSpMk id="6" creationId="{0466AE51-B062-696F-EC5F-CCCF5FAC88C2}"/>
          </ac:cxnSpMkLst>
        </pc:cxnChg>
        <pc:cxnChg chg="add del mod">
          <ac:chgData name="Takamichi Asai" userId="3b5f7fad-e636-4c8e-833d-1467cd4f12a3" providerId="ADAL" clId="{2A663872-BA5B-4A08-84BE-EED75D43575C}" dt="2026-06-08T01:21:08.696" v="13564" actId="478"/>
          <ac:cxnSpMkLst>
            <pc:docMk/>
            <pc:sldMk cId="3073593845" sldId="277"/>
            <ac:cxnSpMk id="17" creationId="{F0945959-0742-A36B-29D0-C2D0E90673FC}"/>
          </ac:cxnSpMkLst>
        </pc:cxnChg>
        <pc:cxnChg chg="add mod">
          <ac:chgData name="Takamichi Asai" userId="3b5f7fad-e636-4c8e-833d-1467cd4f12a3" providerId="ADAL" clId="{2A663872-BA5B-4A08-84BE-EED75D43575C}" dt="2026-06-08T01:49:17.964" v="14076" actId="208"/>
          <ac:cxnSpMkLst>
            <pc:docMk/>
            <pc:sldMk cId="3073593845" sldId="277"/>
            <ac:cxnSpMk id="21" creationId="{AFC06731-88D5-85DD-BB59-946F85E3FD77}"/>
          </ac:cxnSpMkLst>
        </pc:cxnChg>
      </pc:sldChg>
      <pc:sldChg chg="addSp delSp modSp new mod">
        <pc:chgData name="Takamichi Asai" userId="3b5f7fad-e636-4c8e-833d-1467cd4f12a3" providerId="ADAL" clId="{2A663872-BA5B-4A08-84BE-EED75D43575C}" dt="2026-06-08T07:14:03.788" v="15425" actId="1038"/>
        <pc:sldMkLst>
          <pc:docMk/>
          <pc:sldMk cId="3431893051" sldId="278"/>
        </pc:sldMkLst>
        <pc:spChg chg="add mod">
          <ac:chgData name="Takamichi Asai" userId="3b5f7fad-e636-4c8e-833d-1467cd4f12a3" providerId="ADAL" clId="{2A663872-BA5B-4A08-84BE-EED75D43575C}" dt="2026-06-08T05:35:51.225" v="14961" actId="1076"/>
          <ac:spMkLst>
            <pc:docMk/>
            <pc:sldMk cId="3431893051" sldId="278"/>
            <ac:spMk id="2" creationId="{84A70155-A5AA-F24D-CD07-6F12121F5E5A}"/>
          </ac:spMkLst>
        </pc:spChg>
        <pc:spChg chg="add mod">
          <ac:chgData name="Takamichi Asai" userId="3b5f7fad-e636-4c8e-833d-1467cd4f12a3" providerId="ADAL" clId="{2A663872-BA5B-4A08-84BE-EED75D43575C}" dt="2026-06-08T05:35:51.225" v="14961" actId="1076"/>
          <ac:spMkLst>
            <pc:docMk/>
            <pc:sldMk cId="3431893051" sldId="278"/>
            <ac:spMk id="4" creationId="{B9FFD595-0915-9650-D96B-D293A2668C00}"/>
          </ac:spMkLst>
        </pc:spChg>
        <pc:spChg chg="add mod">
          <ac:chgData name="Takamichi Asai" userId="3b5f7fad-e636-4c8e-833d-1467cd4f12a3" providerId="ADAL" clId="{2A663872-BA5B-4A08-84BE-EED75D43575C}" dt="2026-06-08T01:58:25.828" v="14164" actId="164"/>
          <ac:spMkLst>
            <pc:docMk/>
            <pc:sldMk cId="3431893051" sldId="278"/>
            <ac:spMk id="6" creationId="{D1826B9E-5308-D958-000E-E58E9A994AFA}"/>
          </ac:spMkLst>
        </pc:spChg>
        <pc:spChg chg="add mod">
          <ac:chgData name="Takamichi Asai" userId="3b5f7fad-e636-4c8e-833d-1467cd4f12a3" providerId="ADAL" clId="{2A663872-BA5B-4A08-84BE-EED75D43575C}" dt="2026-06-08T01:58:25.828" v="14164" actId="164"/>
          <ac:spMkLst>
            <pc:docMk/>
            <pc:sldMk cId="3431893051" sldId="278"/>
            <ac:spMk id="7" creationId="{45E47C9C-F0D6-997A-672F-16EFBD9E8AB9}"/>
          </ac:spMkLst>
        </pc:spChg>
        <pc:spChg chg="add mod">
          <ac:chgData name="Takamichi Asai" userId="3b5f7fad-e636-4c8e-833d-1467cd4f12a3" providerId="ADAL" clId="{2A663872-BA5B-4A08-84BE-EED75D43575C}" dt="2026-06-08T01:58:25.828" v="14164" actId="164"/>
          <ac:spMkLst>
            <pc:docMk/>
            <pc:sldMk cId="3431893051" sldId="278"/>
            <ac:spMk id="8" creationId="{332E3B52-4720-1A75-4800-BA43DB27D660}"/>
          </ac:spMkLst>
        </pc:spChg>
        <pc:spChg chg="add mod">
          <ac:chgData name="Takamichi Asai" userId="3b5f7fad-e636-4c8e-833d-1467cd4f12a3" providerId="ADAL" clId="{2A663872-BA5B-4A08-84BE-EED75D43575C}" dt="2026-06-08T01:58:50.036" v="14170" actId="1038"/>
          <ac:spMkLst>
            <pc:docMk/>
            <pc:sldMk cId="3431893051" sldId="278"/>
            <ac:spMk id="9" creationId="{90C1DB10-3272-0608-D574-103FD78D2C76}"/>
          </ac:spMkLst>
        </pc:spChg>
        <pc:spChg chg="add mod">
          <ac:chgData name="Takamichi Asai" userId="3b5f7fad-e636-4c8e-833d-1467cd4f12a3" providerId="ADAL" clId="{2A663872-BA5B-4A08-84BE-EED75D43575C}" dt="2026-06-08T01:54:20.148" v="14138" actId="164"/>
          <ac:spMkLst>
            <pc:docMk/>
            <pc:sldMk cId="3431893051" sldId="278"/>
            <ac:spMk id="10" creationId="{27EFCA2F-CDE4-4206-A661-13D4CD12FF05}"/>
          </ac:spMkLst>
        </pc:spChg>
        <pc:spChg chg="add del mod">
          <ac:chgData name="Takamichi Asai" userId="3b5f7fad-e636-4c8e-833d-1467cd4f12a3" providerId="ADAL" clId="{2A663872-BA5B-4A08-84BE-EED75D43575C}" dt="2026-06-08T05:20:47.766" v="14908" actId="21"/>
          <ac:spMkLst>
            <pc:docMk/>
            <pc:sldMk cId="3431893051" sldId="278"/>
            <ac:spMk id="12" creationId="{4B7F7CDC-8D37-D955-CA88-BD9D4CDD668C}"/>
          </ac:spMkLst>
        </pc:spChg>
        <pc:spChg chg="add del mod">
          <ac:chgData name="Takamichi Asai" userId="3b5f7fad-e636-4c8e-833d-1467cd4f12a3" providerId="ADAL" clId="{2A663872-BA5B-4A08-84BE-EED75D43575C}" dt="2026-06-08T05:22:34.286" v="14919" actId="478"/>
          <ac:spMkLst>
            <pc:docMk/>
            <pc:sldMk cId="3431893051" sldId="278"/>
            <ac:spMk id="15" creationId="{47D4703C-1429-4C83-2289-BFFBC4424305}"/>
          </ac:spMkLst>
        </pc:spChg>
        <pc:spChg chg="add mod topLvl">
          <ac:chgData name="Takamichi Asai" userId="3b5f7fad-e636-4c8e-833d-1467cd4f12a3" providerId="ADAL" clId="{2A663872-BA5B-4A08-84BE-EED75D43575C}" dt="2026-06-08T07:11:19.545" v="15384" actId="1076"/>
          <ac:spMkLst>
            <pc:docMk/>
            <pc:sldMk cId="3431893051" sldId="278"/>
            <ac:spMk id="16" creationId="{C786DFDF-39D7-BD3A-C332-E87FD543BC63}"/>
          </ac:spMkLst>
        </pc:spChg>
        <pc:spChg chg="add mod topLvl">
          <ac:chgData name="Takamichi Asai" userId="3b5f7fad-e636-4c8e-833d-1467cd4f12a3" providerId="ADAL" clId="{2A663872-BA5B-4A08-84BE-EED75D43575C}" dt="2026-06-08T07:11:19.545" v="15384" actId="1076"/>
          <ac:spMkLst>
            <pc:docMk/>
            <pc:sldMk cId="3431893051" sldId="278"/>
            <ac:spMk id="17" creationId="{11F3E3C9-E5AE-C582-4E89-41918A35D33E}"/>
          </ac:spMkLst>
        </pc:spChg>
        <pc:spChg chg="add mod topLvl">
          <ac:chgData name="Takamichi Asai" userId="3b5f7fad-e636-4c8e-833d-1467cd4f12a3" providerId="ADAL" clId="{2A663872-BA5B-4A08-84BE-EED75D43575C}" dt="2026-06-08T07:11:19.545" v="15384" actId="1076"/>
          <ac:spMkLst>
            <pc:docMk/>
            <pc:sldMk cId="3431893051" sldId="278"/>
            <ac:spMk id="18" creationId="{412DAE78-50C5-4510-4760-BB6AB1C6EAB4}"/>
          </ac:spMkLst>
        </pc:spChg>
        <pc:spChg chg="add mod topLvl">
          <ac:chgData name="Takamichi Asai" userId="3b5f7fad-e636-4c8e-833d-1467cd4f12a3" providerId="ADAL" clId="{2A663872-BA5B-4A08-84BE-EED75D43575C}" dt="2026-06-08T07:11:28.279" v="15385" actId="1076"/>
          <ac:spMkLst>
            <pc:docMk/>
            <pc:sldMk cId="3431893051" sldId="278"/>
            <ac:spMk id="19" creationId="{6AF48C9A-0F87-961B-200D-144D67FD12AA}"/>
          </ac:spMkLst>
        </pc:spChg>
        <pc:spChg chg="add del mod topLvl">
          <ac:chgData name="Takamichi Asai" userId="3b5f7fad-e636-4c8e-833d-1467cd4f12a3" providerId="ADAL" clId="{2A663872-BA5B-4A08-84BE-EED75D43575C}" dt="2026-06-08T07:10:25.412" v="15378" actId="403"/>
          <ac:spMkLst>
            <pc:docMk/>
            <pc:sldMk cId="3431893051" sldId="278"/>
            <ac:spMk id="21" creationId="{97E3B549-D629-678A-DFF7-E46B8B88BF09}"/>
          </ac:spMkLst>
        </pc:spChg>
        <pc:spChg chg="add del mod">
          <ac:chgData name="Takamichi Asai" userId="3b5f7fad-e636-4c8e-833d-1467cd4f12a3" providerId="ADAL" clId="{2A663872-BA5B-4A08-84BE-EED75D43575C}" dt="2026-06-08T05:20:32.361" v="14906" actId="478"/>
          <ac:spMkLst>
            <pc:docMk/>
            <pc:sldMk cId="3431893051" sldId="278"/>
            <ac:spMk id="24" creationId="{C3CB17B2-960F-A443-9EC8-3A4EE9DBDE13}"/>
          </ac:spMkLst>
        </pc:spChg>
        <pc:spChg chg="add del mod">
          <ac:chgData name="Takamichi Asai" userId="3b5f7fad-e636-4c8e-833d-1467cd4f12a3" providerId="ADAL" clId="{2A663872-BA5B-4A08-84BE-EED75D43575C}" dt="2026-06-08T05:23:55.424" v="14931" actId="21"/>
          <ac:spMkLst>
            <pc:docMk/>
            <pc:sldMk cId="3431893051" sldId="278"/>
            <ac:spMk id="25" creationId="{C7671A65-1FB8-8F32-0A24-B76DE58119AE}"/>
          </ac:spMkLst>
        </pc:spChg>
        <pc:spChg chg="add del mod">
          <ac:chgData name="Takamichi Asai" userId="3b5f7fad-e636-4c8e-833d-1467cd4f12a3" providerId="ADAL" clId="{2A663872-BA5B-4A08-84BE-EED75D43575C}" dt="2026-06-08T02:05:15.424" v="14276" actId="1076"/>
          <ac:spMkLst>
            <pc:docMk/>
            <pc:sldMk cId="3431893051" sldId="278"/>
            <ac:spMk id="27" creationId="{ED276D6A-8474-EB01-1284-DDB088B46B98}"/>
          </ac:spMkLst>
        </pc:spChg>
        <pc:spChg chg="add mod">
          <ac:chgData name="Takamichi Asai" userId="3b5f7fad-e636-4c8e-833d-1467cd4f12a3" providerId="ADAL" clId="{2A663872-BA5B-4A08-84BE-EED75D43575C}" dt="2026-06-08T02:05:09.422" v="14273" actId="1076"/>
          <ac:spMkLst>
            <pc:docMk/>
            <pc:sldMk cId="3431893051" sldId="278"/>
            <ac:spMk id="29" creationId="{97E3B549-D629-678A-DFF7-E46B8B88BF09}"/>
          </ac:spMkLst>
        </pc:spChg>
        <pc:spChg chg="add mod">
          <ac:chgData name="Takamichi Asai" userId="3b5f7fad-e636-4c8e-833d-1467cd4f12a3" providerId="ADAL" clId="{2A663872-BA5B-4A08-84BE-EED75D43575C}" dt="2026-06-08T06:54:31.974" v="15299" actId="1076"/>
          <ac:spMkLst>
            <pc:docMk/>
            <pc:sldMk cId="3431893051" sldId="278"/>
            <ac:spMk id="30" creationId="{73354B5D-03C2-3584-64C6-F7C565A81513}"/>
          </ac:spMkLst>
        </pc:spChg>
        <pc:spChg chg="add mod">
          <ac:chgData name="Takamichi Asai" userId="3b5f7fad-e636-4c8e-833d-1467cd4f12a3" providerId="ADAL" clId="{2A663872-BA5B-4A08-84BE-EED75D43575C}" dt="2026-06-08T06:54:31.974" v="15299" actId="1076"/>
          <ac:spMkLst>
            <pc:docMk/>
            <pc:sldMk cId="3431893051" sldId="278"/>
            <ac:spMk id="32" creationId="{94574CE4-D832-BEFD-5DA4-BEE0F67FA009}"/>
          </ac:spMkLst>
        </pc:spChg>
        <pc:spChg chg="add mod topLvl">
          <ac:chgData name="Takamichi Asai" userId="3b5f7fad-e636-4c8e-833d-1467cd4f12a3" providerId="ADAL" clId="{2A663872-BA5B-4A08-84BE-EED75D43575C}" dt="2026-06-08T07:13:35.796" v="15415" actId="14100"/>
          <ac:spMkLst>
            <pc:docMk/>
            <pc:sldMk cId="3431893051" sldId="278"/>
            <ac:spMk id="34" creationId="{43085420-856C-CD54-2E8F-EC73BA33089D}"/>
          </ac:spMkLst>
        </pc:spChg>
        <pc:spChg chg="add mod topLvl">
          <ac:chgData name="Takamichi Asai" userId="3b5f7fad-e636-4c8e-833d-1467cd4f12a3" providerId="ADAL" clId="{2A663872-BA5B-4A08-84BE-EED75D43575C}" dt="2026-06-08T07:13:35.796" v="15415" actId="14100"/>
          <ac:spMkLst>
            <pc:docMk/>
            <pc:sldMk cId="3431893051" sldId="278"/>
            <ac:spMk id="35" creationId="{4A11666D-ABFC-8776-049E-A25F51B6F5CC}"/>
          </ac:spMkLst>
        </pc:spChg>
        <pc:spChg chg="add mod topLvl">
          <ac:chgData name="Takamichi Asai" userId="3b5f7fad-e636-4c8e-833d-1467cd4f12a3" providerId="ADAL" clId="{2A663872-BA5B-4A08-84BE-EED75D43575C}" dt="2026-06-08T07:13:35.796" v="15415" actId="14100"/>
          <ac:spMkLst>
            <pc:docMk/>
            <pc:sldMk cId="3431893051" sldId="278"/>
            <ac:spMk id="37" creationId="{DAF50624-1F45-2794-9DE6-3D594817DADD}"/>
          </ac:spMkLst>
        </pc:spChg>
        <pc:spChg chg="add mod topLvl">
          <ac:chgData name="Takamichi Asai" userId="3b5f7fad-e636-4c8e-833d-1467cd4f12a3" providerId="ADAL" clId="{2A663872-BA5B-4A08-84BE-EED75D43575C}" dt="2026-06-08T07:13:35.796" v="15415" actId="14100"/>
          <ac:spMkLst>
            <pc:docMk/>
            <pc:sldMk cId="3431893051" sldId="278"/>
            <ac:spMk id="40" creationId="{D97D1A33-99E4-A462-8F2A-519F3F55C73C}"/>
          </ac:spMkLst>
        </pc:spChg>
        <pc:spChg chg="add mod">
          <ac:chgData name="Takamichi Asai" userId="3b5f7fad-e636-4c8e-833d-1467cd4f12a3" providerId="ADAL" clId="{2A663872-BA5B-4A08-84BE-EED75D43575C}" dt="2026-06-08T06:21:58.706" v="15170" actId="165"/>
          <ac:spMkLst>
            <pc:docMk/>
            <pc:sldMk cId="3431893051" sldId="278"/>
            <ac:spMk id="47" creationId="{15ED4A49-FCD7-A9A1-ED01-B83BC6CEF0E3}"/>
          </ac:spMkLst>
        </pc:spChg>
        <pc:spChg chg="add mod">
          <ac:chgData name="Takamichi Asai" userId="3b5f7fad-e636-4c8e-833d-1467cd4f12a3" providerId="ADAL" clId="{2A663872-BA5B-4A08-84BE-EED75D43575C}" dt="2026-06-08T06:21:58.706" v="15170" actId="165"/>
          <ac:spMkLst>
            <pc:docMk/>
            <pc:sldMk cId="3431893051" sldId="278"/>
            <ac:spMk id="49" creationId="{37F9C86F-049E-B918-CF76-40B1B5348E53}"/>
          </ac:spMkLst>
        </pc:spChg>
        <pc:spChg chg="mod">
          <ac:chgData name="Takamichi Asai" userId="3b5f7fad-e636-4c8e-833d-1467cd4f12a3" providerId="ADAL" clId="{2A663872-BA5B-4A08-84BE-EED75D43575C}" dt="2026-06-08T06:21:58.706" v="15170" actId="165"/>
          <ac:spMkLst>
            <pc:docMk/>
            <pc:sldMk cId="3431893051" sldId="278"/>
            <ac:spMk id="52" creationId="{94B38ED5-54DA-E508-6E9F-C22BB2A150C7}"/>
          </ac:spMkLst>
        </pc:spChg>
        <pc:spChg chg="mod">
          <ac:chgData name="Takamichi Asai" userId="3b5f7fad-e636-4c8e-833d-1467cd4f12a3" providerId="ADAL" clId="{2A663872-BA5B-4A08-84BE-EED75D43575C}" dt="2026-06-08T05:37:09.110" v="14968" actId="404"/>
          <ac:spMkLst>
            <pc:docMk/>
            <pc:sldMk cId="3431893051" sldId="278"/>
            <ac:spMk id="53" creationId="{87A428D7-7EFD-99D9-A4BA-3E415A9BBD47}"/>
          </ac:spMkLst>
        </pc:spChg>
        <pc:spChg chg="mod">
          <ac:chgData name="Takamichi Asai" userId="3b5f7fad-e636-4c8e-833d-1467cd4f12a3" providerId="ADAL" clId="{2A663872-BA5B-4A08-84BE-EED75D43575C}" dt="2026-06-08T06:21:58.706" v="15170" actId="165"/>
          <ac:spMkLst>
            <pc:docMk/>
            <pc:sldMk cId="3431893051" sldId="278"/>
            <ac:spMk id="55" creationId="{94EC7E69-2539-D8F3-81C7-18F494CD41E5}"/>
          </ac:spMkLst>
        </pc:spChg>
        <pc:spChg chg="mod">
          <ac:chgData name="Takamichi Asai" userId="3b5f7fad-e636-4c8e-833d-1467cd4f12a3" providerId="ADAL" clId="{2A663872-BA5B-4A08-84BE-EED75D43575C}" dt="2026-06-08T06:21:58.706" v="15170" actId="165"/>
          <ac:spMkLst>
            <pc:docMk/>
            <pc:sldMk cId="3431893051" sldId="278"/>
            <ac:spMk id="56" creationId="{08E3B50D-74C0-862D-5390-BCAC3C1749F4}"/>
          </ac:spMkLst>
        </pc:spChg>
        <pc:spChg chg="mod">
          <ac:chgData name="Takamichi Asai" userId="3b5f7fad-e636-4c8e-833d-1467cd4f12a3" providerId="ADAL" clId="{2A663872-BA5B-4A08-84BE-EED75D43575C}" dt="2026-06-08T06:21:58.706" v="15170" actId="165"/>
          <ac:spMkLst>
            <pc:docMk/>
            <pc:sldMk cId="3431893051" sldId="278"/>
            <ac:spMk id="58" creationId="{0F370D44-5099-06A1-44FB-E81C5E912E79}"/>
          </ac:spMkLst>
        </pc:spChg>
        <pc:spChg chg="mod">
          <ac:chgData name="Takamichi Asai" userId="3b5f7fad-e636-4c8e-833d-1467cd4f12a3" providerId="ADAL" clId="{2A663872-BA5B-4A08-84BE-EED75D43575C}" dt="2026-06-08T06:21:58.706" v="15170" actId="165"/>
          <ac:spMkLst>
            <pc:docMk/>
            <pc:sldMk cId="3431893051" sldId="278"/>
            <ac:spMk id="59" creationId="{BC5D7DB0-5EA7-A2F6-CF86-60B70C910BD4}"/>
          </ac:spMkLst>
        </pc:spChg>
        <pc:spChg chg="mod">
          <ac:chgData name="Takamichi Asai" userId="3b5f7fad-e636-4c8e-833d-1467cd4f12a3" providerId="ADAL" clId="{2A663872-BA5B-4A08-84BE-EED75D43575C}" dt="2026-06-08T05:23:27.011" v="14926" actId="404"/>
          <ac:spMkLst>
            <pc:docMk/>
            <pc:sldMk cId="3431893051" sldId="278"/>
            <ac:spMk id="71" creationId="{D1826B9E-5308-D958-000E-E58E9A994AFA}"/>
          </ac:spMkLst>
        </pc:spChg>
        <pc:spChg chg="mod">
          <ac:chgData name="Takamichi Asai" userId="3b5f7fad-e636-4c8e-833d-1467cd4f12a3" providerId="ADAL" clId="{2A663872-BA5B-4A08-84BE-EED75D43575C}" dt="2026-06-08T05:23:27.011" v="14926" actId="404"/>
          <ac:spMkLst>
            <pc:docMk/>
            <pc:sldMk cId="3431893051" sldId="278"/>
            <ac:spMk id="72" creationId="{45E47C9C-F0D6-997A-672F-16EFBD9E8AB9}"/>
          </ac:spMkLst>
        </pc:spChg>
        <pc:spChg chg="mod">
          <ac:chgData name="Takamichi Asai" userId="3b5f7fad-e636-4c8e-833d-1467cd4f12a3" providerId="ADAL" clId="{2A663872-BA5B-4A08-84BE-EED75D43575C}" dt="2026-06-08T05:23:27.011" v="14926" actId="404"/>
          <ac:spMkLst>
            <pc:docMk/>
            <pc:sldMk cId="3431893051" sldId="278"/>
            <ac:spMk id="73" creationId="{332E3B52-4720-1A75-4800-BA43DB27D660}"/>
          </ac:spMkLst>
        </pc:spChg>
        <pc:spChg chg="mod">
          <ac:chgData name="Takamichi Asai" userId="3b5f7fad-e636-4c8e-833d-1467cd4f12a3" providerId="ADAL" clId="{2A663872-BA5B-4A08-84BE-EED75D43575C}" dt="2026-06-08T05:23:27.011" v="14926" actId="404"/>
          <ac:spMkLst>
            <pc:docMk/>
            <pc:sldMk cId="3431893051" sldId="278"/>
            <ac:spMk id="75" creationId="{90C1DB10-3272-0608-D574-103FD78D2C76}"/>
          </ac:spMkLst>
        </pc:spChg>
        <pc:spChg chg="mod">
          <ac:chgData name="Takamichi Asai" userId="3b5f7fad-e636-4c8e-833d-1467cd4f12a3" providerId="ADAL" clId="{2A663872-BA5B-4A08-84BE-EED75D43575C}" dt="2026-06-08T05:23:27.011" v="14926" actId="404"/>
          <ac:spMkLst>
            <pc:docMk/>
            <pc:sldMk cId="3431893051" sldId="278"/>
            <ac:spMk id="76" creationId="{27EFCA2F-CDE4-4206-A661-13D4CD12FF05}"/>
          </ac:spMkLst>
        </pc:spChg>
        <pc:spChg chg="add del mod">
          <ac:chgData name="Takamichi Asai" userId="3b5f7fad-e636-4c8e-833d-1467cd4f12a3" providerId="ADAL" clId="{2A663872-BA5B-4A08-84BE-EED75D43575C}" dt="2026-06-08T05:53:41.577" v="15007" actId="21"/>
          <ac:spMkLst>
            <pc:docMk/>
            <pc:sldMk cId="3431893051" sldId="278"/>
            <ac:spMk id="77" creationId="{4B7F7CDC-8D37-D955-CA88-BD9D4CDD668C}"/>
          </ac:spMkLst>
        </pc:spChg>
        <pc:spChg chg="add mod">
          <ac:chgData name="Takamichi Asai" userId="3b5f7fad-e636-4c8e-833d-1467cd4f12a3" providerId="ADAL" clId="{2A663872-BA5B-4A08-84BE-EED75D43575C}" dt="2026-06-08T07:11:39.364" v="15386" actId="403"/>
          <ac:spMkLst>
            <pc:docMk/>
            <pc:sldMk cId="3431893051" sldId="278"/>
            <ac:spMk id="78" creationId="{C7671A65-1FB8-8F32-0A24-B76DE58119AE}"/>
          </ac:spMkLst>
        </pc:spChg>
        <pc:spChg chg="add del mod">
          <ac:chgData name="Takamichi Asai" userId="3b5f7fad-e636-4c8e-833d-1467cd4f12a3" providerId="ADAL" clId="{2A663872-BA5B-4A08-84BE-EED75D43575C}" dt="2026-06-08T05:55:36.003" v="15026" actId="478"/>
          <ac:spMkLst>
            <pc:docMk/>
            <pc:sldMk cId="3431893051" sldId="278"/>
            <ac:spMk id="80" creationId="{EE038956-1778-29E2-8906-CAB5CE7A1B56}"/>
          </ac:spMkLst>
        </pc:spChg>
        <pc:spChg chg="mod">
          <ac:chgData name="Takamichi Asai" userId="3b5f7fad-e636-4c8e-833d-1467cd4f12a3" providerId="ADAL" clId="{2A663872-BA5B-4A08-84BE-EED75D43575C}" dt="2026-06-08T05:51:08.519" v="14988" actId="404"/>
          <ac:spMkLst>
            <pc:docMk/>
            <pc:sldMk cId="3431893051" sldId="278"/>
            <ac:spMk id="82" creationId="{75A3E02A-970E-AF81-DFE7-965C50CD38CF}"/>
          </ac:spMkLst>
        </pc:spChg>
        <pc:spChg chg="mod">
          <ac:chgData name="Takamichi Asai" userId="3b5f7fad-e636-4c8e-833d-1467cd4f12a3" providerId="ADAL" clId="{2A663872-BA5B-4A08-84BE-EED75D43575C}" dt="2026-06-08T05:51:08.519" v="14988" actId="404"/>
          <ac:spMkLst>
            <pc:docMk/>
            <pc:sldMk cId="3431893051" sldId="278"/>
            <ac:spMk id="83" creationId="{51993BF2-FB97-A241-6D16-D18FB3F88874}"/>
          </ac:spMkLst>
        </pc:spChg>
        <pc:spChg chg="mod">
          <ac:chgData name="Takamichi Asai" userId="3b5f7fad-e636-4c8e-833d-1467cd4f12a3" providerId="ADAL" clId="{2A663872-BA5B-4A08-84BE-EED75D43575C}" dt="2026-06-08T05:51:08.519" v="14988" actId="404"/>
          <ac:spMkLst>
            <pc:docMk/>
            <pc:sldMk cId="3431893051" sldId="278"/>
            <ac:spMk id="85" creationId="{6F49EF3B-5BBB-489C-F7D4-56C548EAAD70}"/>
          </ac:spMkLst>
        </pc:spChg>
        <pc:spChg chg="mod">
          <ac:chgData name="Takamichi Asai" userId="3b5f7fad-e636-4c8e-833d-1467cd4f12a3" providerId="ADAL" clId="{2A663872-BA5B-4A08-84BE-EED75D43575C}" dt="2026-06-08T05:51:08.519" v="14988" actId="404"/>
          <ac:spMkLst>
            <pc:docMk/>
            <pc:sldMk cId="3431893051" sldId="278"/>
            <ac:spMk id="86" creationId="{9933D54D-410E-E848-9CCD-1F87A1A27D93}"/>
          </ac:spMkLst>
        </pc:spChg>
        <pc:spChg chg="mod topLvl">
          <ac:chgData name="Takamichi Asai" userId="3b5f7fad-e636-4c8e-833d-1467cd4f12a3" providerId="ADAL" clId="{2A663872-BA5B-4A08-84BE-EED75D43575C}" dt="2026-06-08T05:52:46.279" v="15001" actId="207"/>
          <ac:spMkLst>
            <pc:docMk/>
            <pc:sldMk cId="3431893051" sldId="278"/>
            <ac:spMk id="88" creationId="{F65BAE92-DABA-29DD-0DF7-5A2E449FC078}"/>
          </ac:spMkLst>
        </pc:spChg>
        <pc:spChg chg="mod topLvl">
          <ac:chgData name="Takamichi Asai" userId="3b5f7fad-e636-4c8e-833d-1467cd4f12a3" providerId="ADAL" clId="{2A663872-BA5B-4A08-84BE-EED75D43575C}" dt="2026-06-08T05:52:27.189" v="14998" actId="165"/>
          <ac:spMkLst>
            <pc:docMk/>
            <pc:sldMk cId="3431893051" sldId="278"/>
            <ac:spMk id="89" creationId="{CB1A1A67-25D4-BDE3-7B4F-AA5B2C405CFF}"/>
          </ac:spMkLst>
        </pc:spChg>
        <pc:spChg chg="mod topLvl">
          <ac:chgData name="Takamichi Asai" userId="3b5f7fad-e636-4c8e-833d-1467cd4f12a3" providerId="ADAL" clId="{2A663872-BA5B-4A08-84BE-EED75D43575C}" dt="2026-06-08T05:52:46.279" v="15001" actId="207"/>
          <ac:spMkLst>
            <pc:docMk/>
            <pc:sldMk cId="3431893051" sldId="278"/>
            <ac:spMk id="91" creationId="{6F6C87D7-42EB-656E-778B-555126B76A14}"/>
          </ac:spMkLst>
        </pc:spChg>
        <pc:spChg chg="mod topLvl">
          <ac:chgData name="Takamichi Asai" userId="3b5f7fad-e636-4c8e-833d-1467cd4f12a3" providerId="ADAL" clId="{2A663872-BA5B-4A08-84BE-EED75D43575C}" dt="2026-06-08T05:52:27.189" v="14998" actId="165"/>
          <ac:spMkLst>
            <pc:docMk/>
            <pc:sldMk cId="3431893051" sldId="278"/>
            <ac:spMk id="92" creationId="{97BEA637-D58F-406B-2132-E4506E1CBC44}"/>
          </ac:spMkLst>
        </pc:spChg>
        <pc:spChg chg="mod topLvl">
          <ac:chgData name="Takamichi Asai" userId="3b5f7fad-e636-4c8e-833d-1467cd4f12a3" providerId="ADAL" clId="{2A663872-BA5B-4A08-84BE-EED75D43575C}" dt="2026-06-08T05:52:46.279" v="15001" actId="207"/>
          <ac:spMkLst>
            <pc:docMk/>
            <pc:sldMk cId="3431893051" sldId="278"/>
            <ac:spMk id="94" creationId="{054A3DB0-959F-B606-8091-B17E28269997}"/>
          </ac:spMkLst>
        </pc:spChg>
        <pc:spChg chg="mod topLvl">
          <ac:chgData name="Takamichi Asai" userId="3b5f7fad-e636-4c8e-833d-1467cd4f12a3" providerId="ADAL" clId="{2A663872-BA5B-4A08-84BE-EED75D43575C}" dt="2026-06-08T05:52:35.296" v="15000" actId="207"/>
          <ac:spMkLst>
            <pc:docMk/>
            <pc:sldMk cId="3431893051" sldId="278"/>
            <ac:spMk id="95" creationId="{1DF83434-BEB0-AB85-E9F3-1514713F6AEB}"/>
          </ac:spMkLst>
        </pc:spChg>
        <pc:spChg chg="add mod">
          <ac:chgData name="Takamichi Asai" userId="3b5f7fad-e636-4c8e-833d-1467cd4f12a3" providerId="ADAL" clId="{2A663872-BA5B-4A08-84BE-EED75D43575C}" dt="2026-06-08T07:10:45.162" v="15381" actId="14100"/>
          <ac:spMkLst>
            <pc:docMk/>
            <pc:sldMk cId="3431893051" sldId="278"/>
            <ac:spMk id="96" creationId="{83641D77-0B81-B38E-572D-E955769CEB76}"/>
          </ac:spMkLst>
        </pc:spChg>
        <pc:spChg chg="add del mod">
          <ac:chgData name="Takamichi Asai" userId="3b5f7fad-e636-4c8e-833d-1467cd4f12a3" providerId="ADAL" clId="{2A663872-BA5B-4A08-84BE-EED75D43575C}" dt="2026-06-08T05:54:34.581" v="15015" actId="478"/>
          <ac:spMkLst>
            <pc:docMk/>
            <pc:sldMk cId="3431893051" sldId="278"/>
            <ac:spMk id="97" creationId="{4B7F7CDC-8D37-D955-CA88-BD9D4CDD668C}"/>
          </ac:spMkLst>
        </pc:spChg>
        <pc:grpChg chg="add mod">
          <ac:chgData name="Takamichi Asai" userId="3b5f7fad-e636-4c8e-833d-1467cd4f12a3" providerId="ADAL" clId="{2A663872-BA5B-4A08-84BE-EED75D43575C}" dt="2026-06-08T01:58:25.828" v="14164" actId="164"/>
          <ac:grpSpMkLst>
            <pc:docMk/>
            <pc:sldMk cId="3431893051" sldId="278"/>
            <ac:grpSpMk id="11" creationId="{D519C53A-B49D-1526-6E69-FA6ABAB12B67}"/>
          </ac:grpSpMkLst>
        </pc:grpChg>
        <pc:grpChg chg="add del mod">
          <ac:chgData name="Takamichi Asai" userId="3b5f7fad-e636-4c8e-833d-1467cd4f12a3" providerId="ADAL" clId="{2A663872-BA5B-4A08-84BE-EED75D43575C}" dt="2026-06-08T05:24:09.205" v="14934" actId="165"/>
          <ac:grpSpMkLst>
            <pc:docMk/>
            <pc:sldMk cId="3431893051" sldId="278"/>
            <ac:grpSpMk id="22" creationId="{304E11F3-A260-34F1-6238-86AE8910FAC5}"/>
          </ac:grpSpMkLst>
        </pc:grpChg>
        <pc:grpChg chg="add del mod">
          <ac:chgData name="Takamichi Asai" userId="3b5f7fad-e636-4c8e-833d-1467cd4f12a3" providerId="ADAL" clId="{2A663872-BA5B-4A08-84BE-EED75D43575C}" dt="2026-06-08T05:20:47.766" v="14908" actId="21"/>
          <ac:grpSpMkLst>
            <pc:docMk/>
            <pc:sldMk cId="3431893051" sldId="278"/>
            <ac:grpSpMk id="23" creationId="{33EF0459-4712-6C91-9385-E4C8F89F16F5}"/>
          </ac:grpSpMkLst>
        </pc:grpChg>
        <pc:grpChg chg="add del mod">
          <ac:chgData name="Takamichi Asai" userId="3b5f7fad-e636-4c8e-833d-1467cd4f12a3" providerId="ADAL" clId="{2A663872-BA5B-4A08-84BE-EED75D43575C}" dt="2026-06-08T05:06:58.877" v="14783" actId="165"/>
          <ac:grpSpMkLst>
            <pc:docMk/>
            <pc:sldMk cId="3431893051" sldId="278"/>
            <ac:grpSpMk id="43" creationId="{FD0EB261-99C9-126B-EC1B-3FDAFCB9D58B}"/>
          </ac:grpSpMkLst>
        </pc:grpChg>
        <pc:grpChg chg="add del mod">
          <ac:chgData name="Takamichi Asai" userId="3b5f7fad-e636-4c8e-833d-1467cd4f12a3" providerId="ADAL" clId="{2A663872-BA5B-4A08-84BE-EED75D43575C}" dt="2026-06-08T05:07:01.476" v="14784" actId="165"/>
          <ac:grpSpMkLst>
            <pc:docMk/>
            <pc:sldMk cId="3431893051" sldId="278"/>
            <ac:grpSpMk id="44" creationId="{2F84B535-428E-B69D-AFCB-A3ECE4CD64F9}"/>
          </ac:grpSpMkLst>
        </pc:grpChg>
        <pc:grpChg chg="add del mod">
          <ac:chgData name="Takamichi Asai" userId="3b5f7fad-e636-4c8e-833d-1467cd4f12a3" providerId="ADAL" clId="{2A663872-BA5B-4A08-84BE-EED75D43575C}" dt="2026-06-08T05:07:04.592" v="14785" actId="165"/>
          <ac:grpSpMkLst>
            <pc:docMk/>
            <pc:sldMk cId="3431893051" sldId="278"/>
            <ac:grpSpMk id="45" creationId="{5F428B4E-14F6-C0BF-9F15-6679AF2326A1}"/>
          </ac:grpSpMkLst>
        </pc:grpChg>
        <pc:grpChg chg="add del mod">
          <ac:chgData name="Takamichi Asai" userId="3b5f7fad-e636-4c8e-833d-1467cd4f12a3" providerId="ADAL" clId="{2A663872-BA5B-4A08-84BE-EED75D43575C}" dt="2026-06-08T05:07:07.994" v="14786" actId="165"/>
          <ac:grpSpMkLst>
            <pc:docMk/>
            <pc:sldMk cId="3431893051" sldId="278"/>
            <ac:grpSpMk id="46" creationId="{3A22BBF2-A459-F56B-34B8-66AF3D73762B}"/>
          </ac:grpSpMkLst>
        </pc:grpChg>
        <pc:grpChg chg="add mod">
          <ac:chgData name="Takamichi Asai" userId="3b5f7fad-e636-4c8e-833d-1467cd4f12a3" providerId="ADAL" clId="{2A663872-BA5B-4A08-84BE-EED75D43575C}" dt="2026-06-08T06:22:06.735" v="15171" actId="1076"/>
          <ac:grpSpMkLst>
            <pc:docMk/>
            <pc:sldMk cId="3431893051" sldId="278"/>
            <ac:grpSpMk id="50" creationId="{A47C62D8-EBEB-7113-9563-D4CFB23B441F}"/>
          </ac:grpSpMkLst>
        </pc:grpChg>
        <pc:grpChg chg="add mod">
          <ac:chgData name="Takamichi Asai" userId="3b5f7fad-e636-4c8e-833d-1467cd4f12a3" providerId="ADAL" clId="{2A663872-BA5B-4A08-84BE-EED75D43575C}" dt="2026-06-08T06:22:06.735" v="15171" actId="1076"/>
          <ac:grpSpMkLst>
            <pc:docMk/>
            <pc:sldMk cId="3431893051" sldId="278"/>
            <ac:grpSpMk id="51" creationId="{D9D94997-0408-649E-90A8-D70576E3A547}"/>
          </ac:grpSpMkLst>
        </pc:grpChg>
        <pc:grpChg chg="add mod">
          <ac:chgData name="Takamichi Asai" userId="3b5f7fad-e636-4c8e-833d-1467cd4f12a3" providerId="ADAL" clId="{2A663872-BA5B-4A08-84BE-EED75D43575C}" dt="2026-06-08T06:22:06.735" v="15171" actId="1076"/>
          <ac:grpSpMkLst>
            <pc:docMk/>
            <pc:sldMk cId="3431893051" sldId="278"/>
            <ac:grpSpMk id="54" creationId="{976FEB7D-7451-3AD6-9151-DAF1F871DC67}"/>
          </ac:grpSpMkLst>
        </pc:grpChg>
        <pc:grpChg chg="add mod">
          <ac:chgData name="Takamichi Asai" userId="3b5f7fad-e636-4c8e-833d-1467cd4f12a3" providerId="ADAL" clId="{2A663872-BA5B-4A08-84BE-EED75D43575C}" dt="2026-06-08T06:22:06.735" v="15171" actId="1076"/>
          <ac:grpSpMkLst>
            <pc:docMk/>
            <pc:sldMk cId="3431893051" sldId="278"/>
            <ac:grpSpMk id="57" creationId="{B5B17463-2D2A-45AD-0D27-5E08829DA68E}"/>
          </ac:grpSpMkLst>
        </pc:grpChg>
        <pc:grpChg chg="add mod">
          <ac:chgData name="Takamichi Asai" userId="3b5f7fad-e636-4c8e-833d-1467cd4f12a3" providerId="ADAL" clId="{2A663872-BA5B-4A08-84BE-EED75D43575C}" dt="2026-06-08T05:53:46.268" v="15008" actId="1076"/>
          <ac:grpSpMkLst>
            <pc:docMk/>
            <pc:sldMk cId="3431893051" sldId="278"/>
            <ac:grpSpMk id="69" creationId="{33EF0459-4712-6C91-9385-E4C8F89F16F5}"/>
          </ac:grpSpMkLst>
        </pc:grpChg>
        <pc:grpChg chg="mod">
          <ac:chgData name="Takamichi Asai" userId="3b5f7fad-e636-4c8e-833d-1467cd4f12a3" providerId="ADAL" clId="{2A663872-BA5B-4A08-84BE-EED75D43575C}" dt="2026-06-08T05:23:08.436" v="14923"/>
          <ac:grpSpMkLst>
            <pc:docMk/>
            <pc:sldMk cId="3431893051" sldId="278"/>
            <ac:grpSpMk id="74" creationId="{D519C53A-B49D-1526-6E69-FA6ABAB12B67}"/>
          </ac:grpSpMkLst>
        </pc:grpChg>
        <pc:grpChg chg="add mod">
          <ac:chgData name="Takamichi Asai" userId="3b5f7fad-e636-4c8e-833d-1467cd4f12a3" providerId="ADAL" clId="{2A663872-BA5B-4A08-84BE-EED75D43575C}" dt="2026-06-08T07:11:19.545" v="15384" actId="1076"/>
          <ac:grpSpMkLst>
            <pc:docMk/>
            <pc:sldMk cId="3431893051" sldId="278"/>
            <ac:grpSpMk id="81" creationId="{117CDD9D-D1CB-F522-2C87-39775C82333F}"/>
          </ac:grpSpMkLst>
        </pc:grpChg>
        <pc:grpChg chg="add mod">
          <ac:chgData name="Takamichi Asai" userId="3b5f7fad-e636-4c8e-833d-1467cd4f12a3" providerId="ADAL" clId="{2A663872-BA5B-4A08-84BE-EED75D43575C}" dt="2026-06-08T07:11:19.545" v="15384" actId="1076"/>
          <ac:grpSpMkLst>
            <pc:docMk/>
            <pc:sldMk cId="3431893051" sldId="278"/>
            <ac:grpSpMk id="84" creationId="{D48A6676-6F65-E317-6494-B98E6DD97A4A}"/>
          </ac:grpSpMkLst>
        </pc:grpChg>
        <pc:grpChg chg="add del mod">
          <ac:chgData name="Takamichi Asai" userId="3b5f7fad-e636-4c8e-833d-1467cd4f12a3" providerId="ADAL" clId="{2A663872-BA5B-4A08-84BE-EED75D43575C}" dt="2026-06-08T05:52:27.189" v="14998" actId="165"/>
          <ac:grpSpMkLst>
            <pc:docMk/>
            <pc:sldMk cId="3431893051" sldId="278"/>
            <ac:grpSpMk id="87" creationId="{6329484C-182F-8CD8-4503-ECE258410ED9}"/>
          </ac:grpSpMkLst>
        </pc:grpChg>
        <pc:grpChg chg="add del mod">
          <ac:chgData name="Takamichi Asai" userId="3b5f7fad-e636-4c8e-833d-1467cd4f12a3" providerId="ADAL" clId="{2A663872-BA5B-4A08-84BE-EED75D43575C}" dt="2026-06-08T05:52:27.189" v="14998" actId="165"/>
          <ac:grpSpMkLst>
            <pc:docMk/>
            <pc:sldMk cId="3431893051" sldId="278"/>
            <ac:grpSpMk id="90" creationId="{56B2B18E-5ACD-C7F9-BE94-6C025C2865A5}"/>
          </ac:grpSpMkLst>
        </pc:grpChg>
        <pc:grpChg chg="add del mod">
          <ac:chgData name="Takamichi Asai" userId="3b5f7fad-e636-4c8e-833d-1467cd4f12a3" providerId="ADAL" clId="{2A663872-BA5B-4A08-84BE-EED75D43575C}" dt="2026-06-08T05:52:27.189" v="14998" actId="165"/>
          <ac:grpSpMkLst>
            <pc:docMk/>
            <pc:sldMk cId="3431893051" sldId="278"/>
            <ac:grpSpMk id="93" creationId="{D84AD018-F92E-7AD6-1BB3-71DD65FA68F0}"/>
          </ac:grpSpMkLst>
        </pc:grpChg>
        <pc:grpChg chg="add mod">
          <ac:chgData name="Takamichi Asai" userId="3b5f7fad-e636-4c8e-833d-1467cd4f12a3" providerId="ADAL" clId="{2A663872-BA5B-4A08-84BE-EED75D43575C}" dt="2026-06-08T06:02:03.799" v="15059" actId="552"/>
          <ac:grpSpMkLst>
            <pc:docMk/>
            <pc:sldMk cId="3431893051" sldId="278"/>
            <ac:grpSpMk id="116" creationId="{A3AC80C5-2970-5BF1-8596-0EAD99D50D29}"/>
          </ac:grpSpMkLst>
        </pc:grpChg>
        <pc:grpChg chg="add mod">
          <ac:chgData name="Takamichi Asai" userId="3b5f7fad-e636-4c8e-833d-1467cd4f12a3" providerId="ADAL" clId="{2A663872-BA5B-4A08-84BE-EED75D43575C}" dt="2026-06-08T06:02:03.799" v="15059" actId="552"/>
          <ac:grpSpMkLst>
            <pc:docMk/>
            <pc:sldMk cId="3431893051" sldId="278"/>
            <ac:grpSpMk id="117" creationId="{565534C7-3FB0-D7C0-60B7-25755F6159E9}"/>
          </ac:grpSpMkLst>
        </pc:grpChg>
        <pc:grpChg chg="add mod">
          <ac:chgData name="Takamichi Asai" userId="3b5f7fad-e636-4c8e-833d-1467cd4f12a3" providerId="ADAL" clId="{2A663872-BA5B-4A08-84BE-EED75D43575C}" dt="2026-06-08T06:02:03.799" v="15059" actId="552"/>
          <ac:grpSpMkLst>
            <pc:docMk/>
            <pc:sldMk cId="3431893051" sldId="278"/>
            <ac:grpSpMk id="118" creationId="{E2971B90-D02B-A61A-B14C-D15AE41278C4}"/>
          </ac:grpSpMkLst>
        </pc:grpChg>
        <pc:grpChg chg="add mod">
          <ac:chgData name="Takamichi Asai" userId="3b5f7fad-e636-4c8e-833d-1467cd4f12a3" providerId="ADAL" clId="{2A663872-BA5B-4A08-84BE-EED75D43575C}" dt="2026-06-08T06:02:03.799" v="15059" actId="552"/>
          <ac:grpSpMkLst>
            <pc:docMk/>
            <pc:sldMk cId="3431893051" sldId="278"/>
            <ac:grpSpMk id="119" creationId="{D7AF0E5D-992F-050A-C501-0DA65316510B}"/>
          </ac:grpSpMkLst>
        </pc:grpChg>
        <pc:picChg chg="add mod">
          <ac:chgData name="Takamichi Asai" userId="3b5f7fad-e636-4c8e-833d-1467cd4f12a3" providerId="ADAL" clId="{2A663872-BA5B-4A08-84BE-EED75D43575C}" dt="2026-06-08T01:58:25.828" v="14164" actId="164"/>
          <ac:picMkLst>
            <pc:docMk/>
            <pc:sldMk cId="3431893051" sldId="278"/>
            <ac:picMk id="5" creationId="{69BA6F68-8E92-478B-6BFE-367971D751A9}"/>
          </ac:picMkLst>
        </pc:picChg>
        <pc:picChg chg="add mod topLvl">
          <ac:chgData name="Takamichi Asai" userId="3b5f7fad-e636-4c8e-833d-1467cd4f12a3" providerId="ADAL" clId="{2A663872-BA5B-4A08-84BE-EED75D43575C}" dt="2026-06-08T07:11:19.545" v="15384" actId="1076"/>
          <ac:picMkLst>
            <pc:docMk/>
            <pc:sldMk cId="3431893051" sldId="278"/>
            <ac:picMk id="13" creationId="{D04FE74D-59CF-5155-C827-F435F7DA3012}"/>
          </ac:picMkLst>
        </pc:picChg>
        <pc:picChg chg="add mod topLvl">
          <ac:chgData name="Takamichi Asai" userId="3b5f7fad-e636-4c8e-833d-1467cd4f12a3" providerId="ADAL" clId="{2A663872-BA5B-4A08-84BE-EED75D43575C}" dt="2026-06-08T07:11:19.545" v="15384" actId="1076"/>
          <ac:picMkLst>
            <pc:docMk/>
            <pc:sldMk cId="3431893051" sldId="278"/>
            <ac:picMk id="14" creationId="{5FFFBE66-DECC-1216-3FA0-063A45C8FFA5}"/>
          </ac:picMkLst>
        </pc:picChg>
        <pc:picChg chg="add del mod topLvl">
          <ac:chgData name="Takamichi Asai" userId="3b5f7fad-e636-4c8e-833d-1467cd4f12a3" providerId="ADAL" clId="{2A663872-BA5B-4A08-84BE-EED75D43575C}" dt="2026-06-08T06:52:22.713" v="15269" actId="1076"/>
          <ac:picMkLst>
            <pc:docMk/>
            <pc:sldMk cId="3431893051" sldId="278"/>
            <ac:picMk id="20" creationId="{CBEF6EE1-66A7-1B5F-9DAA-6CCDAD2CD775}"/>
          </ac:picMkLst>
        </pc:picChg>
        <pc:picChg chg="add del mod">
          <ac:chgData name="Takamichi Asai" userId="3b5f7fad-e636-4c8e-833d-1467cd4f12a3" providerId="ADAL" clId="{2A663872-BA5B-4A08-84BE-EED75D43575C}" dt="2026-06-08T02:05:15.424" v="14276" actId="1076"/>
          <ac:picMkLst>
            <pc:docMk/>
            <pc:sldMk cId="3431893051" sldId="278"/>
            <ac:picMk id="26" creationId="{678819B5-02A3-BE78-0B19-DF37AF9D1367}"/>
          </ac:picMkLst>
        </pc:picChg>
        <pc:picChg chg="add mod">
          <ac:chgData name="Takamichi Asai" userId="3b5f7fad-e636-4c8e-833d-1467cd4f12a3" providerId="ADAL" clId="{2A663872-BA5B-4A08-84BE-EED75D43575C}" dt="2026-06-08T02:05:09.422" v="14273" actId="1076"/>
          <ac:picMkLst>
            <pc:docMk/>
            <pc:sldMk cId="3431893051" sldId="278"/>
            <ac:picMk id="28" creationId="{CBEF6EE1-66A7-1B5F-9DAA-6CCDAD2CD775}"/>
          </ac:picMkLst>
        </pc:picChg>
        <pc:picChg chg="add mod topLvl">
          <ac:chgData name="Takamichi Asai" userId="3b5f7fad-e636-4c8e-833d-1467cd4f12a3" providerId="ADAL" clId="{2A663872-BA5B-4A08-84BE-EED75D43575C}" dt="2026-06-08T07:14:03.788" v="15425" actId="1038"/>
          <ac:picMkLst>
            <pc:docMk/>
            <pc:sldMk cId="3431893051" sldId="278"/>
            <ac:picMk id="33" creationId="{0F30935E-2593-E7FA-EC33-DBC6830BA055}"/>
          </ac:picMkLst>
        </pc:picChg>
        <pc:picChg chg="add mod topLvl">
          <ac:chgData name="Takamichi Asai" userId="3b5f7fad-e636-4c8e-833d-1467cd4f12a3" providerId="ADAL" clId="{2A663872-BA5B-4A08-84BE-EED75D43575C}" dt="2026-06-08T07:14:03.788" v="15425" actId="1038"/>
          <ac:picMkLst>
            <pc:docMk/>
            <pc:sldMk cId="3431893051" sldId="278"/>
            <ac:picMk id="36" creationId="{96F2C03B-2F46-091F-B68E-44F2073C2B81}"/>
          </ac:picMkLst>
        </pc:picChg>
        <pc:picChg chg="add mod topLvl">
          <ac:chgData name="Takamichi Asai" userId="3b5f7fad-e636-4c8e-833d-1467cd4f12a3" providerId="ADAL" clId="{2A663872-BA5B-4A08-84BE-EED75D43575C}" dt="2026-06-08T07:14:03.788" v="15425" actId="1038"/>
          <ac:picMkLst>
            <pc:docMk/>
            <pc:sldMk cId="3431893051" sldId="278"/>
            <ac:picMk id="38" creationId="{C860EEF5-C98A-E801-52B5-8228847C1108}"/>
          </ac:picMkLst>
        </pc:picChg>
        <pc:picChg chg="add mod topLvl">
          <ac:chgData name="Takamichi Asai" userId="3b5f7fad-e636-4c8e-833d-1467cd4f12a3" providerId="ADAL" clId="{2A663872-BA5B-4A08-84BE-EED75D43575C}" dt="2026-06-08T07:14:03.788" v="15425" actId="1038"/>
          <ac:picMkLst>
            <pc:docMk/>
            <pc:sldMk cId="3431893051" sldId="278"/>
            <ac:picMk id="39" creationId="{1E14A8AE-6AD2-82AA-47BF-9B3E93A59C46}"/>
          </ac:picMkLst>
        </pc:picChg>
        <pc:picChg chg="add mod">
          <ac:chgData name="Takamichi Asai" userId="3b5f7fad-e636-4c8e-833d-1467cd4f12a3" providerId="ADAL" clId="{2A663872-BA5B-4A08-84BE-EED75D43575C}" dt="2026-06-08T07:11:19.545" v="15384" actId="1076"/>
          <ac:picMkLst>
            <pc:docMk/>
            <pc:sldMk cId="3431893051" sldId="278"/>
            <ac:picMk id="63" creationId="{904F92B6-535D-30F3-C96E-7750470680B3}"/>
          </ac:picMkLst>
        </pc:picChg>
        <pc:picChg chg="add del mod">
          <ac:chgData name="Takamichi Asai" userId="3b5f7fad-e636-4c8e-833d-1467cd4f12a3" providerId="ADAL" clId="{2A663872-BA5B-4A08-84BE-EED75D43575C}" dt="2026-06-08T05:23:55.424" v="14931" actId="21"/>
          <ac:picMkLst>
            <pc:docMk/>
            <pc:sldMk cId="3431893051" sldId="278"/>
            <ac:picMk id="65" creationId="{36FD5535-FDD8-B733-6174-C4B3BBB3CAD5}"/>
          </ac:picMkLst>
        </pc:picChg>
        <pc:picChg chg="add del mod">
          <ac:chgData name="Takamichi Asai" userId="3b5f7fad-e636-4c8e-833d-1467cd4f12a3" providerId="ADAL" clId="{2A663872-BA5B-4A08-84BE-EED75D43575C}" dt="2026-06-08T05:16:39.303" v="14874" actId="22"/>
          <ac:picMkLst>
            <pc:docMk/>
            <pc:sldMk cId="3431893051" sldId="278"/>
            <ac:picMk id="67" creationId="{DD802AE8-4F09-B6DA-29FC-4C3320C1EE78}"/>
          </ac:picMkLst>
        </pc:picChg>
        <pc:picChg chg="mod">
          <ac:chgData name="Takamichi Asai" userId="3b5f7fad-e636-4c8e-833d-1467cd4f12a3" providerId="ADAL" clId="{2A663872-BA5B-4A08-84BE-EED75D43575C}" dt="2026-06-08T05:23:08.436" v="14923"/>
          <ac:picMkLst>
            <pc:docMk/>
            <pc:sldMk cId="3431893051" sldId="278"/>
            <ac:picMk id="70" creationId="{69BA6F68-8E92-478B-6BFE-367971D751A9}"/>
          </ac:picMkLst>
        </pc:picChg>
        <pc:picChg chg="add mod">
          <ac:chgData name="Takamichi Asai" userId="3b5f7fad-e636-4c8e-833d-1467cd4f12a3" providerId="ADAL" clId="{2A663872-BA5B-4A08-84BE-EED75D43575C}" dt="2026-06-08T05:38:08.430" v="14973" actId="1076"/>
          <ac:picMkLst>
            <pc:docMk/>
            <pc:sldMk cId="3431893051" sldId="278"/>
            <ac:picMk id="79" creationId="{36FD5535-FDD8-B733-6174-C4B3BBB3CAD5}"/>
          </ac:picMkLst>
        </pc:picChg>
        <pc:cxnChg chg="add mod">
          <ac:chgData name="Takamichi Asai" userId="3b5f7fad-e636-4c8e-833d-1467cd4f12a3" providerId="ADAL" clId="{2A663872-BA5B-4A08-84BE-EED75D43575C}" dt="2026-06-08T05:21:07.328" v="14910" actId="14100"/>
          <ac:cxnSpMkLst>
            <pc:docMk/>
            <pc:sldMk cId="3431893051" sldId="278"/>
            <ac:cxnSpMk id="3" creationId="{DAD11C17-48D4-F720-CEC5-B97D61CE67EA}"/>
          </ac:cxnSpMkLst>
        </pc:cxnChg>
        <pc:cxnChg chg="add mod">
          <ac:chgData name="Takamichi Asai" userId="3b5f7fad-e636-4c8e-833d-1467cd4f12a3" providerId="ADAL" clId="{2A663872-BA5B-4A08-84BE-EED75D43575C}" dt="2026-06-08T06:54:31.974" v="15299" actId="1076"/>
          <ac:cxnSpMkLst>
            <pc:docMk/>
            <pc:sldMk cId="3431893051" sldId="278"/>
            <ac:cxnSpMk id="31" creationId="{1E898D17-4A65-A56C-1E97-2482545AC222}"/>
          </ac:cxnSpMkLst>
        </pc:cxnChg>
        <pc:cxnChg chg="add mod">
          <ac:chgData name="Takamichi Asai" userId="3b5f7fad-e636-4c8e-833d-1467cd4f12a3" providerId="ADAL" clId="{2A663872-BA5B-4A08-84BE-EED75D43575C}" dt="2026-06-08T07:11:19.545" v="15384" actId="1076"/>
          <ac:cxnSpMkLst>
            <pc:docMk/>
            <pc:sldMk cId="3431893051" sldId="278"/>
            <ac:cxnSpMk id="99" creationId="{D4189A31-A94E-BEE5-A6CB-3AB9D8897A46}"/>
          </ac:cxnSpMkLst>
        </pc:cxnChg>
        <pc:cxnChg chg="add mod">
          <ac:chgData name="Takamichi Asai" userId="3b5f7fad-e636-4c8e-833d-1467cd4f12a3" providerId="ADAL" clId="{2A663872-BA5B-4A08-84BE-EED75D43575C}" dt="2026-06-08T07:11:56.158" v="15401" actId="1036"/>
          <ac:cxnSpMkLst>
            <pc:docMk/>
            <pc:sldMk cId="3431893051" sldId="278"/>
            <ac:cxnSpMk id="100" creationId="{6710F753-51EE-9D0E-8C60-9FB2DBAF327D}"/>
          </ac:cxnSpMkLst>
        </pc:cxnChg>
        <pc:cxnChg chg="add mod">
          <ac:chgData name="Takamichi Asai" userId="3b5f7fad-e636-4c8e-833d-1467cd4f12a3" providerId="ADAL" clId="{2A663872-BA5B-4A08-84BE-EED75D43575C}" dt="2026-06-08T07:11:56.158" v="15401" actId="1036"/>
          <ac:cxnSpMkLst>
            <pc:docMk/>
            <pc:sldMk cId="3431893051" sldId="278"/>
            <ac:cxnSpMk id="103" creationId="{B545C3D5-A8DC-6216-2381-CB8335904700}"/>
          </ac:cxnSpMkLst>
        </pc:cxnChg>
        <pc:cxnChg chg="add del mod">
          <ac:chgData name="Takamichi Asai" userId="3b5f7fad-e636-4c8e-833d-1467cd4f12a3" providerId="ADAL" clId="{2A663872-BA5B-4A08-84BE-EED75D43575C}" dt="2026-06-08T06:05:21.938" v="15063" actId="478"/>
          <ac:cxnSpMkLst>
            <pc:docMk/>
            <pc:sldMk cId="3431893051" sldId="278"/>
            <ac:cxnSpMk id="106" creationId="{6DE7C936-C6FF-39BE-9679-14CC22F6F3D0}"/>
          </ac:cxnSpMkLst>
        </pc:cxnChg>
        <pc:cxnChg chg="add del mod">
          <ac:chgData name="Takamichi Asai" userId="3b5f7fad-e636-4c8e-833d-1467cd4f12a3" providerId="ADAL" clId="{2A663872-BA5B-4A08-84BE-EED75D43575C}" dt="2026-06-08T06:05:21.938" v="15063" actId="478"/>
          <ac:cxnSpMkLst>
            <pc:docMk/>
            <pc:sldMk cId="3431893051" sldId="278"/>
            <ac:cxnSpMk id="110" creationId="{B8AAE73A-E106-7B2A-1237-C1151567CE86}"/>
          </ac:cxnSpMkLst>
        </pc:cxnChg>
        <pc:cxnChg chg="add mod">
          <ac:chgData name="Takamichi Asai" userId="3b5f7fad-e636-4c8e-833d-1467cd4f12a3" providerId="ADAL" clId="{2A663872-BA5B-4A08-84BE-EED75D43575C}" dt="2026-06-08T06:22:06.735" v="15171" actId="1076"/>
          <ac:cxnSpMkLst>
            <pc:docMk/>
            <pc:sldMk cId="3431893051" sldId="278"/>
            <ac:cxnSpMk id="120" creationId="{BF62CF0B-89AD-1AC8-BC0C-EC556A11DD4D}"/>
          </ac:cxnSpMkLst>
        </pc:cxnChg>
        <pc:cxnChg chg="add mod">
          <ac:chgData name="Takamichi Asai" userId="3b5f7fad-e636-4c8e-833d-1467cd4f12a3" providerId="ADAL" clId="{2A663872-BA5B-4A08-84BE-EED75D43575C}" dt="2026-06-08T06:22:06.735" v="15171" actId="1076"/>
          <ac:cxnSpMkLst>
            <pc:docMk/>
            <pc:sldMk cId="3431893051" sldId="278"/>
            <ac:cxnSpMk id="124" creationId="{788D259A-8BF8-0F56-D4F5-EABDBED77526}"/>
          </ac:cxnSpMkLst>
        </pc:cxnChg>
        <pc:cxnChg chg="add mod">
          <ac:chgData name="Takamichi Asai" userId="3b5f7fad-e636-4c8e-833d-1467cd4f12a3" providerId="ADAL" clId="{2A663872-BA5B-4A08-84BE-EED75D43575C}" dt="2026-06-08T06:22:06.735" v="15171" actId="1076"/>
          <ac:cxnSpMkLst>
            <pc:docMk/>
            <pc:sldMk cId="3431893051" sldId="278"/>
            <ac:cxnSpMk id="127" creationId="{0071F805-1096-62B3-5CFF-A4B30582E7FD}"/>
          </ac:cxnSpMkLst>
        </pc:cxnChg>
        <pc:cxnChg chg="add del mod">
          <ac:chgData name="Takamichi Asai" userId="3b5f7fad-e636-4c8e-833d-1467cd4f12a3" providerId="ADAL" clId="{2A663872-BA5B-4A08-84BE-EED75D43575C}" dt="2026-06-08T06:53:54.687" v="15298" actId="478"/>
          <ac:cxnSpMkLst>
            <pc:docMk/>
            <pc:sldMk cId="3431893051" sldId="278"/>
            <ac:cxnSpMk id="131" creationId="{D5238041-AECA-DD04-BA06-54947927F3F1}"/>
          </ac:cxnSpMkLst>
        </pc:cxnChg>
        <pc:cxnChg chg="add mod">
          <ac:chgData name="Takamichi Asai" userId="3b5f7fad-e636-4c8e-833d-1467cd4f12a3" providerId="ADAL" clId="{2A663872-BA5B-4A08-84BE-EED75D43575C}" dt="2026-06-08T06:22:48.637" v="15176" actId="571"/>
          <ac:cxnSpMkLst>
            <pc:docMk/>
            <pc:sldMk cId="3431893051" sldId="278"/>
            <ac:cxnSpMk id="132" creationId="{A1624E78-9329-5751-4BE2-FDA2B5B462FA}"/>
          </ac:cxnSpMkLst>
        </pc:cxnChg>
        <pc:cxnChg chg="add mod">
          <ac:chgData name="Takamichi Asai" userId="3b5f7fad-e636-4c8e-833d-1467cd4f12a3" providerId="ADAL" clId="{2A663872-BA5B-4A08-84BE-EED75D43575C}" dt="2026-06-08T06:22:51.902" v="15177" actId="571"/>
          <ac:cxnSpMkLst>
            <pc:docMk/>
            <pc:sldMk cId="3431893051" sldId="278"/>
            <ac:cxnSpMk id="133" creationId="{9843FC7E-1C62-7BB2-5682-B6F9A4C575EA}"/>
          </ac:cxnSpMkLst>
        </pc:cxnChg>
        <pc:cxnChg chg="add mod">
          <ac:chgData name="Takamichi Asai" userId="3b5f7fad-e636-4c8e-833d-1467cd4f12a3" providerId="ADAL" clId="{2A663872-BA5B-4A08-84BE-EED75D43575C}" dt="2026-06-08T06:23:04.510" v="15178" actId="571"/>
          <ac:cxnSpMkLst>
            <pc:docMk/>
            <pc:sldMk cId="3431893051" sldId="278"/>
            <ac:cxnSpMk id="134" creationId="{00C49506-16E2-FD54-38FB-8D3CA03AA500}"/>
          </ac:cxnSpMkLst>
        </pc:cxnChg>
      </pc:sldChg>
      <pc:sldChg chg="addSp delSp modSp new del mod">
        <pc:chgData name="Takamichi Asai" userId="3b5f7fad-e636-4c8e-833d-1467cd4f12a3" providerId="ADAL" clId="{2A663872-BA5B-4A08-84BE-EED75D43575C}" dt="2026-06-08T02:11:25.633" v="14382" actId="47"/>
        <pc:sldMkLst>
          <pc:docMk/>
          <pc:sldMk cId="1195535004" sldId="279"/>
        </pc:sldMkLst>
        <pc:spChg chg="mod">
          <ac:chgData name="Takamichi Asai" userId="3b5f7fad-e636-4c8e-833d-1467cd4f12a3" providerId="ADAL" clId="{2A663872-BA5B-4A08-84BE-EED75D43575C}" dt="2026-06-08T01:56:46.941" v="14152" actId="165"/>
          <ac:spMkLst>
            <pc:docMk/>
            <pc:sldMk cId="1195535004" sldId="279"/>
            <ac:spMk id="10" creationId="{344C86B4-234E-61F3-3A3B-6F2BC4596731}"/>
          </ac:spMkLst>
        </pc:spChg>
        <pc:spChg chg="mod">
          <ac:chgData name="Takamichi Asai" userId="3b5f7fad-e636-4c8e-833d-1467cd4f12a3" providerId="ADAL" clId="{2A663872-BA5B-4A08-84BE-EED75D43575C}" dt="2026-06-08T01:56:46.941" v="14152" actId="165"/>
          <ac:spMkLst>
            <pc:docMk/>
            <pc:sldMk cId="1195535004" sldId="279"/>
            <ac:spMk id="11" creationId="{EC1DE06E-D500-ADB8-2103-2703E7D69EF2}"/>
          </ac:spMkLst>
        </pc:spChg>
        <pc:spChg chg="mod">
          <ac:chgData name="Takamichi Asai" userId="3b5f7fad-e636-4c8e-833d-1467cd4f12a3" providerId="ADAL" clId="{2A663872-BA5B-4A08-84BE-EED75D43575C}" dt="2026-06-08T01:56:46.941" v="14152" actId="165"/>
          <ac:spMkLst>
            <pc:docMk/>
            <pc:sldMk cId="1195535004" sldId="279"/>
            <ac:spMk id="12" creationId="{79FF7B15-C4D8-77A2-2C44-D1A73F8A1116}"/>
          </ac:spMkLst>
        </pc:spChg>
        <pc:spChg chg="mod">
          <ac:chgData name="Takamichi Asai" userId="3b5f7fad-e636-4c8e-833d-1467cd4f12a3" providerId="ADAL" clId="{2A663872-BA5B-4A08-84BE-EED75D43575C}" dt="2026-06-08T01:56:46.941" v="14152" actId="165"/>
          <ac:spMkLst>
            <pc:docMk/>
            <pc:sldMk cId="1195535004" sldId="279"/>
            <ac:spMk id="13" creationId="{10723D25-B429-15DA-BD72-3292C60D11D9}"/>
          </ac:spMkLst>
        </pc:spChg>
        <pc:picChg chg="mod topLvl">
          <ac:chgData name="Takamichi Asai" userId="3b5f7fad-e636-4c8e-833d-1467cd4f12a3" providerId="ADAL" clId="{2A663872-BA5B-4A08-84BE-EED75D43575C}" dt="2026-06-08T01:56:46.941" v="14152" actId="165"/>
          <ac:picMkLst>
            <pc:docMk/>
            <pc:sldMk cId="1195535004" sldId="279"/>
            <ac:picMk id="4" creationId="{E4DCB966-B596-91BE-4B18-DD4BAD1CE7BC}"/>
          </ac:picMkLst>
        </pc:picChg>
        <pc:picChg chg="mod topLvl">
          <ac:chgData name="Takamichi Asai" userId="3b5f7fad-e636-4c8e-833d-1467cd4f12a3" providerId="ADAL" clId="{2A663872-BA5B-4A08-84BE-EED75D43575C}" dt="2026-06-08T01:56:46.941" v="14152" actId="165"/>
          <ac:picMkLst>
            <pc:docMk/>
            <pc:sldMk cId="1195535004" sldId="279"/>
            <ac:picMk id="5" creationId="{2F0EA9CB-5AB8-C629-C498-397682728A2F}"/>
          </ac:picMkLst>
        </pc:picChg>
        <pc:picChg chg="mod topLvl">
          <ac:chgData name="Takamichi Asai" userId="3b5f7fad-e636-4c8e-833d-1467cd4f12a3" providerId="ADAL" clId="{2A663872-BA5B-4A08-84BE-EED75D43575C}" dt="2026-06-08T01:56:46.941" v="14152" actId="165"/>
          <ac:picMkLst>
            <pc:docMk/>
            <pc:sldMk cId="1195535004" sldId="279"/>
            <ac:picMk id="6" creationId="{C41695B8-C7C1-B85A-AB9C-94F244A407A0}"/>
          </ac:picMkLst>
        </pc:picChg>
        <pc:picChg chg="mod topLvl">
          <ac:chgData name="Takamichi Asai" userId="3b5f7fad-e636-4c8e-833d-1467cd4f12a3" providerId="ADAL" clId="{2A663872-BA5B-4A08-84BE-EED75D43575C}" dt="2026-06-08T01:56:46.941" v="14152" actId="165"/>
          <ac:picMkLst>
            <pc:docMk/>
            <pc:sldMk cId="1195535004" sldId="279"/>
            <ac:picMk id="7" creationId="{BFDB3D29-E11D-5A6B-8028-AEEF0D37110C}"/>
          </ac:picMkLst>
        </pc:picChg>
        <pc:picChg chg="mod topLvl">
          <ac:chgData name="Takamichi Asai" userId="3b5f7fad-e636-4c8e-833d-1467cd4f12a3" providerId="ADAL" clId="{2A663872-BA5B-4A08-84BE-EED75D43575C}" dt="2026-06-08T01:56:46.941" v="14152" actId="165"/>
          <ac:picMkLst>
            <pc:docMk/>
            <pc:sldMk cId="1195535004" sldId="279"/>
            <ac:picMk id="8" creationId="{47340F23-F96A-7AF8-3DE6-999D38286086}"/>
          </ac:picMkLst>
        </pc:picChg>
        <pc:picChg chg="mod">
          <ac:chgData name="Takamichi Asai" userId="3b5f7fad-e636-4c8e-833d-1467cd4f12a3" providerId="ADAL" clId="{2A663872-BA5B-4A08-84BE-EED75D43575C}" dt="2026-06-08T01:56:46.941" v="14152" actId="165"/>
          <ac:picMkLst>
            <pc:docMk/>
            <pc:sldMk cId="1195535004" sldId="279"/>
            <ac:picMk id="9" creationId="{47C796DD-35F4-7175-2F70-054D65BD85BA}"/>
          </ac:picMkLst>
        </pc:picChg>
        <pc:picChg chg="add mod modCrop">
          <ac:chgData name="Takamichi Asai" userId="3b5f7fad-e636-4c8e-833d-1467cd4f12a3" providerId="ADAL" clId="{2A663872-BA5B-4A08-84BE-EED75D43575C}" dt="2026-06-08T01:57:21.545" v="14157" actId="14100"/>
          <ac:picMkLst>
            <pc:docMk/>
            <pc:sldMk cId="1195535004" sldId="279"/>
            <ac:picMk id="15" creationId="{B0BF1B4C-3D06-5C76-8423-D83CEFCEEC97}"/>
          </ac:picMkLst>
        </pc:picChg>
      </pc:sldChg>
      <pc:sldChg chg="addSp delSp modSp new add del mod">
        <pc:chgData name="Takamichi Asai" userId="3b5f7fad-e636-4c8e-833d-1467cd4f12a3" providerId="ADAL" clId="{2A663872-BA5B-4A08-84BE-EED75D43575C}" dt="2026-06-08T05:38:43.257" v="14977" actId="47"/>
        <pc:sldMkLst>
          <pc:docMk/>
          <pc:sldMk cId="3129341889" sldId="279"/>
        </pc:sldMkLst>
        <pc:spChg chg="add mod">
          <ac:chgData name="Takamichi Asai" userId="3b5f7fad-e636-4c8e-833d-1467cd4f12a3" providerId="ADAL" clId="{2A663872-BA5B-4A08-84BE-EED75D43575C}" dt="2026-06-08T04:33:17.886" v="14589" actId="2085"/>
          <ac:spMkLst>
            <pc:docMk/>
            <pc:sldMk cId="3129341889" sldId="279"/>
            <ac:spMk id="8" creationId="{64810B50-939D-2038-5A23-B69DB3CF45EF}"/>
          </ac:spMkLst>
        </pc:spChg>
        <pc:spChg chg="add mod">
          <ac:chgData name="Takamichi Asai" userId="3b5f7fad-e636-4c8e-833d-1467cd4f12a3" providerId="ADAL" clId="{2A663872-BA5B-4A08-84BE-EED75D43575C}" dt="2026-06-08T04:34:01.748" v="14605" actId="14100"/>
          <ac:spMkLst>
            <pc:docMk/>
            <pc:sldMk cId="3129341889" sldId="279"/>
            <ac:spMk id="9" creationId="{8CD0C8AF-23C2-AE7B-E17B-BD53C1293C79}"/>
          </ac:spMkLst>
        </pc:spChg>
        <pc:spChg chg="add mod">
          <ac:chgData name="Takamichi Asai" userId="3b5f7fad-e636-4c8e-833d-1467cd4f12a3" providerId="ADAL" clId="{2A663872-BA5B-4A08-84BE-EED75D43575C}" dt="2026-06-08T04:33:57.701" v="14604" actId="14100"/>
          <ac:spMkLst>
            <pc:docMk/>
            <pc:sldMk cId="3129341889" sldId="279"/>
            <ac:spMk id="10" creationId="{7017AAC6-8505-0D81-4343-99A881BA536B}"/>
          </ac:spMkLst>
        </pc:spChg>
        <pc:spChg chg="add mod">
          <ac:chgData name="Takamichi Asai" userId="3b5f7fad-e636-4c8e-833d-1467cd4f12a3" providerId="ADAL" clId="{2A663872-BA5B-4A08-84BE-EED75D43575C}" dt="2026-06-08T04:38:54.504" v="14635" actId="14100"/>
          <ac:spMkLst>
            <pc:docMk/>
            <pc:sldMk cId="3129341889" sldId="279"/>
            <ac:spMk id="11" creationId="{2A0FA9C4-85D8-2CD7-B4B6-FF924A30F70C}"/>
          </ac:spMkLst>
        </pc:spChg>
        <pc:spChg chg="add del mod">
          <ac:chgData name="Takamichi Asai" userId="3b5f7fad-e636-4c8e-833d-1467cd4f12a3" providerId="ADAL" clId="{2A663872-BA5B-4A08-84BE-EED75D43575C}" dt="2026-06-08T04:45:00.308" v="14680" actId="478"/>
          <ac:spMkLst>
            <pc:docMk/>
            <pc:sldMk cId="3129341889" sldId="279"/>
            <ac:spMk id="12" creationId="{FCB345E7-050F-7819-8F80-6ACAA0FCDA57}"/>
          </ac:spMkLst>
        </pc:spChg>
        <pc:spChg chg="add mod">
          <ac:chgData name="Takamichi Asai" userId="3b5f7fad-e636-4c8e-833d-1467cd4f12a3" providerId="ADAL" clId="{2A663872-BA5B-4A08-84BE-EED75D43575C}" dt="2026-06-08T04:38:20.021" v="14630" actId="1037"/>
          <ac:spMkLst>
            <pc:docMk/>
            <pc:sldMk cId="3129341889" sldId="279"/>
            <ac:spMk id="16" creationId="{2B9237DC-09B4-EC7F-3140-602E585544E7}"/>
          </ac:spMkLst>
        </pc:spChg>
        <pc:spChg chg="add mod">
          <ac:chgData name="Takamichi Asai" userId="3b5f7fad-e636-4c8e-833d-1467cd4f12a3" providerId="ADAL" clId="{2A663872-BA5B-4A08-84BE-EED75D43575C}" dt="2026-06-08T04:38:39.503" v="14633" actId="1076"/>
          <ac:spMkLst>
            <pc:docMk/>
            <pc:sldMk cId="3129341889" sldId="279"/>
            <ac:spMk id="17" creationId="{B63B38ED-655B-6C79-7D7F-CE3C7BCD14EB}"/>
          </ac:spMkLst>
        </pc:spChg>
        <pc:spChg chg="mod">
          <ac:chgData name="Takamichi Asai" userId="3b5f7fad-e636-4c8e-833d-1467cd4f12a3" providerId="ADAL" clId="{2A663872-BA5B-4A08-84BE-EED75D43575C}" dt="2026-06-08T04:40:27.202" v="14650"/>
          <ac:spMkLst>
            <pc:docMk/>
            <pc:sldMk cId="3129341889" sldId="279"/>
            <ac:spMk id="21" creationId="{FAF66480-3749-B234-A51B-7191DB66322A}"/>
          </ac:spMkLst>
        </pc:spChg>
        <pc:spChg chg="mod">
          <ac:chgData name="Takamichi Asai" userId="3b5f7fad-e636-4c8e-833d-1467cd4f12a3" providerId="ADAL" clId="{2A663872-BA5B-4A08-84BE-EED75D43575C}" dt="2026-06-08T04:40:27.202" v="14650"/>
          <ac:spMkLst>
            <pc:docMk/>
            <pc:sldMk cId="3129341889" sldId="279"/>
            <ac:spMk id="24" creationId="{44246D7B-3368-B4D7-6295-8EA8F281768F}"/>
          </ac:spMkLst>
        </pc:spChg>
        <pc:spChg chg="mod">
          <ac:chgData name="Takamichi Asai" userId="3b5f7fad-e636-4c8e-833d-1467cd4f12a3" providerId="ADAL" clId="{2A663872-BA5B-4A08-84BE-EED75D43575C}" dt="2026-06-08T04:40:27.202" v="14650"/>
          <ac:spMkLst>
            <pc:docMk/>
            <pc:sldMk cId="3129341889" sldId="279"/>
            <ac:spMk id="26" creationId="{2C056EC1-976C-51EB-77ED-35562F62C3FA}"/>
          </ac:spMkLst>
        </pc:spChg>
        <pc:spChg chg="mod">
          <ac:chgData name="Takamichi Asai" userId="3b5f7fad-e636-4c8e-833d-1467cd4f12a3" providerId="ADAL" clId="{2A663872-BA5B-4A08-84BE-EED75D43575C}" dt="2026-06-08T04:40:27.202" v="14650"/>
          <ac:spMkLst>
            <pc:docMk/>
            <pc:sldMk cId="3129341889" sldId="279"/>
            <ac:spMk id="30" creationId="{7768C54E-76E8-1268-5ABE-E30E424D296A}"/>
          </ac:spMkLst>
        </pc:spChg>
        <pc:spChg chg="mod">
          <ac:chgData name="Takamichi Asai" userId="3b5f7fad-e636-4c8e-833d-1467cd4f12a3" providerId="ADAL" clId="{2A663872-BA5B-4A08-84BE-EED75D43575C}" dt="2026-06-08T04:44:13.857" v="14668"/>
          <ac:spMkLst>
            <pc:docMk/>
            <pc:sldMk cId="3129341889" sldId="279"/>
            <ac:spMk id="34" creationId="{FAF66480-3749-B234-A51B-7191DB66322A}"/>
          </ac:spMkLst>
        </pc:spChg>
        <pc:spChg chg="mod">
          <ac:chgData name="Takamichi Asai" userId="3b5f7fad-e636-4c8e-833d-1467cd4f12a3" providerId="ADAL" clId="{2A663872-BA5B-4A08-84BE-EED75D43575C}" dt="2026-06-08T04:44:13.857" v="14668"/>
          <ac:spMkLst>
            <pc:docMk/>
            <pc:sldMk cId="3129341889" sldId="279"/>
            <ac:spMk id="37" creationId="{44246D7B-3368-B4D7-6295-8EA8F281768F}"/>
          </ac:spMkLst>
        </pc:spChg>
        <pc:spChg chg="mod">
          <ac:chgData name="Takamichi Asai" userId="3b5f7fad-e636-4c8e-833d-1467cd4f12a3" providerId="ADAL" clId="{2A663872-BA5B-4A08-84BE-EED75D43575C}" dt="2026-06-08T04:44:13.857" v="14668"/>
          <ac:spMkLst>
            <pc:docMk/>
            <pc:sldMk cId="3129341889" sldId="279"/>
            <ac:spMk id="39" creationId="{2C056EC1-976C-51EB-77ED-35562F62C3FA}"/>
          </ac:spMkLst>
        </pc:spChg>
        <pc:spChg chg="mod">
          <ac:chgData name="Takamichi Asai" userId="3b5f7fad-e636-4c8e-833d-1467cd4f12a3" providerId="ADAL" clId="{2A663872-BA5B-4A08-84BE-EED75D43575C}" dt="2026-06-08T04:44:13.857" v="14668"/>
          <ac:spMkLst>
            <pc:docMk/>
            <pc:sldMk cId="3129341889" sldId="279"/>
            <ac:spMk id="43" creationId="{7768C54E-76E8-1268-5ABE-E30E424D296A}"/>
          </ac:spMkLst>
        </pc:spChg>
        <pc:grpChg chg="add del mod">
          <ac:chgData name="Takamichi Asai" userId="3b5f7fad-e636-4c8e-833d-1467cd4f12a3" providerId="ADAL" clId="{2A663872-BA5B-4A08-84BE-EED75D43575C}" dt="2026-06-08T04:44:58.866" v="14679" actId="478"/>
          <ac:grpSpMkLst>
            <pc:docMk/>
            <pc:sldMk cId="3129341889" sldId="279"/>
            <ac:grpSpMk id="19" creationId="{6EB1611F-C7F1-8FD9-BCEB-B43774FC0860}"/>
          </ac:grpSpMkLst>
        </pc:grpChg>
        <pc:grpChg chg="add del mod">
          <ac:chgData name="Takamichi Asai" userId="3b5f7fad-e636-4c8e-833d-1467cd4f12a3" providerId="ADAL" clId="{2A663872-BA5B-4A08-84BE-EED75D43575C}" dt="2026-06-08T04:44:58.866" v="14679" actId="478"/>
          <ac:grpSpMkLst>
            <pc:docMk/>
            <pc:sldMk cId="3129341889" sldId="279"/>
            <ac:grpSpMk id="22" creationId="{4ED2501F-957D-9D88-2A5E-9B194703B605}"/>
          </ac:grpSpMkLst>
        </pc:grpChg>
        <pc:grpChg chg="add del mod">
          <ac:chgData name="Takamichi Asai" userId="3b5f7fad-e636-4c8e-833d-1467cd4f12a3" providerId="ADAL" clId="{2A663872-BA5B-4A08-84BE-EED75D43575C}" dt="2026-06-08T04:44:58.866" v="14679" actId="478"/>
          <ac:grpSpMkLst>
            <pc:docMk/>
            <pc:sldMk cId="3129341889" sldId="279"/>
            <ac:grpSpMk id="25" creationId="{F0A7C259-1EA7-33C6-DE28-52F3065B7FF2}"/>
          </ac:grpSpMkLst>
        </pc:grpChg>
        <pc:grpChg chg="add del mod">
          <ac:chgData name="Takamichi Asai" userId="3b5f7fad-e636-4c8e-833d-1467cd4f12a3" providerId="ADAL" clId="{2A663872-BA5B-4A08-84BE-EED75D43575C}" dt="2026-06-08T04:44:58.866" v="14679" actId="478"/>
          <ac:grpSpMkLst>
            <pc:docMk/>
            <pc:sldMk cId="3129341889" sldId="279"/>
            <ac:grpSpMk id="28" creationId="{BF8C1C07-5126-E61D-B065-857F095DEDF4}"/>
          </ac:grpSpMkLst>
        </pc:grpChg>
        <pc:grpChg chg="add mod">
          <ac:chgData name="Takamichi Asai" userId="3b5f7fad-e636-4c8e-833d-1467cd4f12a3" providerId="ADAL" clId="{2A663872-BA5B-4A08-84BE-EED75D43575C}" dt="2026-06-08T04:44:13.857" v="14668"/>
          <ac:grpSpMkLst>
            <pc:docMk/>
            <pc:sldMk cId="3129341889" sldId="279"/>
            <ac:grpSpMk id="32" creationId="{6EB1611F-C7F1-8FD9-BCEB-B43774FC0860}"/>
          </ac:grpSpMkLst>
        </pc:grpChg>
        <pc:grpChg chg="add mod">
          <ac:chgData name="Takamichi Asai" userId="3b5f7fad-e636-4c8e-833d-1467cd4f12a3" providerId="ADAL" clId="{2A663872-BA5B-4A08-84BE-EED75D43575C}" dt="2026-06-08T04:44:13.857" v="14668"/>
          <ac:grpSpMkLst>
            <pc:docMk/>
            <pc:sldMk cId="3129341889" sldId="279"/>
            <ac:grpSpMk id="35" creationId="{4ED2501F-957D-9D88-2A5E-9B194703B605}"/>
          </ac:grpSpMkLst>
        </pc:grpChg>
        <pc:picChg chg="add mod">
          <ac:chgData name="Takamichi Asai" userId="3b5f7fad-e636-4c8e-833d-1467cd4f12a3" providerId="ADAL" clId="{2A663872-BA5B-4A08-84BE-EED75D43575C}" dt="2026-06-08T04:03:33.441" v="14390"/>
          <ac:picMkLst>
            <pc:docMk/>
            <pc:sldMk cId="3129341889" sldId="279"/>
            <ac:picMk id="3" creationId="{0C30FDB1-5690-46D8-A3CB-130134247F3D}"/>
          </ac:picMkLst>
        </pc:picChg>
        <pc:picChg chg="add mod">
          <ac:chgData name="Takamichi Asai" userId="3b5f7fad-e636-4c8e-833d-1467cd4f12a3" providerId="ADAL" clId="{2A663872-BA5B-4A08-84BE-EED75D43575C}" dt="2026-06-08T04:03:33.441" v="14390"/>
          <ac:picMkLst>
            <pc:docMk/>
            <pc:sldMk cId="3129341889" sldId="279"/>
            <ac:picMk id="5" creationId="{EA833D5D-4165-5AD8-24F0-9817AF9B6232}"/>
          </ac:picMkLst>
        </pc:picChg>
        <pc:picChg chg="add del mod">
          <ac:chgData name="Takamichi Asai" userId="3b5f7fad-e636-4c8e-833d-1467cd4f12a3" providerId="ADAL" clId="{2A663872-BA5B-4A08-84BE-EED75D43575C}" dt="2026-06-08T04:03:52.717" v="14391" actId="21"/>
          <ac:picMkLst>
            <pc:docMk/>
            <pc:sldMk cId="3129341889" sldId="279"/>
            <ac:picMk id="7" creationId="{3632EF34-BC29-78FB-6394-78C643631074}"/>
          </ac:picMkLst>
        </pc:picChg>
        <pc:picChg chg="add mod">
          <ac:chgData name="Takamichi Asai" userId="3b5f7fad-e636-4c8e-833d-1467cd4f12a3" providerId="ADAL" clId="{2A663872-BA5B-4A08-84BE-EED75D43575C}" dt="2026-06-08T04:37:42.776" v="14622" actId="1076"/>
          <ac:picMkLst>
            <pc:docMk/>
            <pc:sldMk cId="3129341889" sldId="279"/>
            <ac:picMk id="13" creationId="{905D97AD-9B1B-3521-0CCC-5DE0E61E0CED}"/>
          </ac:picMkLst>
        </pc:picChg>
        <pc:picChg chg="add mod">
          <ac:chgData name="Takamichi Asai" userId="3b5f7fad-e636-4c8e-833d-1467cd4f12a3" providerId="ADAL" clId="{2A663872-BA5B-4A08-84BE-EED75D43575C}" dt="2026-06-08T04:37:36.698" v="14621" actId="1076"/>
          <ac:picMkLst>
            <pc:docMk/>
            <pc:sldMk cId="3129341889" sldId="279"/>
            <ac:picMk id="14" creationId="{51AE3CDB-5F39-F8FC-0E0E-6A38A49CA776}"/>
          </ac:picMkLst>
        </pc:picChg>
        <pc:picChg chg="add mod">
          <ac:chgData name="Takamichi Asai" userId="3b5f7fad-e636-4c8e-833d-1467cd4f12a3" providerId="ADAL" clId="{2A663872-BA5B-4A08-84BE-EED75D43575C}" dt="2026-06-08T04:37:26.711" v="14618" actId="1076"/>
          <ac:picMkLst>
            <pc:docMk/>
            <pc:sldMk cId="3129341889" sldId="279"/>
            <ac:picMk id="15" creationId="{1174C903-889D-C1EC-D4DE-D16317F5C911}"/>
          </ac:picMkLst>
        </pc:picChg>
        <pc:picChg chg="add mod">
          <ac:chgData name="Takamichi Asai" userId="3b5f7fad-e636-4c8e-833d-1467cd4f12a3" providerId="ADAL" clId="{2A663872-BA5B-4A08-84BE-EED75D43575C}" dt="2026-06-08T04:39:56.256" v="14649" actId="1036"/>
          <ac:picMkLst>
            <pc:docMk/>
            <pc:sldMk cId="3129341889" sldId="279"/>
            <ac:picMk id="18" creationId="{C3AC43E3-4F16-9B37-3457-1AE2CF374153}"/>
          </ac:picMkLst>
        </pc:picChg>
        <pc:picChg chg="mod">
          <ac:chgData name="Takamichi Asai" userId="3b5f7fad-e636-4c8e-833d-1467cd4f12a3" providerId="ADAL" clId="{2A663872-BA5B-4A08-84BE-EED75D43575C}" dt="2026-06-08T04:40:27.202" v="14650"/>
          <ac:picMkLst>
            <pc:docMk/>
            <pc:sldMk cId="3129341889" sldId="279"/>
            <ac:picMk id="20" creationId="{356C2510-F2A1-0800-C6E4-FB8CC8820D67}"/>
          </ac:picMkLst>
        </pc:picChg>
        <pc:picChg chg="mod">
          <ac:chgData name="Takamichi Asai" userId="3b5f7fad-e636-4c8e-833d-1467cd4f12a3" providerId="ADAL" clId="{2A663872-BA5B-4A08-84BE-EED75D43575C}" dt="2026-06-08T04:40:27.202" v="14650"/>
          <ac:picMkLst>
            <pc:docMk/>
            <pc:sldMk cId="3129341889" sldId="279"/>
            <ac:picMk id="23" creationId="{A248CC9E-2DEB-BEDE-A70F-03CFEF1313FE}"/>
          </ac:picMkLst>
        </pc:picChg>
        <pc:picChg chg="mod">
          <ac:chgData name="Takamichi Asai" userId="3b5f7fad-e636-4c8e-833d-1467cd4f12a3" providerId="ADAL" clId="{2A663872-BA5B-4A08-84BE-EED75D43575C}" dt="2026-06-08T04:40:27.202" v="14650"/>
          <ac:picMkLst>
            <pc:docMk/>
            <pc:sldMk cId="3129341889" sldId="279"/>
            <ac:picMk id="27" creationId="{03E45321-5B3E-152F-CC33-7496E507B892}"/>
          </ac:picMkLst>
        </pc:picChg>
        <pc:picChg chg="mod">
          <ac:chgData name="Takamichi Asai" userId="3b5f7fad-e636-4c8e-833d-1467cd4f12a3" providerId="ADAL" clId="{2A663872-BA5B-4A08-84BE-EED75D43575C}" dt="2026-06-08T04:40:27.202" v="14650"/>
          <ac:picMkLst>
            <pc:docMk/>
            <pc:sldMk cId="3129341889" sldId="279"/>
            <ac:picMk id="29" creationId="{5B9182F8-2B1B-EC39-A07B-0596521C056D}"/>
          </ac:picMkLst>
        </pc:picChg>
        <pc:picChg chg="add mod">
          <ac:chgData name="Takamichi Asai" userId="3b5f7fad-e636-4c8e-833d-1467cd4f12a3" providerId="ADAL" clId="{2A663872-BA5B-4A08-84BE-EED75D43575C}" dt="2026-06-08T04:40:41.839" v="14652"/>
          <ac:picMkLst>
            <pc:docMk/>
            <pc:sldMk cId="3129341889" sldId="279"/>
            <ac:picMk id="31" creationId="{8E8B7434-D9CB-638A-9E75-DC26D1EB1B87}"/>
          </ac:picMkLst>
        </pc:picChg>
        <pc:picChg chg="mod">
          <ac:chgData name="Takamichi Asai" userId="3b5f7fad-e636-4c8e-833d-1467cd4f12a3" providerId="ADAL" clId="{2A663872-BA5B-4A08-84BE-EED75D43575C}" dt="2026-06-08T04:44:13.857" v="14668"/>
          <ac:picMkLst>
            <pc:docMk/>
            <pc:sldMk cId="3129341889" sldId="279"/>
            <ac:picMk id="33" creationId="{356C2510-F2A1-0800-C6E4-FB8CC8820D67}"/>
          </ac:picMkLst>
        </pc:picChg>
        <pc:picChg chg="mod">
          <ac:chgData name="Takamichi Asai" userId="3b5f7fad-e636-4c8e-833d-1467cd4f12a3" providerId="ADAL" clId="{2A663872-BA5B-4A08-84BE-EED75D43575C}" dt="2026-06-08T04:44:13.857" v="14668"/>
          <ac:picMkLst>
            <pc:docMk/>
            <pc:sldMk cId="3129341889" sldId="279"/>
            <ac:picMk id="36" creationId="{A248CC9E-2DEB-BEDE-A70F-03CFEF1313FE}"/>
          </ac:picMkLst>
        </pc:picChg>
        <pc:picChg chg="mod">
          <ac:chgData name="Takamichi Asai" userId="3b5f7fad-e636-4c8e-833d-1467cd4f12a3" providerId="ADAL" clId="{2A663872-BA5B-4A08-84BE-EED75D43575C}" dt="2026-06-08T04:44:13.857" v="14668"/>
          <ac:picMkLst>
            <pc:docMk/>
            <pc:sldMk cId="3129341889" sldId="279"/>
            <ac:picMk id="40" creationId="{03E45321-5B3E-152F-CC33-7496E507B892}"/>
          </ac:picMkLst>
        </pc:picChg>
        <pc:picChg chg="mod">
          <ac:chgData name="Takamichi Asai" userId="3b5f7fad-e636-4c8e-833d-1467cd4f12a3" providerId="ADAL" clId="{2A663872-BA5B-4A08-84BE-EED75D43575C}" dt="2026-06-08T04:44:13.857" v="14668"/>
          <ac:picMkLst>
            <pc:docMk/>
            <pc:sldMk cId="3129341889" sldId="279"/>
            <ac:picMk id="42" creationId="{5B9182F8-2B1B-EC39-A07B-0596521C056D}"/>
          </ac:picMkLst>
        </pc:picChg>
      </pc:sldChg>
      <pc:sldChg chg="addSp delSp modSp new del mod">
        <pc:chgData name="Takamichi Asai" userId="3b5f7fad-e636-4c8e-833d-1467cd4f12a3" providerId="ADAL" clId="{2A663872-BA5B-4A08-84BE-EED75D43575C}" dt="2026-06-08T05:38:43.257" v="14977" actId="47"/>
        <pc:sldMkLst>
          <pc:docMk/>
          <pc:sldMk cId="1496849898" sldId="280"/>
        </pc:sldMkLst>
        <pc:spChg chg="mod">
          <ac:chgData name="Takamichi Asai" userId="3b5f7fad-e636-4c8e-833d-1467cd4f12a3" providerId="ADAL" clId="{2A663872-BA5B-4A08-84BE-EED75D43575C}" dt="2026-06-08T04:04:59.051" v="14403"/>
          <ac:spMkLst>
            <pc:docMk/>
            <pc:sldMk cId="1496849898" sldId="280"/>
            <ac:spMk id="5" creationId="{FA25E0B5-BAE7-C302-DC00-D9FD20BC3595}"/>
          </ac:spMkLst>
        </pc:spChg>
        <pc:spChg chg="mod">
          <ac:chgData name="Takamichi Asai" userId="3b5f7fad-e636-4c8e-833d-1467cd4f12a3" providerId="ADAL" clId="{2A663872-BA5B-4A08-84BE-EED75D43575C}" dt="2026-06-08T04:04:59.051" v="14403"/>
          <ac:spMkLst>
            <pc:docMk/>
            <pc:sldMk cId="1496849898" sldId="280"/>
            <ac:spMk id="6" creationId="{1F985365-70EF-085F-79A7-D1BF46607D1C}"/>
          </ac:spMkLst>
        </pc:spChg>
        <pc:spChg chg="add del mod topLvl">
          <ac:chgData name="Takamichi Asai" userId="3b5f7fad-e636-4c8e-833d-1467cd4f12a3" providerId="ADAL" clId="{2A663872-BA5B-4A08-84BE-EED75D43575C}" dt="2026-06-08T04:07:57.616" v="14424" actId="478"/>
          <ac:spMkLst>
            <pc:docMk/>
            <pc:sldMk cId="1496849898" sldId="280"/>
            <ac:spMk id="8" creationId="{13549B9B-C87C-F620-63A0-835971C69DFC}"/>
          </ac:spMkLst>
        </pc:spChg>
        <pc:spChg chg="add del mod">
          <ac:chgData name="Takamichi Asai" userId="3b5f7fad-e636-4c8e-833d-1467cd4f12a3" providerId="ADAL" clId="{2A663872-BA5B-4A08-84BE-EED75D43575C}" dt="2026-06-08T04:07:57.616" v="14424" actId="478"/>
          <ac:spMkLst>
            <pc:docMk/>
            <pc:sldMk cId="1496849898" sldId="280"/>
            <ac:spMk id="9" creationId="{AC81BE49-ADF6-A09B-A562-06BAFB52613E}"/>
          </ac:spMkLst>
        </pc:spChg>
        <pc:spChg chg="del mod topLvl">
          <ac:chgData name="Takamichi Asai" userId="3b5f7fad-e636-4c8e-833d-1467cd4f12a3" providerId="ADAL" clId="{2A663872-BA5B-4A08-84BE-EED75D43575C}" dt="2026-06-08T04:06:24.855" v="14413" actId="478"/>
          <ac:spMkLst>
            <pc:docMk/>
            <pc:sldMk cId="1496849898" sldId="280"/>
            <ac:spMk id="14" creationId="{F3BB1A3D-A9C7-259F-D6FA-D72A1E578A8E}"/>
          </ac:spMkLst>
        </pc:spChg>
        <pc:spChg chg="del mod topLvl">
          <ac:chgData name="Takamichi Asai" userId="3b5f7fad-e636-4c8e-833d-1467cd4f12a3" providerId="ADAL" clId="{2A663872-BA5B-4A08-84BE-EED75D43575C}" dt="2026-06-08T04:06:24.855" v="14413" actId="478"/>
          <ac:spMkLst>
            <pc:docMk/>
            <pc:sldMk cId="1496849898" sldId="280"/>
            <ac:spMk id="15" creationId="{4069DD98-35FA-239D-9265-9184F0DB70B9}"/>
          </ac:spMkLst>
        </pc:spChg>
        <pc:spChg chg="add del mod">
          <ac:chgData name="Takamichi Asai" userId="3b5f7fad-e636-4c8e-833d-1467cd4f12a3" providerId="ADAL" clId="{2A663872-BA5B-4A08-84BE-EED75D43575C}" dt="2026-06-08T04:18:01.721" v="14491" actId="164"/>
          <ac:spMkLst>
            <pc:docMk/>
            <pc:sldMk cId="1496849898" sldId="280"/>
            <ac:spMk id="18" creationId="{EA83BF14-5FA7-3AEE-8433-B35D22EE6667}"/>
          </ac:spMkLst>
        </pc:spChg>
        <pc:spChg chg="add mod">
          <ac:chgData name="Takamichi Asai" userId="3b5f7fad-e636-4c8e-833d-1467cd4f12a3" providerId="ADAL" clId="{2A663872-BA5B-4A08-84BE-EED75D43575C}" dt="2026-06-08T04:15:27.991" v="14468" actId="14100"/>
          <ac:spMkLst>
            <pc:docMk/>
            <pc:sldMk cId="1496849898" sldId="280"/>
            <ac:spMk id="24" creationId="{7F6CE503-C547-C43C-D42A-987B75FC1FDC}"/>
          </ac:spMkLst>
        </pc:spChg>
        <pc:spChg chg="add mod">
          <ac:chgData name="Takamichi Asai" userId="3b5f7fad-e636-4c8e-833d-1467cd4f12a3" providerId="ADAL" clId="{2A663872-BA5B-4A08-84BE-EED75D43575C}" dt="2026-06-08T04:15:29.038" v="14471" actId="1076"/>
          <ac:spMkLst>
            <pc:docMk/>
            <pc:sldMk cId="1496849898" sldId="280"/>
            <ac:spMk id="25" creationId="{E1550F2A-9D6F-88FD-DE54-C10E3BC8484A}"/>
          </ac:spMkLst>
        </pc:spChg>
        <pc:spChg chg="add mod topLvl">
          <ac:chgData name="Takamichi Asai" userId="3b5f7fad-e636-4c8e-833d-1467cd4f12a3" providerId="ADAL" clId="{2A663872-BA5B-4A08-84BE-EED75D43575C}" dt="2026-06-08T04:21:15.385" v="14508" actId="1076"/>
          <ac:spMkLst>
            <pc:docMk/>
            <pc:sldMk cId="1496849898" sldId="280"/>
            <ac:spMk id="26" creationId="{F23DFF8A-EB3A-16E8-DAC2-7D0839203E64}"/>
          </ac:spMkLst>
        </pc:spChg>
        <pc:spChg chg="add mod">
          <ac:chgData name="Takamichi Asai" userId="3b5f7fad-e636-4c8e-833d-1467cd4f12a3" providerId="ADAL" clId="{2A663872-BA5B-4A08-84BE-EED75D43575C}" dt="2026-06-08T04:19:31.895" v="14501" actId="14100"/>
          <ac:spMkLst>
            <pc:docMk/>
            <pc:sldMk cId="1496849898" sldId="280"/>
            <ac:spMk id="30" creationId="{FAD939B4-2D94-CDA5-A228-861D8DA0C19C}"/>
          </ac:spMkLst>
        </pc:spChg>
        <pc:grpChg chg="add mod">
          <ac:chgData name="Takamichi Asai" userId="3b5f7fad-e636-4c8e-833d-1467cd4f12a3" providerId="ADAL" clId="{2A663872-BA5B-4A08-84BE-EED75D43575C}" dt="2026-06-08T04:04:59.051" v="14403"/>
          <ac:grpSpMkLst>
            <pc:docMk/>
            <pc:sldMk cId="1496849898" sldId="280"/>
            <ac:grpSpMk id="2" creationId="{E1B7E911-769E-1265-FA66-F838B045CA45}"/>
          </ac:grpSpMkLst>
        </pc:grpChg>
        <pc:grpChg chg="add del mod">
          <ac:chgData name="Takamichi Asai" userId="3b5f7fad-e636-4c8e-833d-1467cd4f12a3" providerId="ADAL" clId="{2A663872-BA5B-4A08-84BE-EED75D43575C}" dt="2026-06-08T04:07:57.616" v="14424" actId="478"/>
          <ac:grpSpMkLst>
            <pc:docMk/>
            <pc:sldMk cId="1496849898" sldId="280"/>
            <ac:grpSpMk id="10" creationId="{D9E754D7-BF2E-7E04-1ED3-FF1F2DE8C12A}"/>
          </ac:grpSpMkLst>
        </pc:grpChg>
        <pc:grpChg chg="add del mod">
          <ac:chgData name="Takamichi Asai" userId="3b5f7fad-e636-4c8e-833d-1467cd4f12a3" providerId="ADAL" clId="{2A663872-BA5B-4A08-84BE-EED75D43575C}" dt="2026-06-08T04:06:21.266" v="14412" actId="165"/>
          <ac:grpSpMkLst>
            <pc:docMk/>
            <pc:sldMk cId="1496849898" sldId="280"/>
            <ac:grpSpMk id="11" creationId="{B89F8148-AD66-8844-1F80-2D101519BE1C}"/>
          </ac:grpSpMkLst>
        </pc:grpChg>
        <pc:grpChg chg="add mod">
          <ac:chgData name="Takamichi Asai" userId="3b5f7fad-e636-4c8e-833d-1467cd4f12a3" providerId="ADAL" clId="{2A663872-BA5B-4A08-84BE-EED75D43575C}" dt="2026-06-08T04:13:18.340" v="14448" actId="164"/>
          <ac:grpSpMkLst>
            <pc:docMk/>
            <pc:sldMk cId="1496849898" sldId="280"/>
            <ac:grpSpMk id="19" creationId="{C2B1BC75-5A44-E04F-3C48-BDD9D5EB401A}"/>
          </ac:grpSpMkLst>
        </pc:grpChg>
        <pc:grpChg chg="add del mod">
          <ac:chgData name="Takamichi Asai" userId="3b5f7fad-e636-4c8e-833d-1467cd4f12a3" providerId="ADAL" clId="{2A663872-BA5B-4A08-84BE-EED75D43575C}" dt="2026-06-08T04:16:59.761" v="14483" actId="21"/>
          <ac:grpSpMkLst>
            <pc:docMk/>
            <pc:sldMk cId="1496849898" sldId="280"/>
            <ac:grpSpMk id="23" creationId="{3BC3015D-CAD6-5DE4-3E58-929570531CAC}"/>
          </ac:grpSpMkLst>
        </pc:grpChg>
        <pc:grpChg chg="add del mod">
          <ac:chgData name="Takamichi Asai" userId="3b5f7fad-e636-4c8e-833d-1467cd4f12a3" providerId="ADAL" clId="{2A663872-BA5B-4A08-84BE-EED75D43575C}" dt="2026-06-08T04:16:09.274" v="14476" actId="165"/>
          <ac:grpSpMkLst>
            <pc:docMk/>
            <pc:sldMk cId="1496849898" sldId="280"/>
            <ac:grpSpMk id="27" creationId="{A3BAD3B7-DCD4-B552-23A3-B690EA2201F6}"/>
          </ac:grpSpMkLst>
        </pc:grpChg>
        <pc:grpChg chg="add mod ord">
          <ac:chgData name="Takamichi Asai" userId="3b5f7fad-e636-4c8e-833d-1467cd4f12a3" providerId="ADAL" clId="{2A663872-BA5B-4A08-84BE-EED75D43575C}" dt="2026-06-08T04:18:05.408" v="14492" actId="167"/>
          <ac:grpSpMkLst>
            <pc:docMk/>
            <pc:sldMk cId="1496849898" sldId="280"/>
            <ac:grpSpMk id="29" creationId="{DDD46CF3-A4EC-3F77-C946-00FF39205810}"/>
          </ac:grpSpMkLst>
        </pc:grpChg>
        <pc:picChg chg="mod">
          <ac:chgData name="Takamichi Asai" userId="3b5f7fad-e636-4c8e-833d-1467cd4f12a3" providerId="ADAL" clId="{2A663872-BA5B-4A08-84BE-EED75D43575C}" dt="2026-06-08T04:04:59.051" v="14403"/>
          <ac:picMkLst>
            <pc:docMk/>
            <pc:sldMk cId="1496849898" sldId="280"/>
            <ac:picMk id="3" creationId="{97CAFE57-00EA-9B4F-A01B-B835052DE80B}"/>
          </ac:picMkLst>
        </pc:picChg>
        <pc:picChg chg="mod">
          <ac:chgData name="Takamichi Asai" userId="3b5f7fad-e636-4c8e-833d-1467cd4f12a3" providerId="ADAL" clId="{2A663872-BA5B-4A08-84BE-EED75D43575C}" dt="2026-06-08T04:04:59.051" v="14403"/>
          <ac:picMkLst>
            <pc:docMk/>
            <pc:sldMk cId="1496849898" sldId="280"/>
            <ac:picMk id="4" creationId="{E29EDDE9-C855-A08B-673A-AF0B0750D98E}"/>
          </ac:picMkLst>
        </pc:picChg>
        <pc:picChg chg="add del mod ord topLvl">
          <ac:chgData name="Takamichi Asai" userId="3b5f7fad-e636-4c8e-833d-1467cd4f12a3" providerId="ADAL" clId="{2A663872-BA5B-4A08-84BE-EED75D43575C}" dt="2026-06-08T04:18:01.721" v="14491" actId="164"/>
          <ac:picMkLst>
            <pc:docMk/>
            <pc:sldMk cId="1496849898" sldId="280"/>
            <ac:picMk id="7" creationId="{3632EF34-BC29-78FB-6394-78C643631074}"/>
          </ac:picMkLst>
        </pc:picChg>
        <pc:picChg chg="del mod topLvl">
          <ac:chgData name="Takamichi Asai" userId="3b5f7fad-e636-4c8e-833d-1467cd4f12a3" providerId="ADAL" clId="{2A663872-BA5B-4A08-84BE-EED75D43575C}" dt="2026-06-08T04:07:53.516" v="14423" actId="21"/>
          <ac:picMkLst>
            <pc:docMk/>
            <pc:sldMk cId="1496849898" sldId="280"/>
            <ac:picMk id="12" creationId="{E3812FFE-77B1-C9FC-CB53-2FBF4FA4F47E}"/>
          </ac:picMkLst>
        </pc:picChg>
        <pc:picChg chg="del mod topLvl modCrop">
          <ac:chgData name="Takamichi Asai" userId="3b5f7fad-e636-4c8e-833d-1467cd4f12a3" providerId="ADAL" clId="{2A663872-BA5B-4A08-84BE-EED75D43575C}" dt="2026-06-08T04:07:53.516" v="14423" actId="21"/>
          <ac:picMkLst>
            <pc:docMk/>
            <pc:sldMk cId="1496849898" sldId="280"/>
            <ac:picMk id="13" creationId="{D9C1B138-D345-0476-CC57-D287E26F9796}"/>
          </ac:picMkLst>
        </pc:picChg>
        <pc:picChg chg="add mod">
          <ac:chgData name="Takamichi Asai" userId="3b5f7fad-e636-4c8e-833d-1467cd4f12a3" providerId="ADAL" clId="{2A663872-BA5B-4A08-84BE-EED75D43575C}" dt="2026-06-08T04:18:36.070" v="14494" actId="14100"/>
          <ac:picMkLst>
            <pc:docMk/>
            <pc:sldMk cId="1496849898" sldId="280"/>
            <ac:picMk id="16" creationId="{E3812FFE-77B1-C9FC-CB53-2FBF4FA4F47E}"/>
          </ac:picMkLst>
        </pc:picChg>
        <pc:picChg chg="add mod">
          <ac:chgData name="Takamichi Asai" userId="3b5f7fad-e636-4c8e-833d-1467cd4f12a3" providerId="ADAL" clId="{2A663872-BA5B-4A08-84BE-EED75D43575C}" dt="2026-06-08T04:18:44.174" v="14496" actId="14100"/>
          <ac:picMkLst>
            <pc:docMk/>
            <pc:sldMk cId="1496849898" sldId="280"/>
            <ac:picMk id="17" creationId="{D9C1B138-D345-0476-CC57-D287E26F9796}"/>
          </ac:picMkLst>
        </pc:picChg>
        <pc:picChg chg="add mod">
          <ac:chgData name="Takamichi Asai" userId="3b5f7fad-e636-4c8e-833d-1467cd4f12a3" providerId="ADAL" clId="{2A663872-BA5B-4A08-84BE-EED75D43575C}" dt="2026-06-08T04:13:48.308" v="14452" actId="1582"/>
          <ac:picMkLst>
            <pc:docMk/>
            <pc:sldMk cId="1496849898" sldId="280"/>
            <ac:picMk id="20" creationId="{DA34DE24-E7EF-18B5-B262-5F63D5DF78C6}"/>
          </ac:picMkLst>
        </pc:picChg>
        <pc:picChg chg="add mod">
          <ac:chgData name="Takamichi Asai" userId="3b5f7fad-e636-4c8e-833d-1467cd4f12a3" providerId="ADAL" clId="{2A663872-BA5B-4A08-84BE-EED75D43575C}" dt="2026-06-08T04:13:48.308" v="14452" actId="1582"/>
          <ac:picMkLst>
            <pc:docMk/>
            <pc:sldMk cId="1496849898" sldId="280"/>
            <ac:picMk id="21" creationId="{BC7B185F-4AB1-A15E-2138-966C4F2C734E}"/>
          </ac:picMkLst>
        </pc:picChg>
        <pc:picChg chg="add mod">
          <ac:chgData name="Takamichi Asai" userId="3b5f7fad-e636-4c8e-833d-1467cd4f12a3" providerId="ADAL" clId="{2A663872-BA5B-4A08-84BE-EED75D43575C}" dt="2026-06-08T04:13:48.308" v="14452" actId="1582"/>
          <ac:picMkLst>
            <pc:docMk/>
            <pc:sldMk cId="1496849898" sldId="280"/>
            <ac:picMk id="22" creationId="{BBC5D19F-6A86-EBE2-AD5B-5A1429ABDCFD}"/>
          </ac:picMkLst>
        </pc:picChg>
        <pc:picChg chg="add mod">
          <ac:chgData name="Takamichi Asai" userId="3b5f7fad-e636-4c8e-833d-1467cd4f12a3" providerId="ADAL" clId="{2A663872-BA5B-4A08-84BE-EED75D43575C}" dt="2026-06-08T04:21:18.422" v="14509" actId="1076"/>
          <ac:picMkLst>
            <pc:docMk/>
            <pc:sldMk cId="1496849898" sldId="280"/>
            <ac:picMk id="28" creationId="{C970DACF-F4FF-5BC7-3F99-C52DFE8AB307}"/>
          </ac:picMkLst>
        </pc:picChg>
        <pc:picChg chg="add del">
          <ac:chgData name="Takamichi Asai" userId="3b5f7fad-e636-4c8e-833d-1467cd4f12a3" providerId="ADAL" clId="{2A663872-BA5B-4A08-84BE-EED75D43575C}" dt="2026-06-08T04:20:26.011" v="14503" actId="22"/>
          <ac:picMkLst>
            <pc:docMk/>
            <pc:sldMk cId="1496849898" sldId="280"/>
            <ac:picMk id="32" creationId="{BB857D55-BAD6-B5ED-FFB9-1AD0BABC00D2}"/>
          </ac:picMkLst>
        </pc:picChg>
        <pc:picChg chg="add mod">
          <ac:chgData name="Takamichi Asai" userId="3b5f7fad-e636-4c8e-833d-1467cd4f12a3" providerId="ADAL" clId="{2A663872-BA5B-4A08-84BE-EED75D43575C}" dt="2026-06-08T04:20:53.543" v="14506" actId="1076"/>
          <ac:picMkLst>
            <pc:docMk/>
            <pc:sldMk cId="1496849898" sldId="280"/>
            <ac:picMk id="34" creationId="{AD9F2AD8-4B6C-0774-6AB4-A118038A9869}"/>
          </ac:picMkLst>
        </pc:picChg>
      </pc:sldChg>
      <pc:sldChg chg="addSp delSp modSp new del mod ord">
        <pc:chgData name="Takamichi Asai" userId="3b5f7fad-e636-4c8e-833d-1467cd4f12a3" providerId="ADAL" clId="{2A663872-BA5B-4A08-84BE-EED75D43575C}" dt="2026-06-08T05:38:43.257" v="14977" actId="47"/>
        <pc:sldMkLst>
          <pc:docMk/>
          <pc:sldMk cId="646433262" sldId="281"/>
        </pc:sldMkLst>
        <pc:spChg chg="add mod">
          <ac:chgData name="Takamichi Asai" userId="3b5f7fad-e636-4c8e-833d-1467cd4f12a3" providerId="ADAL" clId="{2A663872-BA5B-4A08-84BE-EED75D43575C}" dt="2026-06-08T04:23:15.242" v="14525" actId="164"/>
          <ac:spMkLst>
            <pc:docMk/>
            <pc:sldMk cId="646433262" sldId="281"/>
            <ac:spMk id="4" creationId="{DE3C25D8-9076-B2A4-AAAB-43D18330219A}"/>
          </ac:spMkLst>
        </pc:spChg>
        <pc:spChg chg="add mod">
          <ac:chgData name="Takamichi Asai" userId="3b5f7fad-e636-4c8e-833d-1467cd4f12a3" providerId="ADAL" clId="{2A663872-BA5B-4A08-84BE-EED75D43575C}" dt="2026-06-08T04:23:15.242" v="14525" actId="164"/>
          <ac:spMkLst>
            <pc:docMk/>
            <pc:sldMk cId="646433262" sldId="281"/>
            <ac:spMk id="5" creationId="{0272A4E5-25B8-DCBD-BB79-B1FDD7A78459}"/>
          </ac:spMkLst>
        </pc:spChg>
        <pc:spChg chg="add mod">
          <ac:chgData name="Takamichi Asai" userId="3b5f7fad-e636-4c8e-833d-1467cd4f12a3" providerId="ADAL" clId="{2A663872-BA5B-4A08-84BE-EED75D43575C}" dt="2026-06-08T04:23:15.242" v="14525" actId="164"/>
          <ac:spMkLst>
            <pc:docMk/>
            <pc:sldMk cId="646433262" sldId="281"/>
            <ac:spMk id="6" creationId="{45DA6702-146D-F728-1164-950A9D11D518}"/>
          </ac:spMkLst>
        </pc:spChg>
        <pc:spChg chg="add mod">
          <ac:chgData name="Takamichi Asai" userId="3b5f7fad-e636-4c8e-833d-1467cd4f12a3" providerId="ADAL" clId="{2A663872-BA5B-4A08-84BE-EED75D43575C}" dt="2026-06-08T04:23:15.242" v="14525" actId="164"/>
          <ac:spMkLst>
            <pc:docMk/>
            <pc:sldMk cId="646433262" sldId="281"/>
            <ac:spMk id="7" creationId="{C131B362-964F-3E03-6767-A79C401C3CB9}"/>
          </ac:spMkLst>
        </pc:spChg>
        <pc:spChg chg="add del mod">
          <ac:chgData name="Takamichi Asai" userId="3b5f7fad-e636-4c8e-833d-1467cd4f12a3" providerId="ADAL" clId="{2A663872-BA5B-4A08-84BE-EED75D43575C}" dt="2026-06-08T04:41:39.442" v="14655" actId="1076"/>
          <ac:spMkLst>
            <pc:docMk/>
            <pc:sldMk cId="646433262" sldId="281"/>
            <ac:spMk id="9" creationId="{55F0DE57-0E78-4C09-38C3-47BAEE325B55}"/>
          </ac:spMkLst>
        </pc:spChg>
        <pc:spChg chg="add mod">
          <ac:chgData name="Takamichi Asai" userId="3b5f7fad-e636-4c8e-833d-1467cd4f12a3" providerId="ADAL" clId="{2A663872-BA5B-4A08-84BE-EED75D43575C}" dt="2026-06-08T04:41:39.442" v="14655" actId="1076"/>
          <ac:spMkLst>
            <pc:docMk/>
            <pc:sldMk cId="646433262" sldId="281"/>
            <ac:spMk id="10" creationId="{2066AC8B-DFE6-F5C8-2981-0A417D198B1B}"/>
          </ac:spMkLst>
        </pc:spChg>
        <pc:spChg chg="add mod">
          <ac:chgData name="Takamichi Asai" userId="3b5f7fad-e636-4c8e-833d-1467cd4f12a3" providerId="ADAL" clId="{2A663872-BA5B-4A08-84BE-EED75D43575C}" dt="2026-06-08T04:26:01.840" v="14539" actId="164"/>
          <ac:spMkLst>
            <pc:docMk/>
            <pc:sldMk cId="646433262" sldId="281"/>
            <ac:spMk id="11" creationId="{99822293-452B-F4C4-F34E-6DF3B02C2419}"/>
          </ac:spMkLst>
        </pc:spChg>
        <pc:spChg chg="add mod">
          <ac:chgData name="Takamichi Asai" userId="3b5f7fad-e636-4c8e-833d-1467cd4f12a3" providerId="ADAL" clId="{2A663872-BA5B-4A08-84BE-EED75D43575C}" dt="2026-06-08T04:26:01.840" v="14539" actId="164"/>
          <ac:spMkLst>
            <pc:docMk/>
            <pc:sldMk cId="646433262" sldId="281"/>
            <ac:spMk id="12" creationId="{28B46FFC-4C69-1EA4-C96E-9252A17DEFD8}"/>
          </ac:spMkLst>
        </pc:spChg>
        <pc:spChg chg="mod">
          <ac:chgData name="Takamichi Asai" userId="3b5f7fad-e636-4c8e-833d-1467cd4f12a3" providerId="ADAL" clId="{2A663872-BA5B-4A08-84BE-EED75D43575C}" dt="2026-06-08T04:26:36.765" v="14541"/>
          <ac:spMkLst>
            <pc:docMk/>
            <pc:sldMk cId="646433262" sldId="281"/>
            <ac:spMk id="22" creationId="{1E1DE145-C984-BB3F-9EA4-C0114CCA8986}"/>
          </ac:spMkLst>
        </pc:spChg>
        <pc:spChg chg="mod">
          <ac:chgData name="Takamichi Asai" userId="3b5f7fad-e636-4c8e-833d-1467cd4f12a3" providerId="ADAL" clId="{2A663872-BA5B-4A08-84BE-EED75D43575C}" dt="2026-06-08T04:26:36.765" v="14541"/>
          <ac:spMkLst>
            <pc:docMk/>
            <pc:sldMk cId="646433262" sldId="281"/>
            <ac:spMk id="23" creationId="{CF98468E-5B1D-0505-19BC-A6EAC046BC86}"/>
          </ac:spMkLst>
        </pc:spChg>
        <pc:spChg chg="mod">
          <ac:chgData name="Takamichi Asai" userId="3b5f7fad-e636-4c8e-833d-1467cd4f12a3" providerId="ADAL" clId="{2A663872-BA5B-4A08-84BE-EED75D43575C}" dt="2026-06-08T04:26:36.765" v="14541"/>
          <ac:spMkLst>
            <pc:docMk/>
            <pc:sldMk cId="646433262" sldId="281"/>
            <ac:spMk id="24" creationId="{CEDEEDDA-4F35-61F2-E3B6-0D7C912A841C}"/>
          </ac:spMkLst>
        </pc:spChg>
        <pc:spChg chg="mod">
          <ac:chgData name="Takamichi Asai" userId="3b5f7fad-e636-4c8e-833d-1467cd4f12a3" providerId="ADAL" clId="{2A663872-BA5B-4A08-84BE-EED75D43575C}" dt="2026-06-08T04:31:22.527" v="14578"/>
          <ac:spMkLst>
            <pc:docMk/>
            <pc:sldMk cId="646433262" sldId="281"/>
            <ac:spMk id="39" creationId="{53D0632E-BF52-27F7-CC97-F07EFBBFB5C1}"/>
          </ac:spMkLst>
        </pc:spChg>
        <pc:spChg chg="mod">
          <ac:chgData name="Takamichi Asai" userId="3b5f7fad-e636-4c8e-833d-1467cd4f12a3" providerId="ADAL" clId="{2A663872-BA5B-4A08-84BE-EED75D43575C}" dt="2026-06-08T04:31:22.527" v="14578"/>
          <ac:spMkLst>
            <pc:docMk/>
            <pc:sldMk cId="646433262" sldId="281"/>
            <ac:spMk id="40" creationId="{32A4C38D-5695-3450-C888-E6EFF03668CC}"/>
          </ac:spMkLst>
        </pc:spChg>
        <pc:spChg chg="mod">
          <ac:chgData name="Takamichi Asai" userId="3b5f7fad-e636-4c8e-833d-1467cd4f12a3" providerId="ADAL" clId="{2A663872-BA5B-4A08-84BE-EED75D43575C}" dt="2026-06-08T04:31:22.527" v="14578"/>
          <ac:spMkLst>
            <pc:docMk/>
            <pc:sldMk cId="646433262" sldId="281"/>
            <ac:spMk id="41" creationId="{88FB694F-168C-03BF-15F2-366B7FEBA819}"/>
          </ac:spMkLst>
        </pc:spChg>
        <pc:spChg chg="mod">
          <ac:chgData name="Takamichi Asai" userId="3b5f7fad-e636-4c8e-833d-1467cd4f12a3" providerId="ADAL" clId="{2A663872-BA5B-4A08-84BE-EED75D43575C}" dt="2026-06-08T04:31:22.527" v="14578"/>
          <ac:spMkLst>
            <pc:docMk/>
            <pc:sldMk cId="646433262" sldId="281"/>
            <ac:spMk id="42" creationId="{3098056C-7FB8-2217-694D-1B3084E303C8}"/>
          </ac:spMkLst>
        </pc:spChg>
        <pc:spChg chg="mod">
          <ac:chgData name="Takamichi Asai" userId="3b5f7fad-e636-4c8e-833d-1467cd4f12a3" providerId="ADAL" clId="{2A663872-BA5B-4A08-84BE-EED75D43575C}" dt="2026-06-08T04:32:34.584" v="14585"/>
          <ac:spMkLst>
            <pc:docMk/>
            <pc:sldMk cId="646433262" sldId="281"/>
            <ac:spMk id="46" creationId="{45E77399-DC53-82C5-D049-954ED8B25EE6}"/>
          </ac:spMkLst>
        </pc:spChg>
        <pc:spChg chg="mod">
          <ac:chgData name="Takamichi Asai" userId="3b5f7fad-e636-4c8e-833d-1467cd4f12a3" providerId="ADAL" clId="{2A663872-BA5B-4A08-84BE-EED75D43575C}" dt="2026-06-08T04:32:34.584" v="14585"/>
          <ac:spMkLst>
            <pc:docMk/>
            <pc:sldMk cId="646433262" sldId="281"/>
            <ac:spMk id="47" creationId="{DFF63162-DC18-8AB0-B5D8-8A054F367160}"/>
          </ac:spMkLst>
        </pc:spChg>
        <pc:spChg chg="add mod">
          <ac:chgData name="Takamichi Asai" userId="3b5f7fad-e636-4c8e-833d-1467cd4f12a3" providerId="ADAL" clId="{2A663872-BA5B-4A08-84BE-EED75D43575C}" dt="2026-06-08T04:41:41.131" v="14656"/>
          <ac:spMkLst>
            <pc:docMk/>
            <pc:sldMk cId="646433262" sldId="281"/>
            <ac:spMk id="48" creationId="{1309EC7F-4FF7-0EEE-8275-7C86398E462F}"/>
          </ac:spMkLst>
        </pc:spChg>
        <pc:grpChg chg="add mod">
          <ac:chgData name="Takamichi Asai" userId="3b5f7fad-e636-4c8e-833d-1467cd4f12a3" providerId="ADAL" clId="{2A663872-BA5B-4A08-84BE-EED75D43575C}" dt="2026-06-08T04:26:01.840" v="14539" actId="164"/>
          <ac:grpSpMkLst>
            <pc:docMk/>
            <pc:sldMk cId="646433262" sldId="281"/>
            <ac:grpSpMk id="8" creationId="{684C4003-CAA3-E6FE-01C4-5A37D6ABF4B7}"/>
          </ac:grpSpMkLst>
        </pc:grpChg>
        <pc:grpChg chg="add mod ord">
          <ac:chgData name="Takamichi Asai" userId="3b5f7fad-e636-4c8e-833d-1467cd4f12a3" providerId="ADAL" clId="{2A663872-BA5B-4A08-84BE-EED75D43575C}" dt="2026-06-08T04:41:39.442" v="14655" actId="1076"/>
          <ac:grpSpMkLst>
            <pc:docMk/>
            <pc:sldMk cId="646433262" sldId="281"/>
            <ac:grpSpMk id="13" creationId="{45A67896-29AD-87BD-25C2-11B6DEDABCBA}"/>
          </ac:grpSpMkLst>
        </pc:grpChg>
        <pc:grpChg chg="mod">
          <ac:chgData name="Takamichi Asai" userId="3b5f7fad-e636-4c8e-833d-1467cd4f12a3" providerId="ADAL" clId="{2A663872-BA5B-4A08-84BE-EED75D43575C}" dt="2026-06-08T04:41:39.442" v="14655" actId="1076"/>
          <ac:grpSpMkLst>
            <pc:docMk/>
            <pc:sldMk cId="646433262" sldId="281"/>
            <ac:grpSpMk id="15" creationId="{202F9F0A-28C7-E699-5EB3-80EAA39FBFAB}"/>
          </ac:grpSpMkLst>
        </pc:grpChg>
        <pc:grpChg chg="mod">
          <ac:chgData name="Takamichi Asai" userId="3b5f7fad-e636-4c8e-833d-1467cd4f12a3" providerId="ADAL" clId="{2A663872-BA5B-4A08-84BE-EED75D43575C}" dt="2026-06-08T04:41:39.442" v="14655" actId="1076"/>
          <ac:grpSpMkLst>
            <pc:docMk/>
            <pc:sldMk cId="646433262" sldId="281"/>
            <ac:grpSpMk id="20" creationId="{285AB1AE-CF73-8C77-51DD-BADBDCBF709C}"/>
          </ac:grpSpMkLst>
        </pc:grpChg>
        <pc:grpChg chg="mod">
          <ac:chgData name="Takamichi Asai" userId="3b5f7fad-e636-4c8e-833d-1467cd4f12a3" providerId="ADAL" clId="{2A663872-BA5B-4A08-84BE-EED75D43575C}" dt="2026-06-08T04:41:39.442" v="14655" actId="1076"/>
          <ac:grpSpMkLst>
            <pc:docMk/>
            <pc:sldMk cId="646433262" sldId="281"/>
            <ac:grpSpMk id="25" creationId="{4585BBB8-F9C1-1E86-5BCF-AE8487BB8C59}"/>
          </ac:grpSpMkLst>
        </pc:grpChg>
        <pc:grpChg chg="add mod">
          <ac:chgData name="Takamichi Asai" userId="3b5f7fad-e636-4c8e-833d-1467cd4f12a3" providerId="ADAL" clId="{2A663872-BA5B-4A08-84BE-EED75D43575C}" dt="2026-06-08T04:41:39.442" v="14655" actId="1076"/>
          <ac:grpSpMkLst>
            <pc:docMk/>
            <pc:sldMk cId="646433262" sldId="281"/>
            <ac:grpSpMk id="37" creationId="{02D9A704-94DA-496B-396C-020BF37E314E}"/>
          </ac:grpSpMkLst>
        </pc:grpChg>
        <pc:grpChg chg="add mod">
          <ac:chgData name="Takamichi Asai" userId="3b5f7fad-e636-4c8e-833d-1467cd4f12a3" providerId="ADAL" clId="{2A663872-BA5B-4A08-84BE-EED75D43575C}" dt="2026-06-08T04:32:40.061" v="14586" actId="1076"/>
          <ac:grpSpMkLst>
            <pc:docMk/>
            <pc:sldMk cId="646433262" sldId="281"/>
            <ac:grpSpMk id="43" creationId="{B2404A80-A236-F19C-6A76-9D01259D808D}"/>
          </ac:grpSpMkLst>
        </pc:grpChg>
        <pc:graphicFrameChg chg="add del mod">
          <ac:chgData name="Takamichi Asai" userId="3b5f7fad-e636-4c8e-833d-1467cd4f12a3" providerId="ADAL" clId="{2A663872-BA5B-4A08-84BE-EED75D43575C}" dt="2026-06-08T04:27:27.361" v="14548" actId="21"/>
          <ac:graphicFrameMkLst>
            <pc:docMk/>
            <pc:sldMk cId="646433262" sldId="281"/>
            <ac:graphicFrameMk id="31" creationId="{E5EF4C05-F8C9-5258-FDA6-E2C271385075}"/>
          </ac:graphicFrameMkLst>
        </pc:graphicFrameChg>
        <pc:graphicFrameChg chg="add del mod">
          <ac:chgData name="Takamichi Asai" userId="3b5f7fad-e636-4c8e-833d-1467cd4f12a3" providerId="ADAL" clId="{2A663872-BA5B-4A08-84BE-EED75D43575C}" dt="2026-06-08T04:29:20.646" v="14562" actId="21"/>
          <ac:graphicFrameMkLst>
            <pc:docMk/>
            <pc:sldMk cId="646433262" sldId="281"/>
            <ac:graphicFrameMk id="32" creationId="{20D91E1A-FDA9-C166-C3EB-AF040E860A37}"/>
          </ac:graphicFrameMkLst>
        </pc:graphicFrameChg>
        <pc:picChg chg="add mod">
          <ac:chgData name="Takamichi Asai" userId="3b5f7fad-e636-4c8e-833d-1467cd4f12a3" providerId="ADAL" clId="{2A663872-BA5B-4A08-84BE-EED75D43575C}" dt="2026-06-08T04:23:15.242" v="14525" actId="164"/>
          <ac:picMkLst>
            <pc:docMk/>
            <pc:sldMk cId="646433262" sldId="281"/>
            <ac:picMk id="3" creationId="{F9FB077E-8AE2-145C-411E-5443D5B5F533}"/>
          </ac:picMkLst>
        </pc:picChg>
        <pc:picChg chg="add mod">
          <ac:chgData name="Takamichi Asai" userId="3b5f7fad-e636-4c8e-833d-1467cd4f12a3" providerId="ADAL" clId="{2A663872-BA5B-4A08-84BE-EED75D43575C}" dt="2026-06-08T04:41:39.442" v="14655" actId="1076"/>
          <ac:picMkLst>
            <pc:docMk/>
            <pc:sldMk cId="646433262" sldId="281"/>
            <ac:picMk id="14" creationId="{0BFF0534-B658-B28C-6494-5C720261572A}"/>
          </ac:picMkLst>
        </pc:picChg>
        <pc:picChg chg="mod">
          <ac:chgData name="Takamichi Asai" userId="3b5f7fad-e636-4c8e-833d-1467cd4f12a3" providerId="ADAL" clId="{2A663872-BA5B-4A08-84BE-EED75D43575C}" dt="2026-06-08T04:26:36.765" v="14541"/>
          <ac:picMkLst>
            <pc:docMk/>
            <pc:sldMk cId="646433262" sldId="281"/>
            <ac:picMk id="16" creationId="{C03E582D-7BFA-6251-FB37-82BDF79CB06E}"/>
          </ac:picMkLst>
        </pc:picChg>
        <pc:picChg chg="mod">
          <ac:chgData name="Takamichi Asai" userId="3b5f7fad-e636-4c8e-833d-1467cd4f12a3" providerId="ADAL" clId="{2A663872-BA5B-4A08-84BE-EED75D43575C}" dt="2026-06-08T04:26:36.765" v="14541"/>
          <ac:picMkLst>
            <pc:docMk/>
            <pc:sldMk cId="646433262" sldId="281"/>
            <ac:picMk id="18" creationId="{8C36AE57-379C-E2A2-BB9C-3C07439F2DE3}"/>
          </ac:picMkLst>
        </pc:picChg>
        <pc:picChg chg="mod">
          <ac:chgData name="Takamichi Asai" userId="3b5f7fad-e636-4c8e-833d-1467cd4f12a3" providerId="ADAL" clId="{2A663872-BA5B-4A08-84BE-EED75D43575C}" dt="2026-06-08T04:26:36.765" v="14541"/>
          <ac:picMkLst>
            <pc:docMk/>
            <pc:sldMk cId="646433262" sldId="281"/>
            <ac:picMk id="19" creationId="{33336FBD-8B80-38EF-0478-F64BBAD79FEE}"/>
          </ac:picMkLst>
        </pc:picChg>
        <pc:picChg chg="mod">
          <ac:chgData name="Takamichi Asai" userId="3b5f7fad-e636-4c8e-833d-1467cd4f12a3" providerId="ADAL" clId="{2A663872-BA5B-4A08-84BE-EED75D43575C}" dt="2026-06-08T04:26:36.765" v="14541"/>
          <ac:picMkLst>
            <pc:docMk/>
            <pc:sldMk cId="646433262" sldId="281"/>
            <ac:picMk id="26" creationId="{CB28716D-E333-9D56-EC11-410F86A5A633}"/>
          </ac:picMkLst>
        </pc:picChg>
        <pc:picChg chg="mod">
          <ac:chgData name="Takamichi Asai" userId="3b5f7fad-e636-4c8e-833d-1467cd4f12a3" providerId="ADAL" clId="{2A663872-BA5B-4A08-84BE-EED75D43575C}" dt="2026-06-08T04:26:36.765" v="14541"/>
          <ac:picMkLst>
            <pc:docMk/>
            <pc:sldMk cId="646433262" sldId="281"/>
            <ac:picMk id="27" creationId="{1E9482A5-2C4B-0CBA-4A0F-0ED8806AB786}"/>
          </ac:picMkLst>
        </pc:picChg>
        <pc:picChg chg="mod">
          <ac:chgData name="Takamichi Asai" userId="3b5f7fad-e636-4c8e-833d-1467cd4f12a3" providerId="ADAL" clId="{2A663872-BA5B-4A08-84BE-EED75D43575C}" dt="2026-06-08T04:26:36.765" v="14541"/>
          <ac:picMkLst>
            <pc:docMk/>
            <pc:sldMk cId="646433262" sldId="281"/>
            <ac:picMk id="28" creationId="{B744D243-CE60-7421-8498-2A66EA48E76C}"/>
          </ac:picMkLst>
        </pc:picChg>
        <pc:picChg chg="add del">
          <ac:chgData name="Takamichi Asai" userId="3b5f7fad-e636-4c8e-833d-1467cd4f12a3" providerId="ADAL" clId="{2A663872-BA5B-4A08-84BE-EED75D43575C}" dt="2026-06-08T04:27:21.349" v="14546" actId="22"/>
          <ac:picMkLst>
            <pc:docMk/>
            <pc:sldMk cId="646433262" sldId="281"/>
            <ac:picMk id="30" creationId="{C26F2132-FD10-776E-9DBB-3864DDA47EAD}"/>
          </ac:picMkLst>
        </pc:picChg>
        <pc:picChg chg="add mod modCrop">
          <ac:chgData name="Takamichi Asai" userId="3b5f7fad-e636-4c8e-833d-1467cd4f12a3" providerId="ADAL" clId="{2A663872-BA5B-4A08-84BE-EED75D43575C}" dt="2026-06-08T04:41:39.442" v="14655" actId="1076"/>
          <ac:picMkLst>
            <pc:docMk/>
            <pc:sldMk cId="646433262" sldId="281"/>
            <ac:picMk id="34" creationId="{566D7C57-F193-79BC-725A-30C3F9089653}"/>
          </ac:picMkLst>
        </pc:picChg>
        <pc:picChg chg="add mod modCrop">
          <ac:chgData name="Takamichi Asai" userId="3b5f7fad-e636-4c8e-833d-1467cd4f12a3" providerId="ADAL" clId="{2A663872-BA5B-4A08-84BE-EED75D43575C}" dt="2026-06-08T04:41:39.442" v="14655" actId="1076"/>
          <ac:picMkLst>
            <pc:docMk/>
            <pc:sldMk cId="646433262" sldId="281"/>
            <ac:picMk id="36" creationId="{4BA4B36E-C23D-888A-9DA8-7D5441631AEA}"/>
          </ac:picMkLst>
        </pc:picChg>
        <pc:picChg chg="mod">
          <ac:chgData name="Takamichi Asai" userId="3b5f7fad-e636-4c8e-833d-1467cd4f12a3" providerId="ADAL" clId="{2A663872-BA5B-4A08-84BE-EED75D43575C}" dt="2026-06-08T04:31:22.527" v="14578"/>
          <ac:picMkLst>
            <pc:docMk/>
            <pc:sldMk cId="646433262" sldId="281"/>
            <ac:picMk id="38" creationId="{8A4C03DE-327A-FE69-E8C7-20D60D83B5E6}"/>
          </ac:picMkLst>
        </pc:picChg>
        <pc:picChg chg="mod">
          <ac:chgData name="Takamichi Asai" userId="3b5f7fad-e636-4c8e-833d-1467cd4f12a3" providerId="ADAL" clId="{2A663872-BA5B-4A08-84BE-EED75D43575C}" dt="2026-06-08T04:32:34.584" v="14585"/>
          <ac:picMkLst>
            <pc:docMk/>
            <pc:sldMk cId="646433262" sldId="281"/>
            <ac:picMk id="44" creationId="{7BD9C6EB-DC8C-08BC-5C5B-02547D00F366}"/>
          </ac:picMkLst>
        </pc:picChg>
        <pc:picChg chg="mod">
          <ac:chgData name="Takamichi Asai" userId="3b5f7fad-e636-4c8e-833d-1467cd4f12a3" providerId="ADAL" clId="{2A663872-BA5B-4A08-84BE-EED75D43575C}" dt="2026-06-08T04:32:34.584" v="14585"/>
          <ac:picMkLst>
            <pc:docMk/>
            <pc:sldMk cId="646433262" sldId="281"/>
            <ac:picMk id="45" creationId="{2CD433C5-2066-2307-FF20-6743D93A806D}"/>
          </ac:picMkLst>
        </pc:picChg>
      </pc:sldChg>
      <pc:sldChg chg="addSp modSp new del">
        <pc:chgData name="Takamichi Asai" userId="3b5f7fad-e636-4c8e-833d-1467cd4f12a3" providerId="ADAL" clId="{2A663872-BA5B-4A08-84BE-EED75D43575C}" dt="2026-06-08T04:43:46.760" v="14665" actId="47"/>
        <pc:sldMkLst>
          <pc:docMk/>
          <pc:sldMk cId="2976268342" sldId="282"/>
        </pc:sldMkLst>
        <pc:picChg chg="add mod">
          <ac:chgData name="Takamichi Asai" userId="3b5f7fad-e636-4c8e-833d-1467cd4f12a3" providerId="ADAL" clId="{2A663872-BA5B-4A08-84BE-EED75D43575C}" dt="2026-06-08T04:40:45.864" v="14654"/>
          <ac:picMkLst>
            <pc:docMk/>
            <pc:sldMk cId="2976268342" sldId="282"/>
            <ac:picMk id="2" creationId="{C63075FB-5C6C-45C6-8047-15258CBCBE7A}"/>
          </ac:picMkLst>
        </pc:picChg>
      </pc:sldChg>
      <pc:sldChg chg="addSp modSp new del mod ord">
        <pc:chgData name="Takamichi Asai" userId="3b5f7fad-e636-4c8e-833d-1467cd4f12a3" providerId="ADAL" clId="{2A663872-BA5B-4A08-84BE-EED75D43575C}" dt="2026-06-08T05:38:43.257" v="14977" actId="47"/>
        <pc:sldMkLst>
          <pc:docMk/>
          <pc:sldMk cId="2692388721" sldId="283"/>
        </pc:sldMkLst>
        <pc:spChg chg="mod">
          <ac:chgData name="Takamichi Asai" userId="3b5f7fad-e636-4c8e-833d-1467cd4f12a3" providerId="ADAL" clId="{2A663872-BA5B-4A08-84BE-EED75D43575C}" dt="2026-06-08T04:42:17.929" v="14658"/>
          <ac:spMkLst>
            <pc:docMk/>
            <pc:sldMk cId="2692388721" sldId="283"/>
            <ac:spMk id="10" creationId="{FCA898E7-72B4-3F74-2C5D-958BDB305CDA}"/>
          </ac:spMkLst>
        </pc:spChg>
        <pc:spChg chg="mod">
          <ac:chgData name="Takamichi Asai" userId="3b5f7fad-e636-4c8e-833d-1467cd4f12a3" providerId="ADAL" clId="{2A663872-BA5B-4A08-84BE-EED75D43575C}" dt="2026-06-08T04:42:17.929" v="14658"/>
          <ac:spMkLst>
            <pc:docMk/>
            <pc:sldMk cId="2692388721" sldId="283"/>
            <ac:spMk id="11" creationId="{747A397C-046B-B20A-5099-392D73FAF4B8}"/>
          </ac:spMkLst>
        </pc:spChg>
        <pc:spChg chg="mod">
          <ac:chgData name="Takamichi Asai" userId="3b5f7fad-e636-4c8e-833d-1467cd4f12a3" providerId="ADAL" clId="{2A663872-BA5B-4A08-84BE-EED75D43575C}" dt="2026-06-08T04:42:17.929" v="14658"/>
          <ac:spMkLst>
            <pc:docMk/>
            <pc:sldMk cId="2692388721" sldId="283"/>
            <ac:spMk id="12" creationId="{FDEA4E9D-F6E5-76A7-6215-B6D82E33CEC6}"/>
          </ac:spMkLst>
        </pc:spChg>
        <pc:spChg chg="mod">
          <ac:chgData name="Takamichi Asai" userId="3b5f7fad-e636-4c8e-833d-1467cd4f12a3" providerId="ADAL" clId="{2A663872-BA5B-4A08-84BE-EED75D43575C}" dt="2026-06-08T04:42:17.929" v="14658"/>
          <ac:spMkLst>
            <pc:docMk/>
            <pc:sldMk cId="2692388721" sldId="283"/>
            <ac:spMk id="13" creationId="{65096B2F-A84D-F582-A9EF-7614110100E8}"/>
          </ac:spMkLst>
        </pc:spChg>
        <pc:grpChg chg="mod">
          <ac:chgData name="Takamichi Asai" userId="3b5f7fad-e636-4c8e-833d-1467cd4f12a3" providerId="ADAL" clId="{2A663872-BA5B-4A08-84BE-EED75D43575C}" dt="2026-06-08T04:54:09.487" v="14706" actId="14100"/>
          <ac:grpSpMkLst>
            <pc:docMk/>
            <pc:sldMk cId="2692388721" sldId="283"/>
            <ac:grpSpMk id="2" creationId="{D3D959CE-576C-53E5-9B4A-9849C19E120D}"/>
          </ac:grpSpMkLst>
        </pc:grpChg>
        <pc:picChg chg="mod">
          <ac:chgData name="Takamichi Asai" userId="3b5f7fad-e636-4c8e-833d-1467cd4f12a3" providerId="ADAL" clId="{2A663872-BA5B-4A08-84BE-EED75D43575C}" dt="2026-06-08T04:42:17.929" v="14658"/>
          <ac:picMkLst>
            <pc:docMk/>
            <pc:sldMk cId="2692388721" sldId="283"/>
            <ac:picMk id="4" creationId="{A8FB8899-1756-88E1-CB63-D450815954E4}"/>
          </ac:picMkLst>
        </pc:picChg>
        <pc:picChg chg="mod">
          <ac:chgData name="Takamichi Asai" userId="3b5f7fad-e636-4c8e-833d-1467cd4f12a3" providerId="ADAL" clId="{2A663872-BA5B-4A08-84BE-EED75D43575C}" dt="2026-06-08T04:42:17.929" v="14658"/>
          <ac:picMkLst>
            <pc:docMk/>
            <pc:sldMk cId="2692388721" sldId="283"/>
            <ac:picMk id="5" creationId="{FABFBB07-9124-9E44-9F84-1FF6A7FB8ED1}"/>
          </ac:picMkLst>
        </pc:picChg>
        <pc:picChg chg="mod">
          <ac:chgData name="Takamichi Asai" userId="3b5f7fad-e636-4c8e-833d-1467cd4f12a3" providerId="ADAL" clId="{2A663872-BA5B-4A08-84BE-EED75D43575C}" dt="2026-06-08T04:42:17.929" v="14658"/>
          <ac:picMkLst>
            <pc:docMk/>
            <pc:sldMk cId="2692388721" sldId="283"/>
            <ac:picMk id="6" creationId="{2FAC3F39-E38C-EF0F-AD2B-0D0E14F4929E}"/>
          </ac:picMkLst>
        </pc:picChg>
        <pc:picChg chg="mod">
          <ac:chgData name="Takamichi Asai" userId="3b5f7fad-e636-4c8e-833d-1467cd4f12a3" providerId="ADAL" clId="{2A663872-BA5B-4A08-84BE-EED75D43575C}" dt="2026-06-08T04:42:17.929" v="14658"/>
          <ac:picMkLst>
            <pc:docMk/>
            <pc:sldMk cId="2692388721" sldId="283"/>
            <ac:picMk id="7" creationId="{EBE5064B-0CDD-6C36-5C28-34D2A0203292}"/>
          </ac:picMkLst>
        </pc:picChg>
        <pc:picChg chg="mod">
          <ac:chgData name="Takamichi Asai" userId="3b5f7fad-e636-4c8e-833d-1467cd4f12a3" providerId="ADAL" clId="{2A663872-BA5B-4A08-84BE-EED75D43575C}" dt="2026-06-08T04:42:17.929" v="14658"/>
          <ac:picMkLst>
            <pc:docMk/>
            <pc:sldMk cId="2692388721" sldId="283"/>
            <ac:picMk id="8" creationId="{F198E27C-9ADB-2631-0883-B0E3A1494192}"/>
          </ac:picMkLst>
        </pc:picChg>
        <pc:picChg chg="mod">
          <ac:chgData name="Takamichi Asai" userId="3b5f7fad-e636-4c8e-833d-1467cd4f12a3" providerId="ADAL" clId="{2A663872-BA5B-4A08-84BE-EED75D43575C}" dt="2026-06-08T04:42:17.929" v="14658"/>
          <ac:picMkLst>
            <pc:docMk/>
            <pc:sldMk cId="2692388721" sldId="283"/>
            <ac:picMk id="9" creationId="{7B1BBCD4-ACA3-306C-615B-BADD64CB0453}"/>
          </ac:picMkLst>
        </pc:picChg>
      </pc:sldChg>
      <pc:sldChg chg="addSp delSp modSp new del mod">
        <pc:chgData name="Takamichi Asai" userId="3b5f7fad-e636-4c8e-833d-1467cd4f12a3" providerId="ADAL" clId="{2A663872-BA5B-4A08-84BE-EED75D43575C}" dt="2026-06-08T04:49:32.044" v="14696" actId="47"/>
        <pc:sldMkLst>
          <pc:docMk/>
          <pc:sldMk cId="231639077" sldId="284"/>
        </pc:sldMkLst>
        <pc:spChg chg="mod">
          <ac:chgData name="Takamichi Asai" userId="3b5f7fad-e636-4c8e-833d-1467cd4f12a3" providerId="ADAL" clId="{2A663872-BA5B-4A08-84BE-EED75D43575C}" dt="2026-06-08T04:48:32.446" v="14687" actId="165"/>
          <ac:spMkLst>
            <pc:docMk/>
            <pc:sldMk cId="231639077" sldId="284"/>
            <ac:spMk id="10" creationId="{6283D95D-C48A-EDC2-05A8-C6650D9D721D}"/>
          </ac:spMkLst>
        </pc:spChg>
        <pc:spChg chg="mod">
          <ac:chgData name="Takamichi Asai" userId="3b5f7fad-e636-4c8e-833d-1467cd4f12a3" providerId="ADAL" clId="{2A663872-BA5B-4A08-84BE-EED75D43575C}" dt="2026-06-08T04:48:32.446" v="14687" actId="165"/>
          <ac:spMkLst>
            <pc:docMk/>
            <pc:sldMk cId="231639077" sldId="284"/>
            <ac:spMk id="11" creationId="{F4520410-70CD-F528-2C08-6DB5AD042D1F}"/>
          </ac:spMkLst>
        </pc:spChg>
        <pc:spChg chg="mod">
          <ac:chgData name="Takamichi Asai" userId="3b5f7fad-e636-4c8e-833d-1467cd4f12a3" providerId="ADAL" clId="{2A663872-BA5B-4A08-84BE-EED75D43575C}" dt="2026-06-08T04:48:32.446" v="14687" actId="165"/>
          <ac:spMkLst>
            <pc:docMk/>
            <pc:sldMk cId="231639077" sldId="284"/>
            <ac:spMk id="12" creationId="{52C18AFE-2F50-52ED-7657-DB563B308890}"/>
          </ac:spMkLst>
        </pc:spChg>
        <pc:spChg chg="mod">
          <ac:chgData name="Takamichi Asai" userId="3b5f7fad-e636-4c8e-833d-1467cd4f12a3" providerId="ADAL" clId="{2A663872-BA5B-4A08-84BE-EED75D43575C}" dt="2026-06-08T04:48:32.446" v="14687" actId="165"/>
          <ac:spMkLst>
            <pc:docMk/>
            <pc:sldMk cId="231639077" sldId="284"/>
            <ac:spMk id="13" creationId="{2BE50508-13A0-80E2-7307-BF99A63DB195}"/>
          </ac:spMkLst>
        </pc:spChg>
        <pc:grpChg chg="mod">
          <ac:chgData name="Takamichi Asai" userId="3b5f7fad-e636-4c8e-833d-1467cd4f12a3" providerId="ADAL" clId="{2A663872-BA5B-4A08-84BE-EED75D43575C}" dt="2026-06-08T04:48:05.441" v="14685" actId="688"/>
          <ac:grpSpMkLst>
            <pc:docMk/>
            <pc:sldMk cId="231639077" sldId="284"/>
            <ac:grpSpMk id="2" creationId="{9E4A572E-DD10-98A9-F672-8F3491062365}"/>
          </ac:grpSpMkLst>
        </pc:grpChg>
        <pc:grpChg chg="mod">
          <ac:chgData name="Takamichi Asai" userId="3b5f7fad-e636-4c8e-833d-1467cd4f12a3" providerId="ADAL" clId="{2A663872-BA5B-4A08-84BE-EED75D43575C}" dt="2026-06-08T04:49:28.816" v="14695" actId="14100"/>
          <ac:grpSpMkLst>
            <pc:docMk/>
            <pc:sldMk cId="231639077" sldId="284"/>
            <ac:grpSpMk id="3" creationId="{3964081C-E6E3-794F-0B13-072721B55524}"/>
          </ac:grpSpMkLst>
        </pc:grpChg>
        <pc:picChg chg="del mod topLvl">
          <ac:chgData name="Takamichi Asai" userId="3b5f7fad-e636-4c8e-833d-1467cd4f12a3" providerId="ADAL" clId="{2A663872-BA5B-4A08-84BE-EED75D43575C}" dt="2026-06-08T04:48:37.228" v="14688" actId="478"/>
          <ac:picMkLst>
            <pc:docMk/>
            <pc:sldMk cId="231639077" sldId="284"/>
            <ac:picMk id="4" creationId="{5C12E5D8-1606-E6C6-A3F3-0F82615099F2}"/>
          </ac:picMkLst>
        </pc:picChg>
        <pc:picChg chg="del mod topLvl">
          <ac:chgData name="Takamichi Asai" userId="3b5f7fad-e636-4c8e-833d-1467cd4f12a3" providerId="ADAL" clId="{2A663872-BA5B-4A08-84BE-EED75D43575C}" dt="2026-06-08T04:48:37.228" v="14688" actId="478"/>
          <ac:picMkLst>
            <pc:docMk/>
            <pc:sldMk cId="231639077" sldId="284"/>
            <ac:picMk id="5" creationId="{7D2C9203-6844-C948-67FA-74156A271A63}"/>
          </ac:picMkLst>
        </pc:picChg>
        <pc:picChg chg="mod topLvl">
          <ac:chgData name="Takamichi Asai" userId="3b5f7fad-e636-4c8e-833d-1467cd4f12a3" providerId="ADAL" clId="{2A663872-BA5B-4A08-84BE-EED75D43575C}" dt="2026-06-08T04:49:28.816" v="14695" actId="14100"/>
          <ac:picMkLst>
            <pc:docMk/>
            <pc:sldMk cId="231639077" sldId="284"/>
            <ac:picMk id="6" creationId="{ADAADCC7-A08F-92E9-79DE-53B821ECDA71}"/>
          </ac:picMkLst>
        </pc:picChg>
        <pc:picChg chg="del mod topLvl">
          <ac:chgData name="Takamichi Asai" userId="3b5f7fad-e636-4c8e-833d-1467cd4f12a3" providerId="ADAL" clId="{2A663872-BA5B-4A08-84BE-EED75D43575C}" dt="2026-06-08T04:48:37.228" v="14688" actId="478"/>
          <ac:picMkLst>
            <pc:docMk/>
            <pc:sldMk cId="231639077" sldId="284"/>
            <ac:picMk id="7" creationId="{383D0AFC-906D-8170-DDBE-6EDB5A13709F}"/>
          </ac:picMkLst>
        </pc:picChg>
        <pc:picChg chg="del mod topLvl">
          <ac:chgData name="Takamichi Asai" userId="3b5f7fad-e636-4c8e-833d-1467cd4f12a3" providerId="ADAL" clId="{2A663872-BA5B-4A08-84BE-EED75D43575C}" dt="2026-06-08T04:48:37.228" v="14688" actId="478"/>
          <ac:picMkLst>
            <pc:docMk/>
            <pc:sldMk cId="231639077" sldId="284"/>
            <ac:picMk id="8" creationId="{43713C20-CCDA-9906-6B9E-3DB2A0B8FF8B}"/>
          </ac:picMkLst>
        </pc:picChg>
        <pc:picChg chg="mod modCrop">
          <ac:chgData name="Takamichi Asai" userId="3b5f7fad-e636-4c8e-833d-1467cd4f12a3" providerId="ADAL" clId="{2A663872-BA5B-4A08-84BE-EED75D43575C}" dt="2026-06-08T04:48:32.446" v="14687" actId="165"/>
          <ac:picMkLst>
            <pc:docMk/>
            <pc:sldMk cId="231639077" sldId="284"/>
            <ac:picMk id="9" creationId="{9CAE6FBB-54F3-1B2F-A1F8-B86EABF5D583}"/>
          </ac:picMkLst>
        </pc:picChg>
      </pc:sldChg>
      <pc:sldChg chg="addSp modSp new del mod">
        <pc:chgData name="Takamichi Asai" userId="3b5f7fad-e636-4c8e-833d-1467cd4f12a3" providerId="ADAL" clId="{2A663872-BA5B-4A08-84BE-EED75D43575C}" dt="2026-06-08T05:38:43.257" v="14977" actId="47"/>
        <pc:sldMkLst>
          <pc:docMk/>
          <pc:sldMk cId="609964647" sldId="284"/>
        </pc:sldMkLst>
        <pc:spChg chg="mod">
          <ac:chgData name="Takamichi Asai" userId="3b5f7fad-e636-4c8e-833d-1467cd4f12a3" providerId="ADAL" clId="{2A663872-BA5B-4A08-84BE-EED75D43575C}" dt="2026-06-08T04:56:48.541" v="14708"/>
          <ac:spMkLst>
            <pc:docMk/>
            <pc:sldMk cId="609964647" sldId="284"/>
            <ac:spMk id="10" creationId="{E9AB5213-7828-CFC6-BF1A-B3EB8562B2A1}"/>
          </ac:spMkLst>
        </pc:spChg>
        <pc:spChg chg="mod">
          <ac:chgData name="Takamichi Asai" userId="3b5f7fad-e636-4c8e-833d-1467cd4f12a3" providerId="ADAL" clId="{2A663872-BA5B-4A08-84BE-EED75D43575C}" dt="2026-06-08T04:56:48.541" v="14708"/>
          <ac:spMkLst>
            <pc:docMk/>
            <pc:sldMk cId="609964647" sldId="284"/>
            <ac:spMk id="11" creationId="{A288056B-39AD-FA7F-E62E-B0F8E2CE48F0}"/>
          </ac:spMkLst>
        </pc:spChg>
        <pc:spChg chg="mod">
          <ac:chgData name="Takamichi Asai" userId="3b5f7fad-e636-4c8e-833d-1467cd4f12a3" providerId="ADAL" clId="{2A663872-BA5B-4A08-84BE-EED75D43575C}" dt="2026-06-08T04:56:48.541" v="14708"/>
          <ac:spMkLst>
            <pc:docMk/>
            <pc:sldMk cId="609964647" sldId="284"/>
            <ac:spMk id="12" creationId="{83FF5BE3-F50F-2865-C4D9-2B658E5C2EDC}"/>
          </ac:spMkLst>
        </pc:spChg>
        <pc:spChg chg="mod">
          <ac:chgData name="Takamichi Asai" userId="3b5f7fad-e636-4c8e-833d-1467cd4f12a3" providerId="ADAL" clId="{2A663872-BA5B-4A08-84BE-EED75D43575C}" dt="2026-06-08T04:56:48.541" v="14708"/>
          <ac:spMkLst>
            <pc:docMk/>
            <pc:sldMk cId="609964647" sldId="284"/>
            <ac:spMk id="13" creationId="{4A5F2E08-4654-C165-E20B-513D7F557F2A}"/>
          </ac:spMkLst>
        </pc:spChg>
        <pc:picChg chg="mod">
          <ac:chgData name="Takamichi Asai" userId="3b5f7fad-e636-4c8e-833d-1467cd4f12a3" providerId="ADAL" clId="{2A663872-BA5B-4A08-84BE-EED75D43575C}" dt="2026-06-08T04:56:48.541" v="14708"/>
          <ac:picMkLst>
            <pc:docMk/>
            <pc:sldMk cId="609964647" sldId="284"/>
            <ac:picMk id="4" creationId="{5EF507CE-F5C9-8E95-EC49-BFC7795BA880}"/>
          </ac:picMkLst>
        </pc:picChg>
        <pc:picChg chg="mod">
          <ac:chgData name="Takamichi Asai" userId="3b5f7fad-e636-4c8e-833d-1467cd4f12a3" providerId="ADAL" clId="{2A663872-BA5B-4A08-84BE-EED75D43575C}" dt="2026-06-08T04:56:48.541" v="14708"/>
          <ac:picMkLst>
            <pc:docMk/>
            <pc:sldMk cId="609964647" sldId="284"/>
            <ac:picMk id="5" creationId="{EDE6694D-0662-D6D8-A4EF-95C5A77AB075}"/>
          </ac:picMkLst>
        </pc:picChg>
        <pc:picChg chg="mod">
          <ac:chgData name="Takamichi Asai" userId="3b5f7fad-e636-4c8e-833d-1467cd4f12a3" providerId="ADAL" clId="{2A663872-BA5B-4A08-84BE-EED75D43575C}" dt="2026-06-08T04:56:48.541" v="14708"/>
          <ac:picMkLst>
            <pc:docMk/>
            <pc:sldMk cId="609964647" sldId="284"/>
            <ac:picMk id="6" creationId="{2708997E-66D4-C388-87E1-7B5EA26C5D8E}"/>
          </ac:picMkLst>
        </pc:picChg>
        <pc:picChg chg="mod">
          <ac:chgData name="Takamichi Asai" userId="3b5f7fad-e636-4c8e-833d-1467cd4f12a3" providerId="ADAL" clId="{2A663872-BA5B-4A08-84BE-EED75D43575C}" dt="2026-06-08T04:56:48.541" v="14708"/>
          <ac:picMkLst>
            <pc:docMk/>
            <pc:sldMk cId="609964647" sldId="284"/>
            <ac:picMk id="7" creationId="{03598873-2677-65DD-785D-0892C5193EF5}"/>
          </ac:picMkLst>
        </pc:picChg>
        <pc:picChg chg="mod">
          <ac:chgData name="Takamichi Asai" userId="3b5f7fad-e636-4c8e-833d-1467cd4f12a3" providerId="ADAL" clId="{2A663872-BA5B-4A08-84BE-EED75D43575C}" dt="2026-06-08T04:56:48.541" v="14708"/>
          <ac:picMkLst>
            <pc:docMk/>
            <pc:sldMk cId="609964647" sldId="284"/>
            <ac:picMk id="8" creationId="{F98B735D-EA98-946E-3AB8-76CE17C96A66}"/>
          </ac:picMkLst>
        </pc:picChg>
        <pc:picChg chg="mod">
          <ac:chgData name="Takamichi Asai" userId="3b5f7fad-e636-4c8e-833d-1467cd4f12a3" providerId="ADAL" clId="{2A663872-BA5B-4A08-84BE-EED75D43575C}" dt="2026-06-08T04:56:48.541" v="14708"/>
          <ac:picMkLst>
            <pc:docMk/>
            <pc:sldMk cId="609964647" sldId="284"/>
            <ac:picMk id="9" creationId="{1F6C5475-1F38-5D28-C846-7DC0DE0EB171}"/>
          </ac:picMkLst>
        </pc:picChg>
        <pc:picChg chg="add mod modCrop">
          <ac:chgData name="Takamichi Asai" userId="3b5f7fad-e636-4c8e-833d-1467cd4f12a3" providerId="ADAL" clId="{2A663872-BA5B-4A08-84BE-EED75D43575C}" dt="2026-06-08T04:58:09.167" v="14724" actId="1076"/>
          <ac:picMkLst>
            <pc:docMk/>
            <pc:sldMk cId="609964647" sldId="284"/>
            <ac:picMk id="15" creationId="{049D9363-3CD7-7468-F033-1A51525EE11D}"/>
          </ac:picMkLst>
        </pc:picChg>
        <pc:picChg chg="add mod modCrop">
          <ac:chgData name="Takamichi Asai" userId="3b5f7fad-e636-4c8e-833d-1467cd4f12a3" providerId="ADAL" clId="{2A663872-BA5B-4A08-84BE-EED75D43575C}" dt="2026-06-08T04:58:09.167" v="14724" actId="1076"/>
          <ac:picMkLst>
            <pc:docMk/>
            <pc:sldMk cId="609964647" sldId="284"/>
            <ac:picMk id="16" creationId="{45228EA5-0258-AFDF-9EF8-0434C43F5482}"/>
          </ac:picMkLst>
        </pc:picChg>
      </pc:sldChg>
      <pc:sldMasterChg chg="modSp modSldLayout">
        <pc:chgData name="Takamichi Asai" userId="3b5f7fad-e636-4c8e-833d-1467cd4f12a3" providerId="ADAL" clId="{2A663872-BA5B-4A08-84BE-EED75D43575C}" dt="2026-06-07T02:11:32.719" v="12524"/>
        <pc:sldMasterMkLst>
          <pc:docMk/>
          <pc:sldMasterMk cId="268166917" sldId="2147483648"/>
        </pc:sldMasterMkLst>
        <pc:spChg chg="mod">
          <ac:chgData name="Takamichi Asai" userId="3b5f7fad-e636-4c8e-833d-1467cd4f12a3" providerId="ADAL" clId="{2A663872-BA5B-4A08-84BE-EED75D43575C}" dt="2026-06-07T02:11:32.719" v="12524"/>
          <ac:spMkLst>
            <pc:docMk/>
            <pc:sldMasterMk cId="268166917" sldId="2147483648"/>
            <ac:spMk id="2" creationId="{9AE7D3CB-FCB1-00F3-C01A-E852F90CFD11}"/>
          </ac:spMkLst>
        </pc:spChg>
        <pc:spChg chg="mod">
          <ac:chgData name="Takamichi Asai" userId="3b5f7fad-e636-4c8e-833d-1467cd4f12a3" providerId="ADAL" clId="{2A663872-BA5B-4A08-84BE-EED75D43575C}" dt="2026-06-07T02:11:32.719" v="12524"/>
          <ac:spMkLst>
            <pc:docMk/>
            <pc:sldMasterMk cId="268166917" sldId="2147483648"/>
            <ac:spMk id="3" creationId="{480FB55E-D393-B455-205F-076CE17AA32C}"/>
          </ac:spMkLst>
        </pc:spChg>
        <pc:spChg chg="mod">
          <ac:chgData name="Takamichi Asai" userId="3b5f7fad-e636-4c8e-833d-1467cd4f12a3" providerId="ADAL" clId="{2A663872-BA5B-4A08-84BE-EED75D43575C}" dt="2026-06-07T02:11:32.719" v="12524"/>
          <ac:spMkLst>
            <pc:docMk/>
            <pc:sldMasterMk cId="268166917" sldId="2147483648"/>
            <ac:spMk id="4" creationId="{0EFD5A3C-D5FE-2994-EE8C-46EDCBA9B0CC}"/>
          </ac:spMkLst>
        </pc:spChg>
        <pc:spChg chg="mod">
          <ac:chgData name="Takamichi Asai" userId="3b5f7fad-e636-4c8e-833d-1467cd4f12a3" providerId="ADAL" clId="{2A663872-BA5B-4A08-84BE-EED75D43575C}" dt="2026-06-07T02:11:32.719" v="12524"/>
          <ac:spMkLst>
            <pc:docMk/>
            <pc:sldMasterMk cId="268166917" sldId="2147483648"/>
            <ac:spMk id="5" creationId="{B20D5388-9652-5A2F-52A3-E0BE92B188F8}"/>
          </ac:spMkLst>
        </pc:spChg>
        <pc:spChg chg="mod">
          <ac:chgData name="Takamichi Asai" userId="3b5f7fad-e636-4c8e-833d-1467cd4f12a3" providerId="ADAL" clId="{2A663872-BA5B-4A08-84BE-EED75D43575C}" dt="2026-06-07T02:11:32.719" v="12524"/>
          <ac:spMkLst>
            <pc:docMk/>
            <pc:sldMasterMk cId="268166917" sldId="2147483648"/>
            <ac:spMk id="6" creationId="{5F2AAFBB-0F5C-093B-1514-A53DB3BCAF09}"/>
          </ac:spMkLst>
        </pc:spChg>
        <pc:sldLayoutChg chg="modSp">
          <pc:chgData name="Takamichi Asai" userId="3b5f7fad-e636-4c8e-833d-1467cd4f12a3" providerId="ADAL" clId="{2A663872-BA5B-4A08-84BE-EED75D43575C}" dt="2026-06-07T02:11:32.719" v="12524"/>
          <pc:sldLayoutMkLst>
            <pc:docMk/>
            <pc:sldMasterMk cId="268166917" sldId="2147483648"/>
            <pc:sldLayoutMk cId="1061846592" sldId="2147483649"/>
          </pc:sldLayoutMkLst>
          <pc:spChg chg="mod">
            <ac:chgData name="Takamichi Asai" userId="3b5f7fad-e636-4c8e-833d-1467cd4f12a3" providerId="ADAL" clId="{2A663872-BA5B-4A08-84BE-EED75D43575C}" dt="2026-06-07T02:11:32.719" v="12524"/>
            <ac:spMkLst>
              <pc:docMk/>
              <pc:sldMasterMk cId="268166917" sldId="2147483648"/>
              <pc:sldLayoutMk cId="1061846592" sldId="2147483649"/>
              <ac:spMk id="2" creationId="{8CA4455D-BDC5-67ED-F82A-463E4F02FBA3}"/>
            </ac:spMkLst>
          </pc:spChg>
          <pc:spChg chg="mod">
            <ac:chgData name="Takamichi Asai" userId="3b5f7fad-e636-4c8e-833d-1467cd4f12a3" providerId="ADAL" clId="{2A663872-BA5B-4A08-84BE-EED75D43575C}" dt="2026-06-07T02:11:32.719" v="12524"/>
            <ac:spMkLst>
              <pc:docMk/>
              <pc:sldMasterMk cId="268166917" sldId="2147483648"/>
              <pc:sldLayoutMk cId="1061846592" sldId="2147483649"/>
              <ac:spMk id="3" creationId="{87C4006C-16DA-913D-BF38-80F99A627A43}"/>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331490563" sldId="2147483651"/>
          </pc:sldLayoutMkLst>
          <pc:spChg chg="mod">
            <ac:chgData name="Takamichi Asai" userId="3b5f7fad-e636-4c8e-833d-1467cd4f12a3" providerId="ADAL" clId="{2A663872-BA5B-4A08-84BE-EED75D43575C}" dt="2026-06-07T02:11:32.719" v="12524"/>
            <ac:spMkLst>
              <pc:docMk/>
              <pc:sldMasterMk cId="268166917" sldId="2147483648"/>
              <pc:sldLayoutMk cId="331490563" sldId="2147483651"/>
              <ac:spMk id="2" creationId="{FEB4B170-4469-E74E-681E-E6CFAE545637}"/>
            </ac:spMkLst>
          </pc:spChg>
          <pc:spChg chg="mod">
            <ac:chgData name="Takamichi Asai" userId="3b5f7fad-e636-4c8e-833d-1467cd4f12a3" providerId="ADAL" clId="{2A663872-BA5B-4A08-84BE-EED75D43575C}" dt="2026-06-07T02:11:32.719" v="12524"/>
            <ac:spMkLst>
              <pc:docMk/>
              <pc:sldMasterMk cId="268166917" sldId="2147483648"/>
              <pc:sldLayoutMk cId="331490563" sldId="2147483651"/>
              <ac:spMk id="3" creationId="{8D8D6B2A-2FC7-112E-ECD7-2A643FB98BAD}"/>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654521554" sldId="2147483652"/>
          </pc:sldLayoutMkLst>
          <pc:spChg chg="mod">
            <ac:chgData name="Takamichi Asai" userId="3b5f7fad-e636-4c8e-833d-1467cd4f12a3" providerId="ADAL" clId="{2A663872-BA5B-4A08-84BE-EED75D43575C}" dt="2026-06-07T02:11:32.719" v="12524"/>
            <ac:spMkLst>
              <pc:docMk/>
              <pc:sldMasterMk cId="268166917" sldId="2147483648"/>
              <pc:sldLayoutMk cId="1654521554" sldId="2147483652"/>
              <ac:spMk id="3" creationId="{5D51C5A1-1851-BB9C-9A0B-F381A21518B9}"/>
            </ac:spMkLst>
          </pc:spChg>
          <pc:spChg chg="mod">
            <ac:chgData name="Takamichi Asai" userId="3b5f7fad-e636-4c8e-833d-1467cd4f12a3" providerId="ADAL" clId="{2A663872-BA5B-4A08-84BE-EED75D43575C}" dt="2026-06-07T02:11:32.719" v="12524"/>
            <ac:spMkLst>
              <pc:docMk/>
              <pc:sldMasterMk cId="268166917" sldId="2147483648"/>
              <pc:sldLayoutMk cId="1654521554" sldId="2147483652"/>
              <ac:spMk id="4" creationId="{6D9E3885-CB6C-D805-B981-1EC2E9E52848}"/>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437157319" sldId="2147483653"/>
          </pc:sldLayoutMkLst>
          <pc:spChg chg="mod">
            <ac:chgData name="Takamichi Asai" userId="3b5f7fad-e636-4c8e-833d-1467cd4f12a3" providerId="ADAL" clId="{2A663872-BA5B-4A08-84BE-EED75D43575C}" dt="2026-06-07T02:11:32.719" v="12524"/>
            <ac:spMkLst>
              <pc:docMk/>
              <pc:sldMasterMk cId="268166917" sldId="2147483648"/>
              <pc:sldLayoutMk cId="1437157319" sldId="2147483653"/>
              <ac:spMk id="2" creationId="{CDC03270-EAB0-6DEE-A4FF-7C8A15AB3ADC}"/>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3" creationId="{472D0614-C4EC-A353-628D-4451FED1359E}"/>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4" creationId="{3ADB5898-9802-1E7B-58B2-75BF1301FD43}"/>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5" creationId="{A35279F8-34E4-847C-1A0F-7DFDAC7F8436}"/>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6" creationId="{01C1045D-8DE3-2DF2-0156-34CD8675DAB2}"/>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4060877400" sldId="2147483656"/>
          </pc:sldLayoutMkLst>
          <pc:spChg chg="mod">
            <ac:chgData name="Takamichi Asai" userId="3b5f7fad-e636-4c8e-833d-1467cd4f12a3" providerId="ADAL" clId="{2A663872-BA5B-4A08-84BE-EED75D43575C}" dt="2026-06-07T02:11:32.719" v="12524"/>
            <ac:spMkLst>
              <pc:docMk/>
              <pc:sldMasterMk cId="268166917" sldId="2147483648"/>
              <pc:sldLayoutMk cId="4060877400" sldId="2147483656"/>
              <ac:spMk id="2" creationId="{B0F2E732-F6C6-BB8F-22B2-091D97C60776}"/>
            </ac:spMkLst>
          </pc:spChg>
          <pc:spChg chg="mod">
            <ac:chgData name="Takamichi Asai" userId="3b5f7fad-e636-4c8e-833d-1467cd4f12a3" providerId="ADAL" clId="{2A663872-BA5B-4A08-84BE-EED75D43575C}" dt="2026-06-07T02:11:32.719" v="12524"/>
            <ac:spMkLst>
              <pc:docMk/>
              <pc:sldMasterMk cId="268166917" sldId="2147483648"/>
              <pc:sldLayoutMk cId="4060877400" sldId="2147483656"/>
              <ac:spMk id="3" creationId="{457C56E6-B61E-5FA6-2623-DE20242391F8}"/>
            </ac:spMkLst>
          </pc:spChg>
          <pc:spChg chg="mod">
            <ac:chgData name="Takamichi Asai" userId="3b5f7fad-e636-4c8e-833d-1467cd4f12a3" providerId="ADAL" clId="{2A663872-BA5B-4A08-84BE-EED75D43575C}" dt="2026-06-07T02:11:32.719" v="12524"/>
            <ac:spMkLst>
              <pc:docMk/>
              <pc:sldMasterMk cId="268166917" sldId="2147483648"/>
              <pc:sldLayoutMk cId="4060877400" sldId="2147483656"/>
              <ac:spMk id="4" creationId="{DBBE465A-3FFC-E3F5-68EA-6A500896A73B}"/>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3007630787" sldId="2147483657"/>
          </pc:sldLayoutMkLst>
          <pc:spChg chg="mod">
            <ac:chgData name="Takamichi Asai" userId="3b5f7fad-e636-4c8e-833d-1467cd4f12a3" providerId="ADAL" clId="{2A663872-BA5B-4A08-84BE-EED75D43575C}" dt="2026-06-07T02:11:32.719" v="12524"/>
            <ac:spMkLst>
              <pc:docMk/>
              <pc:sldMasterMk cId="268166917" sldId="2147483648"/>
              <pc:sldLayoutMk cId="3007630787" sldId="2147483657"/>
              <ac:spMk id="2" creationId="{B5EDD640-2C8E-DBFC-A80A-65E03E9A93C2}"/>
            </ac:spMkLst>
          </pc:spChg>
          <pc:spChg chg="mod">
            <ac:chgData name="Takamichi Asai" userId="3b5f7fad-e636-4c8e-833d-1467cd4f12a3" providerId="ADAL" clId="{2A663872-BA5B-4A08-84BE-EED75D43575C}" dt="2026-06-07T02:11:32.719" v="12524"/>
            <ac:spMkLst>
              <pc:docMk/>
              <pc:sldMasterMk cId="268166917" sldId="2147483648"/>
              <pc:sldLayoutMk cId="3007630787" sldId="2147483657"/>
              <ac:spMk id="3" creationId="{91D0B822-23DC-1701-B9F0-62652A4759CE}"/>
            </ac:spMkLst>
          </pc:spChg>
          <pc:spChg chg="mod">
            <ac:chgData name="Takamichi Asai" userId="3b5f7fad-e636-4c8e-833d-1467cd4f12a3" providerId="ADAL" clId="{2A663872-BA5B-4A08-84BE-EED75D43575C}" dt="2026-06-07T02:11:32.719" v="12524"/>
            <ac:spMkLst>
              <pc:docMk/>
              <pc:sldMasterMk cId="268166917" sldId="2147483648"/>
              <pc:sldLayoutMk cId="3007630787" sldId="2147483657"/>
              <ac:spMk id="4" creationId="{64093FED-B089-DA7C-B977-6F46A577BE86}"/>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508741905" sldId="2147483659"/>
          </pc:sldLayoutMkLst>
          <pc:spChg chg="mod">
            <ac:chgData name="Takamichi Asai" userId="3b5f7fad-e636-4c8e-833d-1467cd4f12a3" providerId="ADAL" clId="{2A663872-BA5B-4A08-84BE-EED75D43575C}" dt="2026-06-07T02:11:32.719" v="12524"/>
            <ac:spMkLst>
              <pc:docMk/>
              <pc:sldMasterMk cId="268166917" sldId="2147483648"/>
              <pc:sldLayoutMk cId="1508741905" sldId="2147483659"/>
              <ac:spMk id="2" creationId="{DBEDBA4C-0BD9-5498-56E5-44CA209AC5AE}"/>
            </ac:spMkLst>
          </pc:spChg>
          <pc:spChg chg="mod">
            <ac:chgData name="Takamichi Asai" userId="3b5f7fad-e636-4c8e-833d-1467cd4f12a3" providerId="ADAL" clId="{2A663872-BA5B-4A08-84BE-EED75D43575C}" dt="2026-06-07T02:11:32.719" v="12524"/>
            <ac:spMkLst>
              <pc:docMk/>
              <pc:sldMasterMk cId="268166917" sldId="2147483648"/>
              <pc:sldLayoutMk cId="1508741905" sldId="2147483659"/>
              <ac:spMk id="3" creationId="{FD32B74D-4F1E-B9E7-D480-7D64FF8B5E4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2026/6/8</a:t>
            </a:fld>
            <a:endParaRPr kumimoji="1" lang="ja-JP" alt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ltLang="ja-JP"/>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ltLang="ja-JP"/>
              <a:t>Click to edit Master subtitle style</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766942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idx="1"/>
          </p:nvPr>
        </p:nvSpPr>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456299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ltLang="ja-JP"/>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ltLang="ja-JP"/>
              <a:t>Click to edit Master text styles</a:t>
            </a:r>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58964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8216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ltLang="ja-JP"/>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7" name="Date Placeholder 6"/>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97427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Date Placeholder 2"/>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686685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35364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60420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ltLang="ja-JP"/>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523745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34357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ltLang="ja-JP"/>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588495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ltLang="ja-JP"/>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565727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png"/><Relationship Id="rId7" Type="http://schemas.openxmlformats.org/officeDocument/2006/relationships/image" Target="../media/image16.sv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5.png"/><Relationship Id="rId10" Type="http://schemas.openxmlformats.org/officeDocument/2006/relationships/image" Target="../media/image18.png"/><Relationship Id="rId4" Type="http://schemas.openxmlformats.org/officeDocument/2006/relationships/image" Target="../media/image14.sv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9.jpg"/><Relationship Id="rId7"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31.png"/><Relationship Id="rId4" Type="http://schemas.openxmlformats.org/officeDocument/2006/relationships/image" Target="../media/image30.jpg"/><Relationship Id="rId9"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4.jpe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5.png"/><Relationship Id="rId7" Type="http://schemas.openxmlformats.org/officeDocument/2006/relationships/image" Target="../media/image16.svg"/><Relationship Id="rId12"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37.png"/><Relationship Id="rId10" Type="http://schemas.openxmlformats.org/officeDocument/2006/relationships/image" Target="../media/image1.png"/><Relationship Id="rId4" Type="http://schemas.openxmlformats.org/officeDocument/2006/relationships/image" Target="../media/image36.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0.jpg"/><Relationship Id="rId7" Type="http://schemas.openxmlformats.org/officeDocument/2006/relationships/image" Target="../media/image27.png"/><Relationship Id="rId2" Type="http://schemas.openxmlformats.org/officeDocument/2006/relationships/image" Target="../media/image29.jpg"/><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9.png"/><Relationship Id="rId5" Type="http://schemas.openxmlformats.org/officeDocument/2006/relationships/image" Target="../media/image24.png"/><Relationship Id="rId10" Type="http://schemas.openxmlformats.org/officeDocument/2006/relationships/image" Target="../media/image26.png"/><Relationship Id="rId4" Type="http://schemas.openxmlformats.org/officeDocument/2006/relationships/image" Target="../media/image31.png"/><Relationship Id="rId9"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326501" y="3265708"/>
            <a:ext cx="2424154" cy="248209"/>
          </a:xfrm>
          <a:prstGeom prst="rect">
            <a:avLst/>
          </a:prstGeom>
          <a:noFill/>
        </p:spPr>
        <p:txBody>
          <a:bodyPr wrap="square" rtlCol="0">
            <a:spAutoFit/>
          </a:bodyPr>
          <a:lstStyle/>
          <a:p>
            <a:r>
              <a:rPr lang="ja-JP" altLang="en-US" sz="1013"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7588" y="3910620"/>
            <a:ext cx="2489673" cy="2489673"/>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471487" y="3817599"/>
            <a:ext cx="2489673" cy="2489673"/>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121569" y="3756574"/>
            <a:ext cx="78581" cy="12919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570909" y="3997314"/>
            <a:ext cx="1249535" cy="1666047"/>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503528" y="3633753"/>
            <a:ext cx="1384296" cy="404085"/>
          </a:xfrm>
          <a:prstGeom prst="rect">
            <a:avLst/>
          </a:prstGeom>
          <a:noFill/>
        </p:spPr>
        <p:txBody>
          <a:bodyPr wrap="square" rtlCol="0">
            <a:spAutoFit/>
          </a:bodyPr>
          <a:lstStyle/>
          <a:p>
            <a:pPr algn="ctr"/>
            <a:r>
              <a:rPr lang="ja-JP" altLang="en-US" sz="1013" b="1" dirty="0">
                <a:latin typeface="メイリオ" panose="020B0604030504040204" pitchFamily="50" charset="-128"/>
                <a:ea typeface="メイリオ" panose="020B0604030504040204" pitchFamily="50" charset="-128"/>
              </a:rPr>
              <a:t>少年野球用</a:t>
            </a:r>
            <a:br>
              <a:rPr lang="en-US" altLang="ja-JP" sz="1013" b="1" dirty="0">
                <a:latin typeface="メイリオ" panose="020B0604030504040204" pitchFamily="50" charset="-128"/>
                <a:ea typeface="メイリオ" panose="020B0604030504040204" pitchFamily="50" charset="-128"/>
              </a:rPr>
            </a:br>
            <a:r>
              <a:rPr lang="ja-JP" altLang="en-US" sz="1013" b="1" dirty="0">
                <a:latin typeface="メイリオ" panose="020B0604030504040204" pitchFamily="50" charset="-128"/>
                <a:ea typeface="メイリオ" panose="020B0604030504040204" pitchFamily="50" charset="-128"/>
              </a:rPr>
              <a:t>素振り練習補助装置</a:t>
            </a:r>
          </a:p>
        </p:txBody>
      </p:sp>
      <p:sp>
        <p:nvSpPr>
          <p:cNvPr id="7" name="TextBox 6">
            <a:extLst>
              <a:ext uri="{FF2B5EF4-FFF2-40B4-BE49-F238E27FC236}">
                <a16:creationId xmlns:a16="http://schemas.microsoft.com/office/drawing/2014/main" id="{D9D41400-474B-0641-D344-A6A6641BAFA8}"/>
              </a:ext>
            </a:extLst>
          </p:cNvPr>
          <p:cNvSpPr txBox="1"/>
          <p:nvPr/>
        </p:nvSpPr>
        <p:spPr>
          <a:xfrm>
            <a:off x="128213" y="5583704"/>
            <a:ext cx="2134927" cy="789640"/>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子ども達が素振りを</a:t>
            </a:r>
            <a:r>
              <a:rPr lang="ja-JP" altLang="en-US" sz="591" b="1" dirty="0">
                <a:solidFill>
                  <a:srgbClr val="FF0000"/>
                </a:solidFill>
                <a:latin typeface="メイリオ" panose="020B0604030504040204" pitchFamily="50" charset="-128"/>
                <a:ea typeface="メイリオ" panose="020B0604030504040204" pitchFamily="50" charset="-128"/>
              </a:rPr>
              <a:t>「続けたくなる」</a:t>
            </a:r>
            <a:r>
              <a:rPr lang="ja-JP" altLang="en-US" sz="563" dirty="0">
                <a:latin typeface="メイリオ" panose="020B0604030504040204" pitchFamily="50" charset="-128"/>
                <a:ea typeface="メイリオ" panose="020B0604030504040204" pitchFamily="50" charset="-128"/>
              </a:rPr>
              <a:t>ための小型デバイスです。</a:t>
            </a:r>
            <a:br>
              <a:rPr lang="en-US" altLang="ja-JP" sz="563" dirty="0">
                <a:latin typeface="メイリオ" panose="020B0604030504040204" pitchFamily="50" charset="-128"/>
                <a:ea typeface="メイリオ" panose="020B0604030504040204" pitchFamily="50" charset="-128"/>
              </a:rPr>
            </a:br>
            <a:br>
              <a:rPr lang="en-US" altLang="ja-JP" sz="563" dirty="0">
                <a:latin typeface="メイリオ" panose="020B0604030504040204" pitchFamily="50" charset="-128"/>
                <a:ea typeface="メイリオ" panose="020B0604030504040204" pitchFamily="50" charset="-128"/>
              </a:rPr>
            </a:br>
            <a:r>
              <a:rPr lang="ja-JP" altLang="en-US" sz="563"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563" dirty="0">
                <a:latin typeface="メイリオ" panose="020B0604030504040204" pitchFamily="50" charset="-128"/>
                <a:ea typeface="メイリオ" panose="020B0604030504040204" pitchFamily="50" charset="-128"/>
              </a:rPr>
              <a:t>100</a:t>
            </a:r>
            <a:r>
              <a:rPr lang="ja-JP" altLang="en-US" sz="563" dirty="0">
                <a:latin typeface="メイリオ" panose="020B0604030504040204" pitchFamily="50" charset="-128"/>
                <a:ea typeface="メイリオ" panose="020B0604030504040204" pitchFamily="50" charset="-128"/>
              </a:rPr>
              <a:t>～</a:t>
            </a:r>
            <a:r>
              <a:rPr lang="en-US" altLang="ja-JP" sz="563" dirty="0">
                <a:latin typeface="メイリオ" panose="020B0604030504040204" pitchFamily="50" charset="-128"/>
                <a:ea typeface="メイリオ" panose="020B0604030504040204" pitchFamily="50" charset="-128"/>
              </a:rPr>
              <a:t>999</a:t>
            </a:r>
            <a:r>
              <a:rPr lang="ja-JP" altLang="en-US" sz="563" dirty="0">
                <a:latin typeface="メイリオ" panose="020B0604030504040204" pitchFamily="50" charset="-128"/>
                <a:ea typeface="メイリオ" panose="020B0604030504040204" pitchFamily="50" charset="-128"/>
              </a:rPr>
              <a:t>点のスコアで見える化します。</a:t>
            </a:r>
            <a:endParaRPr lang="en-US" altLang="ja-JP" sz="563" dirty="0">
              <a:latin typeface="メイリオ" panose="020B0604030504040204" pitchFamily="50" charset="-128"/>
              <a:ea typeface="メイリオ" panose="020B0604030504040204" pitchFamily="50" charset="-128"/>
            </a:endParaRPr>
          </a:p>
          <a:p>
            <a:endParaRPr lang="en-US" altLang="ja-JP"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563" b="1" dirty="0">
                <a:solidFill>
                  <a:srgbClr val="FF0000"/>
                </a:solidFill>
                <a:latin typeface="メイリオ" panose="020B0604030504040204" pitchFamily="50" charset="-128"/>
                <a:ea typeface="メイリオ" panose="020B0604030504040204" pitchFamily="50" charset="-128"/>
              </a:rPr>
              <a:t>楽しみながら継続</a:t>
            </a:r>
            <a:r>
              <a:rPr lang="ja-JP" altLang="en-US" sz="563"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2428535" y="3168602"/>
            <a:ext cx="1384296" cy="248209"/>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仕組み</a:t>
            </a:r>
          </a:p>
        </p:txBody>
      </p:sp>
      <p:sp>
        <p:nvSpPr>
          <p:cNvPr id="19" name="TextBox 18">
            <a:extLst>
              <a:ext uri="{FF2B5EF4-FFF2-40B4-BE49-F238E27FC236}">
                <a16:creationId xmlns:a16="http://schemas.microsoft.com/office/drawing/2014/main" id="{E8CDA70B-4B05-99BF-31D8-590B8DBB8931}"/>
              </a:ext>
            </a:extLst>
          </p:cNvPr>
          <p:cNvSpPr txBox="1"/>
          <p:nvPr/>
        </p:nvSpPr>
        <p:spPr>
          <a:xfrm>
            <a:off x="2541192" y="3354771"/>
            <a:ext cx="4007459" cy="1218475"/>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本体に内蔵されたセンサーで、スイング中の</a:t>
            </a:r>
            <a:r>
              <a:rPr lang="en-US" altLang="ja-JP" sz="563" dirty="0">
                <a:latin typeface="メイリオ" panose="020B0604030504040204" pitchFamily="50" charset="-128"/>
                <a:ea typeface="メイリオ" panose="020B0604030504040204" pitchFamily="50" charset="-128"/>
              </a:rPr>
              <a:t>2</a:t>
            </a:r>
            <a:r>
              <a:rPr lang="ja-JP" altLang="en-US" sz="563" dirty="0">
                <a:latin typeface="メイリオ" panose="020B0604030504040204" pitchFamily="50" charset="-128"/>
                <a:ea typeface="メイリオ" panose="020B0604030504040204" pitchFamily="50" charset="-128"/>
              </a:rPr>
              <a:t>つの動きを読み取ります。</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FF0000"/>
                </a:solidFill>
                <a:latin typeface="メイリオ" panose="020B0604030504040204" pitchFamily="50" charset="-128"/>
                <a:ea typeface="メイリオ" panose="020B0604030504040204" pitchFamily="50" charset="-128"/>
              </a:rPr>
              <a:t>1. </a:t>
            </a:r>
            <a:r>
              <a:rPr lang="ja-JP" altLang="en-US" sz="563" b="1" dirty="0">
                <a:solidFill>
                  <a:srgbClr val="FF0000"/>
                </a:solidFill>
                <a:latin typeface="メイリオ" panose="020B0604030504040204" pitchFamily="50" charset="-128"/>
                <a:ea typeface="メイリオ" panose="020B0604030504040204" pitchFamily="50" charset="-128"/>
              </a:rPr>
              <a:t>加速度</a:t>
            </a:r>
          </a:p>
          <a:p>
            <a:r>
              <a:rPr lang="ja-JP" altLang="en-US" sz="563" dirty="0">
                <a:latin typeface="メイリオ" panose="020B0604030504040204" pitchFamily="50" charset="-128"/>
                <a:ea typeface="メイリオ" panose="020B0604030504040204" pitchFamily="50" charset="-128"/>
              </a:rPr>
              <a:t>   どれだけ力強くバットを動かしたか</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0070C0"/>
                </a:solidFill>
                <a:latin typeface="メイリオ" panose="020B0604030504040204" pitchFamily="50" charset="-128"/>
                <a:ea typeface="メイリオ" panose="020B0604030504040204" pitchFamily="50" charset="-128"/>
              </a:rPr>
              <a:t>2. </a:t>
            </a:r>
            <a:r>
              <a:rPr lang="ja-JP" altLang="en-US" sz="563" b="1" dirty="0">
                <a:solidFill>
                  <a:srgbClr val="0070C0"/>
                </a:solidFill>
                <a:latin typeface="メイリオ" panose="020B0604030504040204" pitchFamily="50" charset="-128"/>
                <a:ea typeface="メイリオ" panose="020B0604030504040204" pitchFamily="50" charset="-128"/>
              </a:rPr>
              <a:t>回転速度</a:t>
            </a:r>
          </a:p>
          <a:p>
            <a:r>
              <a:rPr lang="ja-JP" altLang="en-US" sz="563" dirty="0">
                <a:latin typeface="メイリオ" panose="020B0604030504040204" pitchFamily="50" charset="-128"/>
                <a:ea typeface="メイリオ" panose="020B0604030504040204" pitchFamily="50" charset="-128"/>
              </a:rPr>
              <a:t>   どれだけ速くバットが回ったか</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スコアは、</a:t>
            </a:r>
            <a:r>
              <a:rPr lang="ja-JP" altLang="en-US" sz="563" b="1" dirty="0">
                <a:solidFill>
                  <a:srgbClr val="FF0000"/>
                </a:solidFill>
                <a:latin typeface="メイリオ" panose="020B0604030504040204" pitchFamily="50" charset="-128"/>
                <a:ea typeface="メイリオ" panose="020B0604030504040204" pitchFamily="50" charset="-128"/>
              </a:rPr>
              <a:t>強い加速度</a:t>
            </a:r>
            <a:r>
              <a:rPr lang="ja-JP" altLang="en-US" sz="563" dirty="0">
                <a:latin typeface="メイリオ" panose="020B0604030504040204" pitchFamily="50" charset="-128"/>
                <a:ea typeface="メイリオ" panose="020B0604030504040204" pitchFamily="50" charset="-128"/>
              </a:rPr>
              <a:t>がどれだけ続いたかと、</a:t>
            </a:r>
          </a:p>
          <a:p>
            <a:r>
              <a:rPr lang="ja-JP" altLang="en-US" sz="563" dirty="0">
                <a:latin typeface="メイリオ" panose="020B0604030504040204" pitchFamily="50" charset="-128"/>
                <a:ea typeface="メイリオ" panose="020B0604030504040204" pitchFamily="50" charset="-128"/>
              </a:rPr>
              <a:t>スイング中の</a:t>
            </a:r>
            <a:r>
              <a:rPr lang="ja-JP" altLang="en-US" sz="563" b="1" dirty="0">
                <a:solidFill>
                  <a:srgbClr val="0070C0"/>
                </a:solidFill>
                <a:latin typeface="メイリオ" panose="020B0604030504040204" pitchFamily="50" charset="-128"/>
                <a:ea typeface="メイリオ" panose="020B0604030504040204" pitchFamily="50" charset="-128"/>
              </a:rPr>
              <a:t>回転速度の高さ</a:t>
            </a:r>
            <a:r>
              <a:rPr lang="ja-JP" altLang="en-US" sz="563" dirty="0">
                <a:latin typeface="メイリオ" panose="020B0604030504040204" pitchFamily="50" charset="-128"/>
                <a:ea typeface="メイリオ" panose="020B0604030504040204" pitchFamily="50" charset="-128"/>
              </a:rPr>
              <a:t>をもとに計算しています。</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563" dirty="0">
                <a:latin typeface="メイリオ" panose="020B0604030504040204" pitchFamily="50" charset="-128"/>
                <a:ea typeface="メイリオ" panose="020B0604030504040204" pitchFamily="50" charset="-128"/>
              </a:rPr>
              <a:t>※</a:t>
            </a:r>
            <a:r>
              <a:rPr lang="ja-JP" altLang="en-US" sz="563"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2542869" y="4532018"/>
            <a:ext cx="3526462" cy="2136553"/>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4677414" y="5789983"/>
            <a:ext cx="2116478" cy="104144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4717496" y="5845555"/>
            <a:ext cx="1268008" cy="196208"/>
          </a:xfrm>
          <a:prstGeom prst="rect">
            <a:avLst/>
          </a:prstGeom>
          <a:noFill/>
        </p:spPr>
        <p:txBody>
          <a:bodyPr wrap="square" rtlCol="0">
            <a:spAutoFit/>
          </a:bodyPr>
          <a:lstStyle/>
          <a:p>
            <a:r>
              <a:rPr lang="en-US" altLang="ja-JP" sz="675" b="1" dirty="0">
                <a:effectLst>
                  <a:glow rad="127000">
                    <a:schemeClr val="bg1"/>
                  </a:glow>
                </a:effectLst>
                <a:latin typeface="メイリオ" panose="020B0604030504040204" pitchFamily="50" charset="-128"/>
                <a:ea typeface="メイリオ" panose="020B0604030504040204" pitchFamily="50" charset="-128"/>
              </a:rPr>
              <a:t>329</a:t>
            </a:r>
            <a:r>
              <a:rPr lang="ja-JP" altLang="en-US" sz="675" b="1" dirty="0">
                <a:effectLst>
                  <a:glow rad="127000">
                    <a:schemeClr val="bg1"/>
                  </a:glow>
                </a:effectLst>
                <a:latin typeface="メイリオ" panose="020B0604030504040204" pitchFamily="50" charset="-128"/>
                <a:ea typeface="メイリオ" panose="020B0604030504040204" pitchFamily="50" charset="-128"/>
              </a:rPr>
              <a:t>点のスイング</a:t>
            </a:r>
          </a:p>
        </p:txBody>
      </p:sp>
      <p:sp>
        <p:nvSpPr>
          <p:cNvPr id="20" name="TextBox 19">
            <a:extLst>
              <a:ext uri="{FF2B5EF4-FFF2-40B4-BE49-F238E27FC236}">
                <a16:creationId xmlns:a16="http://schemas.microsoft.com/office/drawing/2014/main" id="{E6165A23-AE5F-0508-3F9E-0BAFDF83FC77}"/>
              </a:ext>
            </a:extLst>
          </p:cNvPr>
          <p:cNvSpPr txBox="1"/>
          <p:nvPr/>
        </p:nvSpPr>
        <p:spPr>
          <a:xfrm>
            <a:off x="2542869" y="4627840"/>
            <a:ext cx="1268008" cy="369332"/>
          </a:xfrm>
          <a:prstGeom prst="rect">
            <a:avLst/>
          </a:prstGeom>
          <a:noFill/>
        </p:spPr>
        <p:txBody>
          <a:bodyPr wrap="square" rtlCol="0">
            <a:spAutoFit/>
          </a:bodyPr>
          <a:lstStyle/>
          <a:p>
            <a:r>
              <a:rPr lang="ja-JP" altLang="en-US" sz="900" b="1" dirty="0">
                <a:effectLst>
                  <a:glow rad="127000">
                    <a:schemeClr val="bg1"/>
                  </a:glow>
                </a:effectLst>
                <a:latin typeface="メイリオ" panose="020B0604030504040204" pitchFamily="50" charset="-128"/>
                <a:ea typeface="メイリオ" panose="020B0604030504040204" pitchFamily="50" charset="-128"/>
              </a:rPr>
              <a:t>例）</a:t>
            </a:r>
            <a:r>
              <a:rPr lang="en-US" altLang="ja-JP" sz="900" b="1" dirty="0">
                <a:effectLst>
                  <a:glow rad="127000">
                    <a:schemeClr val="bg1"/>
                  </a:glow>
                </a:effectLst>
                <a:latin typeface="メイリオ" panose="020B0604030504040204" pitchFamily="50" charset="-128"/>
                <a:ea typeface="メイリオ" panose="020B0604030504040204" pitchFamily="50" charset="-128"/>
              </a:rPr>
              <a:t>751</a:t>
            </a:r>
            <a:r>
              <a:rPr lang="ja-JP" altLang="en-US" sz="900" b="1" dirty="0">
                <a:effectLst>
                  <a:glow rad="127000">
                    <a:schemeClr val="bg1"/>
                  </a:glow>
                </a:effectLst>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1202616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143124" y="3614572"/>
            <a:ext cx="1930454" cy="1165942"/>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143124" y="4996607"/>
            <a:ext cx="1945024" cy="1165943"/>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3471325" y="3614571"/>
            <a:ext cx="1938825" cy="1165943"/>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3470823" y="4953000"/>
            <a:ext cx="1939327" cy="1165943"/>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2151324" y="3659298"/>
            <a:ext cx="1171824" cy="1028167"/>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757</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lang="en-US" altLang="ja-JP" sz="394"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高得点。</a:t>
            </a:r>
            <a:endParaRPr lang="en-US" altLang="ja-JP" sz="394"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2151324" y="5036862"/>
            <a:ext cx="1171824" cy="48224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470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加速が弱く、長く続いている割にはピークが低い。</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力を抜いてゆっくり振ったスイング。</a:t>
            </a:r>
            <a:endParaRPr lang="en-US" altLang="ja-JP" sz="394"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5543053" y="3659298"/>
            <a:ext cx="1171824" cy="906851"/>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680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典型的な「手振りスイング」。</a:t>
            </a:r>
            <a:endParaRPr lang="en-US" altLang="ja-JP" sz="394"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5557826" y="5036861"/>
            <a:ext cx="1171824" cy="72487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655</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加速は十分に継続しているが、回転速度がそれについてきていない。</a:t>
            </a:r>
            <a:br>
              <a:rPr lang="en-US" altLang="ja-JP" sz="394" dirty="0">
                <a:latin typeface="メイリオ" panose="020B0604030504040204" pitchFamily="50" charset="-128"/>
                <a:ea typeface="メイリオ" panose="020B0604030504040204" pitchFamily="50" charset="-128"/>
              </a:rPr>
            </a:b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lang="en-US" altLang="ja-JP" sz="394"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6" b="11122"/>
          <a:stretch>
            <a:fillRect/>
          </a:stretch>
        </p:blipFill>
        <p:spPr>
          <a:xfrm>
            <a:off x="1331124" y="4316771"/>
            <a:ext cx="4195753" cy="2075829"/>
          </a:xfrm>
          <a:prstGeom prst="roundRect">
            <a:avLst>
              <a:gd name="adj" fmla="val 2021"/>
            </a:avLst>
          </a:prstGeom>
          <a:ln>
            <a:solidFill>
              <a:schemeClr val="accent1">
                <a:lumMod val="75000"/>
              </a:schemeClr>
            </a:solidFill>
          </a:ln>
          <a:effectLst>
            <a:outerShdw blurRad="50800" dist="38100" algn="l" rotWithShape="0">
              <a:prstClr val="black">
                <a:alpha val="40000"/>
              </a:prstClr>
            </a:outerShdw>
          </a:effectLst>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2030564" y="5102833"/>
            <a:ext cx="670892" cy="449497"/>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2690567" y="4670501"/>
            <a:ext cx="670892" cy="233052"/>
          </a:xfrm>
          <a:prstGeom prst="wedgeRoundRectCallout">
            <a:avLst>
              <a:gd name="adj1" fmla="val 64852"/>
              <a:gd name="adj2" fmla="val 3806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が最大に。</a:t>
            </a: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2904555" y="5631071"/>
            <a:ext cx="670892" cy="329198"/>
          </a:xfrm>
          <a:prstGeom prst="wedgeRoundRectCallout">
            <a:avLst>
              <a:gd name="adj1" fmla="val 20514"/>
              <a:gd name="adj2" fmla="val -8214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インパクトへ向けて動きが強まり、</a:t>
            </a:r>
          </a:p>
          <a:p>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3831987" y="4762216"/>
            <a:ext cx="772160" cy="356233"/>
          </a:xfrm>
          <a:prstGeom prst="wedgeRoundRectCallout">
            <a:avLst>
              <a:gd name="adj1" fmla="val -80527"/>
              <a:gd name="adj2" fmla="val 73238"/>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4218067" y="5233930"/>
            <a:ext cx="670892" cy="348820"/>
          </a:xfrm>
          <a:prstGeom prst="wedgeRoundRectCallout">
            <a:avLst>
              <a:gd name="adj1" fmla="val -83513"/>
              <a:gd name="adj2" fmla="val -5406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45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pic>
        <p:nvPicPr>
          <p:cNvPr id="2" name="Picture 1">
            <a:extLst>
              <a:ext uri="{FF2B5EF4-FFF2-40B4-BE49-F238E27FC236}">
                <a16:creationId xmlns:a16="http://schemas.microsoft.com/office/drawing/2014/main" id="{42DE7409-1584-A268-5110-14E8BDB151D2}"/>
              </a:ext>
            </a:extLst>
          </p:cNvPr>
          <p:cNvPicPr>
            <a:picLocks noChangeAspect="1"/>
          </p:cNvPicPr>
          <p:nvPr/>
        </p:nvPicPr>
        <p:blipFill>
          <a:blip r:embed="rId3"/>
          <a:stretch>
            <a:fillRect/>
          </a:stretch>
        </p:blipFill>
        <p:spPr>
          <a:xfrm>
            <a:off x="4677414" y="3196802"/>
            <a:ext cx="2116478" cy="1041442"/>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7C296E35-6E68-D4E4-24CF-7B0CC7BE092B}"/>
              </a:ext>
            </a:extLst>
          </p:cNvPr>
          <p:cNvSpPr txBox="1"/>
          <p:nvPr/>
        </p:nvSpPr>
        <p:spPr>
          <a:xfrm>
            <a:off x="5707856" y="5261162"/>
            <a:ext cx="1150144" cy="1045223"/>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装置内部では、</a:t>
            </a:r>
            <a:endParaRPr lang="en-US" altLang="ja-JP" sz="563" b="1" dirty="0">
              <a:latin typeface="メイリオ" panose="020B0604030504040204" pitchFamily="50" charset="-128"/>
              <a:ea typeface="メイリオ" panose="020B0604030504040204" pitchFamily="50" charset="-128"/>
            </a:endParaRPr>
          </a:p>
          <a:p>
            <a:br>
              <a:rPr lang="en-US" altLang="ja-JP" sz="563" b="1" dirty="0">
                <a:latin typeface="メイリオ" panose="020B0604030504040204" pitchFamily="50" charset="-128"/>
                <a:ea typeface="メイリオ" panose="020B0604030504040204" pitchFamily="50" charset="-128"/>
              </a:rPr>
            </a:br>
            <a:r>
              <a:rPr lang="ja-JP" altLang="en-US" sz="563" b="1" dirty="0">
                <a:latin typeface="メイリオ" panose="020B0604030504040204" pitchFamily="50" charset="-128"/>
                <a:ea typeface="メイリオ" panose="020B0604030504040204" pitchFamily="50" charset="-128"/>
              </a:rPr>
              <a:t>　　 の面積と</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の高さ</a:t>
            </a:r>
            <a:endParaRPr lang="en-US" altLang="ja-JP" sz="563" b="1" dirty="0">
              <a:latin typeface="メイリオ" panose="020B0604030504040204" pitchFamily="50" charset="-128"/>
              <a:ea typeface="メイリオ" panose="020B0604030504040204" pitchFamily="50" charset="-128"/>
            </a:endParaRPr>
          </a:p>
          <a:p>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を元にスコアを算出しています。</a:t>
            </a:r>
            <a:br>
              <a:rPr lang="en-US" altLang="ja-JP" sz="563" b="1" dirty="0">
                <a:latin typeface="メイリオ" panose="020B0604030504040204" pitchFamily="50" charset="-128"/>
                <a:ea typeface="メイリオ" panose="020B0604030504040204" pitchFamily="50" charset="-128"/>
              </a:rPr>
            </a:br>
            <a:br>
              <a:rPr lang="en-US" altLang="ja-JP" sz="563" b="1" dirty="0">
                <a:latin typeface="メイリオ" panose="020B0604030504040204" pitchFamily="50" charset="-128"/>
                <a:ea typeface="メイリオ" panose="020B0604030504040204" pitchFamily="50" charset="-128"/>
              </a:rPr>
            </a:br>
            <a:endParaRPr lang="en-US" altLang="ja-JP" sz="563" b="1" dirty="0">
              <a:latin typeface="メイリオ" panose="020B0604030504040204" pitchFamily="50" charset="-128"/>
              <a:ea typeface="メイリオ" panose="020B0604030504040204" pitchFamily="50" charset="-128"/>
            </a:endParaRPr>
          </a:p>
          <a:p>
            <a:endParaRPr lang="ja-JP" altLang="en-US" sz="563" b="1" dirty="0">
              <a:latin typeface="メイリオ" panose="020B0604030504040204" pitchFamily="50" charset="-128"/>
              <a:ea typeface="メイリオ" panose="020B0604030504040204" pitchFamily="50" charset="-128"/>
            </a:endParaRPr>
          </a:p>
        </p:txBody>
      </p:sp>
      <p:sp>
        <p:nvSpPr>
          <p:cNvPr id="35" name="Right Triangle 34">
            <a:extLst>
              <a:ext uri="{FF2B5EF4-FFF2-40B4-BE49-F238E27FC236}">
                <a16:creationId xmlns:a16="http://schemas.microsoft.com/office/drawing/2014/main" id="{F738E0DD-2374-8EE7-9403-360A4ADF9E0C}"/>
              </a:ext>
            </a:extLst>
          </p:cNvPr>
          <p:cNvSpPr/>
          <p:nvPr/>
        </p:nvSpPr>
        <p:spPr>
          <a:xfrm flipH="1">
            <a:off x="5760534" y="5442593"/>
            <a:ext cx="107901" cy="85880"/>
          </a:xfrm>
          <a:prstGeom prst="rtTriangle">
            <a:avLst/>
          </a:prstGeom>
          <a:solidFill>
            <a:srgbClr val="F0DAD0"/>
          </a:solidFill>
          <a:ln>
            <a:solidFill>
              <a:srgbClr val="BA51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pic>
        <p:nvPicPr>
          <p:cNvPr id="41" name="Picture 40">
            <a:extLst>
              <a:ext uri="{FF2B5EF4-FFF2-40B4-BE49-F238E27FC236}">
                <a16:creationId xmlns:a16="http://schemas.microsoft.com/office/drawing/2014/main" id="{E87E0DA9-8F7A-F8FD-30B6-C0FD46C734F1}"/>
              </a:ext>
            </a:extLst>
          </p:cNvPr>
          <p:cNvPicPr>
            <a:picLocks noChangeAspect="1"/>
          </p:cNvPicPr>
          <p:nvPr/>
        </p:nvPicPr>
        <p:blipFill>
          <a:blip r:embed="rId4"/>
          <a:stretch>
            <a:fillRect/>
          </a:stretch>
        </p:blipFill>
        <p:spPr>
          <a:xfrm>
            <a:off x="5760534" y="5584745"/>
            <a:ext cx="136133" cy="136133"/>
          </a:xfrm>
          <a:prstGeom prst="rect">
            <a:avLst/>
          </a:prstGeom>
        </p:spPr>
      </p:pic>
    </p:spTree>
    <p:extLst>
      <p:ext uri="{BB962C8B-B14F-4D97-AF65-F5344CB8AC3E}">
        <p14:creationId xmlns:p14="http://schemas.microsoft.com/office/powerpoint/2010/main" val="3231599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E8C3DBA5-C020-DD00-EF86-DA82624D3ECC}"/>
              </a:ext>
            </a:extLst>
          </p:cNvPr>
          <p:cNvGrpSpPr/>
          <p:nvPr/>
        </p:nvGrpSpPr>
        <p:grpSpPr>
          <a:xfrm>
            <a:off x="1822" y="3024188"/>
            <a:ext cx="6854356" cy="3857625"/>
            <a:chOff x="1822" y="3024188"/>
            <a:chExt cx="6854356" cy="3857625"/>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1822" y="3024188"/>
              <a:ext cx="6854356" cy="3857625"/>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1050087"/>
                  <a:chOff x="4708363" y="1010723"/>
                  <a:chExt cx="1155813" cy="105008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5"/>
                    <a:ext cx="333906" cy="379819"/>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ON</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9" y="1573155"/>
                    <a:ext cx="430547" cy="487655"/>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OFF</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4217168" y="3798967"/>
              <a:ext cx="668750" cy="668750"/>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4207728" y="4337169"/>
              <a:ext cx="668750" cy="802287"/>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4343274" y="5139422"/>
              <a:ext cx="416540" cy="418389"/>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4473793" y="502347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4366399" y="503014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grpSp>
      <p:sp>
        <p:nvSpPr>
          <p:cNvPr id="34" name="TextBox 33">
            <a:extLst>
              <a:ext uri="{FF2B5EF4-FFF2-40B4-BE49-F238E27FC236}">
                <a16:creationId xmlns:a16="http://schemas.microsoft.com/office/drawing/2014/main" id="{374A2ABB-E2A0-D18D-2CE1-6BEEE58CB6E7}"/>
              </a:ext>
            </a:extLst>
          </p:cNvPr>
          <p:cNvSpPr txBox="1"/>
          <p:nvPr/>
        </p:nvSpPr>
        <p:spPr>
          <a:xfrm>
            <a:off x="1283110" y="7322574"/>
            <a:ext cx="8494633" cy="646331"/>
          </a:xfrm>
          <a:prstGeom prst="rect">
            <a:avLst/>
          </a:prstGeom>
          <a:noFill/>
        </p:spPr>
        <p:txBody>
          <a:bodyPr wrap="none" rtlCol="0">
            <a:spAutoFit/>
          </a:bodyPr>
          <a:lstStyle/>
          <a:p>
            <a:r>
              <a:rPr kumimoji="1" lang="ja-JP" altLang="en-US" dirty="0"/>
              <a:t>しばらく動きがない状態が続くと、本体は省電力状態になります。</a:t>
            </a:r>
            <a:endParaRPr kumimoji="1" lang="en-US" altLang="ja-JP" dirty="0"/>
          </a:p>
          <a:p>
            <a:r>
              <a:rPr kumimoji="1" lang="ja-JP" altLang="en-US" dirty="0"/>
              <a:t>再開する場合は、電源スイッチを一度オフにしてから、もう一度オンにします。</a:t>
            </a:r>
          </a:p>
        </p:txBody>
      </p:sp>
    </p:spTree>
    <p:extLst>
      <p:ext uri="{BB962C8B-B14F-4D97-AF65-F5344CB8AC3E}">
        <p14:creationId xmlns:p14="http://schemas.microsoft.com/office/powerpoint/2010/main" val="5016444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688A577-4AF9-B1ED-3EBD-3A4FB80BD14E}"/>
              </a:ext>
            </a:extLst>
          </p:cNvPr>
          <p:cNvPicPr>
            <a:picLocks noChangeAspect="1"/>
          </p:cNvPicPr>
          <p:nvPr/>
        </p:nvPicPr>
        <p:blipFill>
          <a:blip r:embed="rId2"/>
          <a:stretch/>
        </p:blipFill>
        <p:spPr>
          <a:xfrm>
            <a:off x="368089" y="3595116"/>
            <a:ext cx="1249535" cy="1666047"/>
          </a:xfrm>
          <a:prstGeom prst="rect">
            <a:avLst/>
          </a:prstGeom>
        </p:spPr>
      </p:pic>
      <p:grpSp>
        <p:nvGrpSpPr>
          <p:cNvPr id="14" name="Group 13">
            <a:extLst>
              <a:ext uri="{FF2B5EF4-FFF2-40B4-BE49-F238E27FC236}">
                <a16:creationId xmlns:a16="http://schemas.microsoft.com/office/drawing/2014/main" id="{FA52F8F6-EB52-8E2C-2FBA-722CA6984644}"/>
              </a:ext>
            </a:extLst>
          </p:cNvPr>
          <p:cNvGrpSpPr/>
          <p:nvPr/>
        </p:nvGrpSpPr>
        <p:grpSpPr>
          <a:xfrm>
            <a:off x="3872" y="3024188"/>
            <a:ext cx="6850257" cy="3857625"/>
            <a:chOff x="6883" y="0"/>
            <a:chExt cx="12178234" cy="6858000"/>
          </a:xfrm>
        </p:grpSpPr>
        <p:pic>
          <p:nvPicPr>
            <p:cNvPr id="4" name="Picture 3">
              <a:extLst>
                <a:ext uri="{FF2B5EF4-FFF2-40B4-BE49-F238E27FC236}">
                  <a16:creationId xmlns:a16="http://schemas.microsoft.com/office/drawing/2014/main" id="{A819E6B1-4BE1-26CC-06FC-18FC07167D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3" y="0"/>
              <a:ext cx="12178234" cy="6858000"/>
            </a:xfrm>
            <a:prstGeom prst="rect">
              <a:avLst/>
            </a:prstGeom>
          </p:spPr>
        </p:pic>
        <p:sp>
          <p:nvSpPr>
            <p:cNvPr id="13" name="Rectangle 12">
              <a:extLst>
                <a:ext uri="{FF2B5EF4-FFF2-40B4-BE49-F238E27FC236}">
                  <a16:creationId xmlns:a16="http://schemas.microsoft.com/office/drawing/2014/main" id="{8D0DBBD1-9B73-2EE3-6774-DC609A3BD4D6}"/>
                </a:ext>
              </a:extLst>
            </p:cNvPr>
            <p:cNvSpPr/>
            <p:nvPr/>
          </p:nvSpPr>
          <p:spPr>
            <a:xfrm>
              <a:off x="3829050" y="1193800"/>
              <a:ext cx="5003800" cy="4406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3" name="Picture 22">
            <a:extLst>
              <a:ext uri="{FF2B5EF4-FFF2-40B4-BE49-F238E27FC236}">
                <a16:creationId xmlns:a16="http://schemas.microsoft.com/office/drawing/2014/main" id="{22DC0AA4-AAC7-4E51-6169-4E004B22E0BA}"/>
              </a:ext>
            </a:extLst>
          </p:cNvPr>
          <p:cNvPicPr>
            <a:picLocks noChangeAspect="1"/>
          </p:cNvPicPr>
          <p:nvPr/>
        </p:nvPicPr>
        <p:blipFill>
          <a:blip r:embed="rId2"/>
          <a:stretch/>
        </p:blipFill>
        <p:spPr>
          <a:xfrm>
            <a:off x="394612" y="3624039"/>
            <a:ext cx="1249535" cy="1666047"/>
          </a:xfrm>
          <a:prstGeom prst="rect">
            <a:avLst/>
          </a:prstGeom>
          <a:effectLst>
            <a:outerShdw blurRad="50800" dist="38100" dir="2700000" algn="tl" rotWithShape="0">
              <a:prstClr val="black">
                <a:alpha val="40000"/>
              </a:prstClr>
            </a:outerShdw>
          </a:effectLst>
        </p:spPr>
      </p:pic>
      <p:pic>
        <p:nvPicPr>
          <p:cNvPr id="32" name="Picture 31">
            <a:extLst>
              <a:ext uri="{FF2B5EF4-FFF2-40B4-BE49-F238E27FC236}">
                <a16:creationId xmlns:a16="http://schemas.microsoft.com/office/drawing/2014/main" id="{CF60CE18-7F12-4421-B96B-CA188C9F1A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3661" y="3640516"/>
            <a:ext cx="4286250" cy="1464036"/>
          </a:xfrm>
          <a:prstGeom prst="rect">
            <a:avLst/>
          </a:prstGeom>
        </p:spPr>
      </p:pic>
      <p:pic>
        <p:nvPicPr>
          <p:cNvPr id="47" name="Picture 46">
            <a:extLst>
              <a:ext uri="{FF2B5EF4-FFF2-40B4-BE49-F238E27FC236}">
                <a16:creationId xmlns:a16="http://schemas.microsoft.com/office/drawing/2014/main" id="{6A34154F-6612-41EA-C36D-0A6B8E3B0BF0}"/>
              </a:ext>
            </a:extLst>
          </p:cNvPr>
          <p:cNvPicPr>
            <a:picLocks noChangeAspect="1"/>
          </p:cNvPicPr>
          <p:nvPr/>
        </p:nvPicPr>
        <p:blipFill>
          <a:blip r:embed="rId5"/>
          <a:stretch>
            <a:fillRect/>
          </a:stretch>
        </p:blipFill>
        <p:spPr>
          <a:xfrm>
            <a:off x="5770008" y="5374367"/>
            <a:ext cx="845820" cy="666705"/>
          </a:xfrm>
          <a:prstGeom prst="rect">
            <a:avLst/>
          </a:prstGeom>
        </p:spPr>
      </p:pic>
      <p:pic>
        <p:nvPicPr>
          <p:cNvPr id="56" name="Picture 55">
            <a:extLst>
              <a:ext uri="{FF2B5EF4-FFF2-40B4-BE49-F238E27FC236}">
                <a16:creationId xmlns:a16="http://schemas.microsoft.com/office/drawing/2014/main" id="{4A41588D-8233-ECEF-102D-E41FD70200A7}"/>
              </a:ext>
            </a:extLst>
          </p:cNvPr>
          <p:cNvPicPr>
            <a:picLocks noChangeAspect="1"/>
          </p:cNvPicPr>
          <p:nvPr/>
        </p:nvPicPr>
        <p:blipFill>
          <a:blip r:embed="rId6"/>
          <a:stretch>
            <a:fillRect/>
          </a:stretch>
        </p:blipFill>
        <p:spPr>
          <a:xfrm>
            <a:off x="2314032" y="5078275"/>
            <a:ext cx="3348361" cy="1686283"/>
          </a:xfrm>
          <a:prstGeom prst="rect">
            <a:avLst/>
          </a:prstGeom>
        </p:spPr>
      </p:pic>
      <p:sp>
        <p:nvSpPr>
          <p:cNvPr id="21" name="TextBox 20">
            <a:extLst>
              <a:ext uri="{FF2B5EF4-FFF2-40B4-BE49-F238E27FC236}">
                <a16:creationId xmlns:a16="http://schemas.microsoft.com/office/drawing/2014/main" id="{D6F60707-5C74-6624-DCBE-9C680BDFFA6E}"/>
              </a:ext>
            </a:extLst>
          </p:cNvPr>
          <p:cNvSpPr txBox="1"/>
          <p:nvPr/>
        </p:nvSpPr>
        <p:spPr>
          <a:xfrm flipH="1">
            <a:off x="2327018" y="5084397"/>
            <a:ext cx="3298685" cy="192117"/>
          </a:xfrm>
          <a:prstGeom prst="round2SameRect">
            <a:avLst/>
          </a:prstGeom>
          <a:solidFill>
            <a:srgbClr val="0070C0"/>
          </a:solidFill>
        </p:spPr>
        <p:txBody>
          <a:bodyPr wrap="square" rtlCol="0" anchor="ctr">
            <a:spAutoFit/>
          </a:bodyPr>
          <a:lstStyle/>
          <a:p>
            <a:pPr algn="ctr"/>
            <a:r>
              <a:rPr lang="ja-JP" altLang="en-US" sz="591" b="1" dirty="0">
                <a:solidFill>
                  <a:schemeClr val="bg1"/>
                </a:solidFill>
                <a:latin typeface="メイリオ" panose="020B0604030504040204" pitchFamily="50" charset="-128"/>
                <a:ea typeface="メイリオ" panose="020B0604030504040204" pitchFamily="50" charset="-128"/>
              </a:rPr>
              <a:t>例）</a:t>
            </a:r>
            <a:r>
              <a:rPr lang="en-US" altLang="ja-JP" sz="591" b="1" dirty="0">
                <a:solidFill>
                  <a:schemeClr val="bg1"/>
                </a:solidFill>
                <a:latin typeface="メイリオ" panose="020B0604030504040204" pitchFamily="50" charset="-128"/>
                <a:ea typeface="メイリオ" panose="020B0604030504040204" pitchFamily="50" charset="-128"/>
              </a:rPr>
              <a:t>751</a:t>
            </a:r>
            <a:r>
              <a:rPr lang="ja-JP" altLang="en-US" sz="591" b="1" dirty="0">
                <a:solidFill>
                  <a:schemeClr val="bg1"/>
                </a:solidFill>
                <a:latin typeface="メイリオ" panose="020B0604030504040204" pitchFamily="50" charset="-128"/>
                <a:ea typeface="メイリオ" panose="020B0604030504040204" pitchFamily="50" charset="-128"/>
              </a:rPr>
              <a:t>点のスイング</a:t>
            </a:r>
          </a:p>
        </p:txBody>
      </p:sp>
      <p:pic>
        <p:nvPicPr>
          <p:cNvPr id="18" name="Picture 17">
            <a:extLst>
              <a:ext uri="{FF2B5EF4-FFF2-40B4-BE49-F238E27FC236}">
                <a16:creationId xmlns:a16="http://schemas.microsoft.com/office/drawing/2014/main" id="{44ADC162-AAE3-1EBE-6A85-A90F8EEBC27D}"/>
              </a:ext>
            </a:extLst>
          </p:cNvPr>
          <p:cNvPicPr>
            <a:picLocks noChangeAspect="1"/>
          </p:cNvPicPr>
          <p:nvPr/>
        </p:nvPicPr>
        <p:blipFill>
          <a:blip r:embed="rId7"/>
          <a:stretch>
            <a:fillRect/>
          </a:stretch>
        </p:blipFill>
        <p:spPr>
          <a:xfrm>
            <a:off x="5182250" y="6038276"/>
            <a:ext cx="1541193" cy="758365"/>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3" name="Speech Bubble: Rectangle with Corners Rounded 32">
            <a:extLst>
              <a:ext uri="{FF2B5EF4-FFF2-40B4-BE49-F238E27FC236}">
                <a16:creationId xmlns:a16="http://schemas.microsoft.com/office/drawing/2014/main" id="{84ECD810-C288-76B2-B5B1-FCC29AE1D238}"/>
              </a:ext>
            </a:extLst>
          </p:cNvPr>
          <p:cNvSpPr/>
          <p:nvPr/>
        </p:nvSpPr>
        <p:spPr>
          <a:xfrm>
            <a:off x="5345748" y="6211035"/>
            <a:ext cx="476836" cy="247924"/>
          </a:xfrm>
          <a:prstGeom prst="wedgeRoundRectCallout">
            <a:avLst>
              <a:gd name="adj1" fmla="val 30422"/>
              <a:gd name="adj2" fmla="val -3890"/>
              <a:gd name="adj3" fmla="val 16667"/>
            </a:avLst>
          </a:prstGeom>
          <a:solidFill>
            <a:schemeClr val="bg1"/>
          </a:solidFill>
          <a:ln w="9525">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ピークが低く、立ち上がりも遅い「キレのない」</a:t>
            </a:r>
            <a:br>
              <a:rPr lang="en-US" altLang="ja-JP" sz="338"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スイング。</a:t>
            </a:r>
          </a:p>
        </p:txBody>
      </p:sp>
      <p:sp>
        <p:nvSpPr>
          <p:cNvPr id="48" name="TextBox 47">
            <a:extLst>
              <a:ext uri="{FF2B5EF4-FFF2-40B4-BE49-F238E27FC236}">
                <a16:creationId xmlns:a16="http://schemas.microsoft.com/office/drawing/2014/main" id="{E039A9B9-9F03-35B3-78AF-78A4FE13A949}"/>
              </a:ext>
            </a:extLst>
          </p:cNvPr>
          <p:cNvSpPr txBox="1"/>
          <p:nvPr/>
        </p:nvSpPr>
        <p:spPr>
          <a:xfrm flipH="1">
            <a:off x="5182249" y="6014179"/>
            <a:ext cx="1541192" cy="160389"/>
          </a:xfrm>
          <a:prstGeom prst="round2SameRect">
            <a:avLst/>
          </a:prstGeom>
          <a:solidFill>
            <a:srgbClr val="0070C0"/>
          </a:solidFill>
        </p:spPr>
        <p:txBody>
          <a:bodyPr wrap="square" rtlCol="0" anchor="ctr">
            <a:spAutoFit/>
          </a:bodyPr>
          <a:lstStyle/>
          <a:p>
            <a:pPr algn="ctr"/>
            <a:r>
              <a:rPr lang="ja-JP" altLang="en-US" sz="394" b="1" dirty="0">
                <a:solidFill>
                  <a:schemeClr val="bg1"/>
                </a:solidFill>
                <a:latin typeface="メイリオ" panose="020B0604030504040204" pitchFamily="50" charset="-128"/>
                <a:ea typeface="メイリオ" panose="020B0604030504040204" pitchFamily="50" charset="-128"/>
              </a:rPr>
              <a:t>例）</a:t>
            </a:r>
            <a:r>
              <a:rPr lang="en-US" altLang="ja-JP" sz="394" b="1" dirty="0">
                <a:solidFill>
                  <a:schemeClr val="bg1"/>
                </a:solidFill>
                <a:latin typeface="メイリオ" panose="020B0604030504040204" pitchFamily="50" charset="-128"/>
                <a:ea typeface="メイリオ" panose="020B0604030504040204" pitchFamily="50" charset="-128"/>
              </a:rPr>
              <a:t>325</a:t>
            </a:r>
            <a:r>
              <a:rPr lang="ja-JP" altLang="en-US" sz="394" b="1" dirty="0">
                <a:solidFill>
                  <a:schemeClr val="bg1"/>
                </a:solidFill>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3362710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1822" y="3024188"/>
            <a:ext cx="6854356" cy="3857625"/>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3833807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802" y="3520167"/>
            <a:ext cx="581667" cy="581667"/>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136867" y="3266999"/>
            <a:ext cx="1003906" cy="404085"/>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1376816" y="3665509"/>
            <a:ext cx="909042" cy="207749"/>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1376817" y="3976076"/>
            <a:ext cx="909042" cy="842486"/>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1281953" y="3335926"/>
            <a:ext cx="766818"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iOS</a:t>
            </a:r>
            <a:r>
              <a:rPr lang="ja-JP" altLang="en-US" sz="788"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1766179" y="3717973"/>
            <a:ext cx="124043" cy="1240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3" name="TextBox 12">
            <a:extLst>
              <a:ext uri="{FF2B5EF4-FFF2-40B4-BE49-F238E27FC236}">
                <a16:creationId xmlns:a16="http://schemas.microsoft.com/office/drawing/2014/main" id="{566FBD40-8123-2FE1-A1E5-7593C3EBE4D9}"/>
              </a:ext>
            </a:extLst>
          </p:cNvPr>
          <p:cNvSpPr txBox="1"/>
          <p:nvPr/>
        </p:nvSpPr>
        <p:spPr>
          <a:xfrm>
            <a:off x="2380479" y="3717973"/>
            <a:ext cx="766818"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1432113" y="4687010"/>
            <a:ext cx="792174" cy="12404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5" name="TextBox 14">
            <a:extLst>
              <a:ext uri="{FF2B5EF4-FFF2-40B4-BE49-F238E27FC236}">
                <a16:creationId xmlns:a16="http://schemas.microsoft.com/office/drawing/2014/main" id="{EBE74208-12CD-98B6-4E4A-C92850871DD1}"/>
              </a:ext>
            </a:extLst>
          </p:cNvPr>
          <p:cNvSpPr txBox="1"/>
          <p:nvPr/>
        </p:nvSpPr>
        <p:spPr>
          <a:xfrm>
            <a:off x="2380479" y="4280859"/>
            <a:ext cx="960919" cy="213648"/>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「もっと見る」を押すと出てくる「</a:t>
            </a:r>
            <a:r>
              <a:rPr lang="ja-JP" altLang="en-US" sz="394" b="1" dirty="0">
                <a:latin typeface="メイリオ" panose="020B0604030504040204" pitchFamily="50" charset="-128"/>
                <a:ea typeface="メイリオ" panose="020B0604030504040204" pitchFamily="50" charset="-128"/>
              </a:rPr>
              <a:t>ホーム画面に追加</a:t>
            </a:r>
            <a:r>
              <a:rPr lang="ja-JP" altLang="en-US" sz="394"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1511556" y="4870843"/>
            <a:ext cx="544698" cy="544698"/>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2380479" y="5056630"/>
            <a:ext cx="960919" cy="274306"/>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インストール完了。</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1376817" y="5529496"/>
            <a:ext cx="1034499"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Android</a:t>
            </a:r>
            <a:r>
              <a:rPr lang="ja-JP" altLang="en-US" sz="788"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1471783" y="5706685"/>
            <a:ext cx="1869615" cy="961802"/>
          </a:xfrm>
          <a:prstGeom prst="rect">
            <a:avLst/>
          </a:prstGeom>
          <a:noFill/>
        </p:spPr>
        <p:txBody>
          <a:bodyPr wrap="square">
            <a:spAutoFit/>
          </a:bodyPr>
          <a:lstStyle/>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画面右上にある </a:t>
            </a:r>
            <a:r>
              <a:rPr lang="ja-JP" altLang="ja-JP" sz="450" b="1" dirty="0">
                <a:latin typeface="メイリオ" panose="020B0604030504040204" pitchFamily="50" charset="-128"/>
                <a:ea typeface="メイリオ" panose="020B0604030504040204" pitchFamily="50" charset="-128"/>
              </a:rPr>
              <a:t>「︙」（メニューアイコン）</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メニューの中にある </a:t>
            </a:r>
            <a:r>
              <a:rPr lang="ja-JP" altLang="ja-JP" sz="450" b="1" dirty="0">
                <a:latin typeface="メイリオ" panose="020B0604030504040204" pitchFamily="50" charset="-128"/>
                <a:ea typeface="メイリオ" panose="020B0604030504040204" pitchFamily="50" charset="-128"/>
              </a:rPr>
              <a:t>「アプリをインストール」</a:t>
            </a:r>
            <a:r>
              <a:rPr lang="ja-JP" altLang="ja-JP" sz="450" dirty="0">
                <a:latin typeface="メイリオ" panose="020B0604030504040204" pitchFamily="50" charset="-128"/>
                <a:ea typeface="メイリオ" panose="020B0604030504040204" pitchFamily="50" charset="-128"/>
              </a:rPr>
              <a:t> または </a:t>
            </a:r>
            <a:r>
              <a:rPr lang="ja-JP" altLang="ja-JP" sz="450" b="1" dirty="0">
                <a:latin typeface="メイリオ" panose="020B0604030504040204" pitchFamily="50" charset="-128"/>
                <a:ea typeface="メイリオ" panose="020B0604030504040204" pitchFamily="50" charset="-128"/>
              </a:rPr>
              <a:t>「ホーム画面に追加」</a:t>
            </a:r>
            <a:r>
              <a:rPr lang="ja-JP" altLang="ja-JP" sz="450" dirty="0">
                <a:latin typeface="メイリオ" panose="020B0604030504040204" pitchFamily="50" charset="-128"/>
                <a:ea typeface="メイリオ" panose="020B0604030504040204" pitchFamily="50" charset="-128"/>
              </a:rPr>
              <a:t> を選択します。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確認画面で </a:t>
            </a:r>
            <a:r>
              <a:rPr lang="ja-JP" altLang="ja-JP" sz="450" b="1" dirty="0">
                <a:latin typeface="メイリオ" panose="020B0604030504040204" pitchFamily="50" charset="-128"/>
                <a:ea typeface="メイリオ" panose="020B0604030504040204" pitchFamily="50" charset="-128"/>
              </a:rPr>
              <a:t>「インストール」</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675"/>
              </a:spcAft>
            </a:pPr>
            <a:r>
              <a:rPr lang="ja-JP" altLang="ja-JP" sz="450" dirty="0">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226999" y="4125271"/>
            <a:ext cx="809210" cy="213648"/>
          </a:xfrm>
          <a:prstGeom prst="rect">
            <a:avLst/>
          </a:prstGeom>
          <a:noFill/>
        </p:spPr>
        <p:txBody>
          <a:bodyPr wrap="square" rtlCol="0">
            <a:spAutoFit/>
          </a:bodyPr>
          <a:lstStyle/>
          <a:p>
            <a:r>
              <a:rPr lang="en-US" altLang="ja-JP" sz="394" dirty="0">
                <a:latin typeface="メイリオ" panose="020B0604030504040204" pitchFamily="50" charset="-128"/>
                <a:ea typeface="メイリオ" panose="020B0604030504040204" pitchFamily="50" charset="-128"/>
              </a:rPr>
              <a:t>QR</a:t>
            </a:r>
            <a:r>
              <a:rPr lang="ja-JP" altLang="en-US" sz="394"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3647212" y="3335927"/>
            <a:ext cx="766818" cy="213585"/>
          </a:xfrm>
          <a:prstGeom prst="rect">
            <a:avLst/>
          </a:prstGeom>
          <a:noFill/>
        </p:spPr>
        <p:txBody>
          <a:bodyPr wrap="square" rtlCol="0">
            <a:spAutoFit/>
          </a:bodyPr>
          <a:lstStyle/>
          <a:p>
            <a:r>
              <a:rPr lang="ja-JP" altLang="en-US" sz="788"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3783428" y="3509051"/>
            <a:ext cx="1030930" cy="1001871"/>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4970028" y="3923425"/>
            <a:ext cx="960919"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4970028" y="4749032"/>
            <a:ext cx="1656452" cy="456279"/>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メニューから「バッジ」へ進みます。</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目標とごほうびを決めてあげてください。</a:t>
            </a:r>
            <a:br>
              <a:rPr lang="en-US" altLang="ja-JP" sz="394" dirty="0">
                <a:latin typeface="メイリオ" panose="020B0604030504040204" pitchFamily="50" charset="-128"/>
                <a:ea typeface="メイリオ" panose="020B0604030504040204" pitchFamily="50" charset="-128"/>
              </a:rPr>
            </a:br>
            <a:r>
              <a:rPr lang="en-US" altLang="ja-JP" sz="394" dirty="0">
                <a:latin typeface="メイリオ" panose="020B0604030504040204" pitchFamily="50" charset="-128"/>
                <a:ea typeface="メイリオ" panose="020B0604030504040204" pitchFamily="50" charset="-128"/>
              </a:rPr>
              <a:t>※</a:t>
            </a:r>
            <a:r>
              <a:rPr lang="ja-JP" altLang="en-US" sz="394" dirty="0">
                <a:latin typeface="メイリオ" panose="020B0604030504040204" pitchFamily="50" charset="-128"/>
                <a:ea typeface="メイリオ" panose="020B0604030504040204" pitchFamily="50" charset="-128"/>
              </a:rPr>
              <a:t> 最初は目標</a:t>
            </a:r>
            <a:r>
              <a:rPr lang="en-US" altLang="ja-JP" sz="394" dirty="0">
                <a:latin typeface="メイリオ" panose="020B0604030504040204" pitchFamily="50" charset="-128"/>
                <a:ea typeface="メイリオ" panose="020B0604030504040204" pitchFamily="50" charset="-128"/>
              </a:rPr>
              <a:t>100</a:t>
            </a:r>
            <a:r>
              <a:rPr lang="ja-JP" altLang="en-US" sz="394" dirty="0">
                <a:latin typeface="メイリオ" panose="020B0604030504040204" pitchFamily="50" charset="-128"/>
                <a:ea typeface="メイリオ" panose="020B0604030504040204" pitchFamily="50" charset="-128"/>
              </a:rPr>
              <a:t>ポイントくらいが良いと思います。</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endParaRPr lang="ja-JP" altLang="en-US" sz="394"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3783427" y="5435971"/>
            <a:ext cx="1077536" cy="461801"/>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4970028" y="5519716"/>
            <a:ext cx="1656452" cy="334963"/>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練習が終わったら</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本体を</a:t>
            </a:r>
            <a:r>
              <a:rPr lang="en-US" altLang="ja-JP" sz="394" dirty="0">
                <a:latin typeface="メイリオ" panose="020B0604030504040204" pitchFamily="50" charset="-128"/>
                <a:ea typeface="メイリオ" panose="020B0604030504040204" pitchFamily="50" charset="-128"/>
              </a:rPr>
              <a:t>1</a:t>
            </a:r>
            <a:r>
              <a:rPr lang="ja-JP" altLang="en-US" sz="394" dirty="0">
                <a:latin typeface="メイリオ" panose="020B0604030504040204" pitchFamily="50" charset="-128"/>
                <a:ea typeface="メイリオ" panose="020B0604030504040204" pitchFamily="50" charset="-128"/>
              </a:rPr>
              <a:t>回タップして表示される数字を「回数」</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回タップして表示される</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つの数字を「平均」「ベスト」</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に入力して</a:t>
            </a:r>
            <a:r>
              <a:rPr lang="en-US" altLang="ja-JP" sz="394" dirty="0">
                <a:latin typeface="メイリオ" panose="020B0604030504040204" pitchFamily="50" charset="-128"/>
                <a:ea typeface="メイリオ" panose="020B0604030504040204" pitchFamily="50" charset="-128"/>
              </a:rPr>
              <a:t>OK</a:t>
            </a:r>
            <a:r>
              <a:rPr lang="ja-JP" altLang="en-US" sz="394"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3783427" y="4658727"/>
            <a:ext cx="1031245" cy="63162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3783427" y="6043397"/>
            <a:ext cx="1077536" cy="543113"/>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4970028" y="6135167"/>
            <a:ext cx="1448967" cy="594458"/>
          </a:xfrm>
          <a:prstGeom prst="rect">
            <a:avLst/>
          </a:prstGeom>
          <a:noFill/>
        </p:spPr>
        <p:txBody>
          <a:bodyPr wrap="square">
            <a:spAutoFit/>
          </a:bodyPr>
          <a:lstStyle/>
          <a:p>
            <a:endParaRPr lang="en-US" altLang="ja-JP" sz="450" dirty="0">
              <a:latin typeface="メイリオ" panose="020B0604030504040204" pitchFamily="50" charset="-128"/>
              <a:ea typeface="メイリオ" panose="020B0604030504040204" pitchFamily="50" charset="-128"/>
            </a:endParaRPr>
          </a:p>
          <a:p>
            <a:r>
              <a:rPr lang="ja-JP" altLang="en-US" sz="450" dirty="0">
                <a:latin typeface="メイリオ" panose="020B0604030504040204" pitchFamily="50" charset="-128"/>
                <a:ea typeface="メイリオ" panose="020B0604030504040204" pitchFamily="50" charset="-128"/>
              </a:rPr>
              <a:t>毎日バットを振ることでポイントが貯まります。</a:t>
            </a:r>
            <a:br>
              <a:rPr lang="en-US" altLang="ja-JP" sz="450" dirty="0">
                <a:latin typeface="メイリオ" panose="020B0604030504040204" pitchFamily="50" charset="-128"/>
                <a:ea typeface="メイリオ" panose="020B0604030504040204" pitchFamily="50" charset="-128"/>
              </a:rPr>
            </a:br>
            <a:r>
              <a:rPr lang="ja-JP" altLang="en-US" sz="45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450" b="1" dirty="0">
              <a:solidFill>
                <a:srgbClr val="FF0000"/>
              </a:solidFill>
              <a:latin typeface="メイリオ" panose="020B0604030504040204" pitchFamily="50" charset="-128"/>
              <a:ea typeface="メイリオ" panose="020B0604030504040204" pitchFamily="50" charset="-128"/>
            </a:endParaRPr>
          </a:p>
          <a:p>
            <a:br>
              <a:rPr lang="en-US" altLang="ja-JP" sz="450" dirty="0">
                <a:latin typeface="メイリオ" panose="020B0604030504040204" pitchFamily="50" charset="-128"/>
                <a:ea typeface="メイリオ" panose="020B0604030504040204" pitchFamily="50" charset="-128"/>
              </a:rPr>
            </a:br>
            <a:endParaRPr lang="ja-JP" altLang="en-US" sz="1013" dirty="0"/>
          </a:p>
        </p:txBody>
      </p:sp>
    </p:spTree>
    <p:extLst>
      <p:ext uri="{BB962C8B-B14F-4D97-AF65-F5344CB8AC3E}">
        <p14:creationId xmlns:p14="http://schemas.microsoft.com/office/powerpoint/2010/main" val="3224684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4BDDF-CEA5-F4C5-9763-354A6AD231F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B40FB53-78C7-06D8-02D9-1C6FEAB93F73}"/>
              </a:ext>
            </a:extLst>
          </p:cNvPr>
          <p:cNvPicPr>
            <a:picLocks noChangeAspect="1"/>
          </p:cNvPicPr>
          <p:nvPr/>
        </p:nvPicPr>
        <p:blipFill>
          <a:blip r:embed="rId2"/>
          <a:stretch/>
        </p:blipFill>
        <p:spPr>
          <a:xfrm>
            <a:off x="374673" y="532293"/>
            <a:ext cx="1421857" cy="1895809"/>
          </a:xfrm>
          <a:prstGeom prst="rect">
            <a:avLst/>
          </a:prstGeom>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534582BA-C86B-6066-8D0D-C3FD04E19B51}"/>
              </a:ext>
            </a:extLst>
          </p:cNvPr>
          <p:cNvSpPr txBox="1"/>
          <p:nvPr/>
        </p:nvSpPr>
        <p:spPr>
          <a:xfrm>
            <a:off x="1945553" y="1062892"/>
            <a:ext cx="4676714" cy="1223412"/>
          </a:xfrm>
          <a:prstGeom prst="rect">
            <a:avLst/>
          </a:prstGeom>
          <a:noFill/>
        </p:spPr>
        <p:txBody>
          <a:bodyPr wrap="square">
            <a:spAutoFit/>
          </a:bodyPr>
          <a:lstStyle/>
          <a:p>
            <a:pPr>
              <a:lnSpc>
                <a:spcPct val="107000"/>
              </a:lnSpc>
              <a:spcAft>
                <a:spcPts val="800"/>
              </a:spcAft>
              <a:buNone/>
            </a:pP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本体に内蔵されたセンサーでスイング中の</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2</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つの動きを読み取り、</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100</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999</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点のスコアで採点します。</a:t>
            </a:r>
          </a:p>
          <a:p>
            <a:pPr>
              <a:lnSpc>
                <a:spcPct val="107000"/>
              </a:lnSpc>
              <a:spcAft>
                <a:spcPts val="800"/>
              </a:spcAft>
            </a:pPr>
            <a:r>
              <a:rPr lang="ja-JP" altLang="en-US"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加速度</a:t>
            </a:r>
            <a:r>
              <a:rPr lang="ja-JP" altLang="en-US" sz="1000" b="1" kern="100" dirty="0">
                <a:solidFill>
                  <a:srgbClr val="CC000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どれだけ力強くバットを動かしたか</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a:t>
            </a: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どれだけ速くバットが回ったか</a:t>
            </a:r>
          </a:p>
          <a:p>
            <a:pPr>
              <a:lnSpc>
                <a:spcPct val="107000"/>
              </a:lnSpc>
              <a:spcAft>
                <a:spcPts val="800"/>
              </a:spcAft>
              <a:buNone/>
            </a:pP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強い加速がどれだけ続いたか</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と、</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回転速度の高さ</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をもとに計算しています。</a:t>
            </a:r>
          </a:p>
        </p:txBody>
      </p:sp>
      <p:cxnSp>
        <p:nvCxnSpPr>
          <p:cNvPr id="6" name="Straight Connector 5">
            <a:extLst>
              <a:ext uri="{FF2B5EF4-FFF2-40B4-BE49-F238E27FC236}">
                <a16:creationId xmlns:a16="http://schemas.microsoft.com/office/drawing/2014/main" id="{0466AE51-B062-696F-EC5F-CCCF5FAC88C2}"/>
              </a:ext>
            </a:extLst>
          </p:cNvPr>
          <p:cNvCxnSpPr/>
          <p:nvPr/>
        </p:nvCxnSpPr>
        <p:spPr>
          <a:xfrm>
            <a:off x="2011680" y="910921"/>
            <a:ext cx="4537710"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8731977-E861-4D30-60BF-824A36BF3D8F}"/>
              </a:ext>
            </a:extLst>
          </p:cNvPr>
          <p:cNvSpPr txBox="1"/>
          <p:nvPr/>
        </p:nvSpPr>
        <p:spPr>
          <a:xfrm>
            <a:off x="496361" y="2376552"/>
            <a:ext cx="5938066" cy="507768"/>
          </a:xfrm>
          <a:prstGeom prst="rect">
            <a:avLst/>
          </a:prstGeom>
          <a:noFill/>
        </p:spPr>
        <p:txBody>
          <a:bodyPr wrap="square">
            <a:spAutoFit/>
          </a:bodyPr>
          <a:lstStyle/>
          <a:p>
            <a:pPr>
              <a:lnSpc>
                <a:spcPct val="107000"/>
              </a:lnSpc>
              <a:spcAft>
                <a:spcPts val="800"/>
              </a:spcAft>
              <a:buNone/>
            </a:pPr>
            <a:r>
              <a:rPr lang="ja-JP" altLang="ja-JP" sz="1000" b="1" kern="100" dirty="0">
                <a:effectLst/>
                <a:latin typeface="メイリオ" panose="020B0604030504040204" pitchFamily="50" charset="-128"/>
                <a:ea typeface="メイリオ" panose="020B0604030504040204" pitchFamily="50" charset="-128"/>
                <a:cs typeface="Times New Roman" panose="02020603050405020304" pitchFamily="18" charset="0"/>
              </a:rPr>
              <a:t>スコアの目安（参考）</a:t>
            </a:r>
          </a:p>
          <a:p>
            <a:pPr algn="ctr">
              <a:lnSpc>
                <a:spcPct val="107000"/>
              </a:lnSpc>
              <a:spcAft>
                <a:spcPts val="800"/>
              </a:spcAft>
              <a:buNone/>
            </a:pP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まだ弱いスイング</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しっかり振れている</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en-US"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かなり良いスイング</a:t>
            </a:r>
          </a:p>
        </p:txBody>
      </p:sp>
      <p:grpSp>
        <p:nvGrpSpPr>
          <p:cNvPr id="3" name="Group 2">
            <a:extLst>
              <a:ext uri="{FF2B5EF4-FFF2-40B4-BE49-F238E27FC236}">
                <a16:creationId xmlns:a16="http://schemas.microsoft.com/office/drawing/2014/main" id="{B9B0946E-8A39-6613-F267-9B76FDCE66C6}"/>
              </a:ext>
            </a:extLst>
          </p:cNvPr>
          <p:cNvGrpSpPr/>
          <p:nvPr/>
        </p:nvGrpSpPr>
        <p:grpSpPr>
          <a:xfrm>
            <a:off x="424758" y="2940136"/>
            <a:ext cx="6064533" cy="1470895"/>
            <a:chOff x="262525" y="3045171"/>
            <a:chExt cx="6390233" cy="1549890"/>
          </a:xfrm>
        </p:grpSpPr>
        <p:pic>
          <p:nvPicPr>
            <p:cNvPr id="8" name="Picture 7">
              <a:extLst>
                <a:ext uri="{FF2B5EF4-FFF2-40B4-BE49-F238E27FC236}">
                  <a16:creationId xmlns:a16="http://schemas.microsoft.com/office/drawing/2014/main" id="{E7CF4223-CE31-2F88-4BF0-DCE0D579A227}"/>
                </a:ext>
              </a:extLst>
            </p:cNvPr>
            <p:cNvPicPr>
              <a:picLocks noChangeAspect="1"/>
            </p:cNvPicPr>
            <p:nvPr/>
          </p:nvPicPr>
          <p:blipFill>
            <a:blip r:embed="rId3"/>
            <a:stretch>
              <a:fillRect/>
            </a:stretch>
          </p:blipFill>
          <p:spPr>
            <a:xfrm>
              <a:off x="3509010" y="3048202"/>
              <a:ext cx="3143615" cy="1546859"/>
            </a:xfrm>
            <a:prstGeom prst="roundRect">
              <a:avLst>
                <a:gd name="adj" fmla="val 4352"/>
              </a:avLst>
            </a:prstGeom>
            <a:ln>
              <a:solidFill>
                <a:schemeClr val="tx1">
                  <a:lumMod val="50000"/>
                  <a:lumOff val="50000"/>
                </a:schemeClr>
              </a:solidFill>
            </a:ln>
            <a:effectLst>
              <a:outerShdw blurRad="50800" dist="38100" dir="2700000" algn="tl" rotWithShape="0">
                <a:prstClr val="black">
                  <a:alpha val="40000"/>
                </a:prstClr>
              </a:outerShdw>
            </a:effectLst>
          </p:spPr>
        </p:pic>
        <p:pic>
          <p:nvPicPr>
            <p:cNvPr id="7" name="Picture 6">
              <a:extLst>
                <a:ext uri="{FF2B5EF4-FFF2-40B4-BE49-F238E27FC236}">
                  <a16:creationId xmlns:a16="http://schemas.microsoft.com/office/drawing/2014/main" id="{F6224DFC-12DC-8BC8-13C9-A48AFB0D8667}"/>
                </a:ext>
              </a:extLst>
            </p:cNvPr>
            <p:cNvPicPr>
              <a:picLocks noChangeAspect="1"/>
            </p:cNvPicPr>
            <p:nvPr/>
          </p:nvPicPr>
          <p:blipFill>
            <a:blip r:embed="rId4"/>
            <a:srcRect t="32816" b="11122"/>
            <a:stretch>
              <a:fillRect/>
            </a:stretch>
          </p:blipFill>
          <p:spPr>
            <a:xfrm>
              <a:off x="262525" y="3048202"/>
              <a:ext cx="3143615" cy="1546859"/>
            </a:xfrm>
            <a:prstGeom prst="roundRect">
              <a:avLst>
                <a:gd name="adj" fmla="val 4238"/>
              </a:avLst>
            </a:prstGeom>
            <a:ln>
              <a:solidFill>
                <a:schemeClr val="tx1">
                  <a:lumMod val="50000"/>
                  <a:lumOff val="50000"/>
                </a:schemeClr>
              </a:solidFill>
            </a:ln>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B322B49E-881B-A4C2-8894-97D96E78FC74}"/>
                </a:ext>
              </a:extLst>
            </p:cNvPr>
            <p:cNvSpPr txBox="1"/>
            <p:nvPr/>
          </p:nvSpPr>
          <p:spPr>
            <a:xfrm flipH="1">
              <a:off x="262525" y="3045171"/>
              <a:ext cx="3143614" cy="236280"/>
            </a:xfrm>
            <a:prstGeom prst="round2SameRect">
              <a:avLst>
                <a:gd name="adj1" fmla="val 26240"/>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751</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sp>
          <p:nvSpPr>
            <p:cNvPr id="13" name="TextBox 12">
              <a:extLst>
                <a:ext uri="{FF2B5EF4-FFF2-40B4-BE49-F238E27FC236}">
                  <a16:creationId xmlns:a16="http://schemas.microsoft.com/office/drawing/2014/main" id="{BC4EB2DC-589F-965A-ABC4-49536131BA2A}"/>
                </a:ext>
              </a:extLst>
            </p:cNvPr>
            <p:cNvSpPr txBox="1"/>
            <p:nvPr/>
          </p:nvSpPr>
          <p:spPr>
            <a:xfrm flipH="1">
              <a:off x="3509144" y="3045171"/>
              <a:ext cx="3143614" cy="236280"/>
            </a:xfrm>
            <a:prstGeom prst="round2SameRect">
              <a:avLst>
                <a:gd name="adj1" fmla="val 25233"/>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325</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grpSp>
      <p:sp>
        <p:nvSpPr>
          <p:cNvPr id="23" name="TextBox 22">
            <a:extLst>
              <a:ext uri="{FF2B5EF4-FFF2-40B4-BE49-F238E27FC236}">
                <a16:creationId xmlns:a16="http://schemas.microsoft.com/office/drawing/2014/main" id="{1AFE46AF-74AC-E57F-DDBB-8DA5228DEE72}"/>
              </a:ext>
            </a:extLst>
          </p:cNvPr>
          <p:cNvSpPr txBox="1"/>
          <p:nvPr/>
        </p:nvSpPr>
        <p:spPr>
          <a:xfrm>
            <a:off x="2011680" y="427364"/>
            <a:ext cx="4537710" cy="523220"/>
          </a:xfrm>
          <a:prstGeom prst="rect">
            <a:avLst/>
          </a:prstGeom>
          <a:noFill/>
        </p:spPr>
        <p:txBody>
          <a:bodyPr wrap="square" rtlCol="0">
            <a:spAutoFit/>
          </a:bodyPr>
          <a:lstStyle/>
          <a:p>
            <a:r>
              <a:rPr kumimoji="1" lang="ja-JP" altLang="en-US" sz="1100" dirty="0">
                <a:latin typeface="メイリオ" panose="020B0604030504040204" pitchFamily="50" charset="-128"/>
                <a:ea typeface="メイリオ" panose="020B0604030504040204" pitchFamily="50" charset="-128"/>
              </a:rPr>
              <a:t>ドリーム専用</a:t>
            </a:r>
            <a:endParaRPr kumimoji="1" lang="en-US" altLang="ja-JP" sz="1100" dirty="0">
              <a:latin typeface="メイリオ" panose="020B0604030504040204" pitchFamily="50" charset="-128"/>
              <a:ea typeface="メイリオ" panose="020B0604030504040204" pitchFamily="50" charset="-128"/>
            </a:endParaRPr>
          </a:p>
          <a:p>
            <a:r>
              <a:rPr kumimoji="1" lang="ja-JP" altLang="en-US" sz="1600" b="1" dirty="0">
                <a:latin typeface="メイリオ" panose="020B0604030504040204" pitchFamily="50" charset="-128"/>
                <a:ea typeface="メイリオ" panose="020B0604030504040204" pitchFamily="50" charset="-128"/>
              </a:rPr>
              <a:t>素振り練習補助装置</a:t>
            </a:r>
          </a:p>
        </p:txBody>
      </p:sp>
      <p:pic>
        <p:nvPicPr>
          <p:cNvPr id="24" name="Picture 23">
            <a:extLst>
              <a:ext uri="{FF2B5EF4-FFF2-40B4-BE49-F238E27FC236}">
                <a16:creationId xmlns:a16="http://schemas.microsoft.com/office/drawing/2014/main" id="{51B30CD6-7409-7B9F-1BE2-6B2693B8C77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62022" y="6799344"/>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5" name="Picture 24">
            <a:extLst>
              <a:ext uri="{FF2B5EF4-FFF2-40B4-BE49-F238E27FC236}">
                <a16:creationId xmlns:a16="http://schemas.microsoft.com/office/drawing/2014/main" id="{B11F28EA-39C3-5844-0B50-CAD68BFD80D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8135" y="6795277"/>
            <a:ext cx="1163335" cy="2518597"/>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6" name="Picture 25">
            <a:extLst>
              <a:ext uri="{FF2B5EF4-FFF2-40B4-BE49-F238E27FC236}">
                <a16:creationId xmlns:a16="http://schemas.microsoft.com/office/drawing/2014/main" id="{FFF643C8-1DC3-FE96-E30D-43F0E4668F54}"/>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326122" y="6795277"/>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grpSp>
        <p:nvGrpSpPr>
          <p:cNvPr id="9" name="Group 8">
            <a:extLst>
              <a:ext uri="{FF2B5EF4-FFF2-40B4-BE49-F238E27FC236}">
                <a16:creationId xmlns:a16="http://schemas.microsoft.com/office/drawing/2014/main" id="{D66D0AE8-54CA-4447-0592-FD5A44735B1F}"/>
              </a:ext>
            </a:extLst>
          </p:cNvPr>
          <p:cNvGrpSpPr/>
          <p:nvPr/>
        </p:nvGrpSpPr>
        <p:grpSpPr>
          <a:xfrm>
            <a:off x="425985" y="4619787"/>
            <a:ext cx="6063180" cy="1228370"/>
            <a:chOff x="262525" y="8356170"/>
            <a:chExt cx="6390100" cy="1228370"/>
          </a:xfrm>
        </p:grpSpPr>
        <p:grpSp>
          <p:nvGrpSpPr>
            <p:cNvPr id="10" name="Group 9">
              <a:extLst>
                <a:ext uri="{FF2B5EF4-FFF2-40B4-BE49-F238E27FC236}">
                  <a16:creationId xmlns:a16="http://schemas.microsoft.com/office/drawing/2014/main" id="{27F548DF-D8F6-D523-3306-29E3E168FB1C}"/>
                </a:ext>
              </a:extLst>
            </p:cNvPr>
            <p:cNvGrpSpPr/>
            <p:nvPr/>
          </p:nvGrpSpPr>
          <p:grpSpPr>
            <a:xfrm>
              <a:off x="262525" y="8356170"/>
              <a:ext cx="6390100" cy="1104919"/>
              <a:chOff x="262525" y="4932106"/>
              <a:chExt cx="6390100" cy="1451610"/>
            </a:xfrm>
          </p:grpSpPr>
          <p:sp>
            <p:nvSpPr>
              <p:cNvPr id="15" name="Rectangle: Rounded Corners 14">
                <a:extLst>
                  <a:ext uri="{FF2B5EF4-FFF2-40B4-BE49-F238E27FC236}">
                    <a16:creationId xmlns:a16="http://schemas.microsoft.com/office/drawing/2014/main" id="{E41DACA2-26D1-22DB-4734-21B077AD43AE}"/>
                  </a:ext>
                </a:extLst>
              </p:cNvPr>
              <p:cNvSpPr/>
              <p:nvPr/>
            </p:nvSpPr>
            <p:spPr>
              <a:xfrm>
                <a:off x="262525" y="4932106"/>
                <a:ext cx="6390100" cy="1451610"/>
              </a:xfrm>
              <a:prstGeom prst="roundRect">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6" name="Rectangle: Top Corners Rounded 15">
                <a:extLst>
                  <a:ext uri="{FF2B5EF4-FFF2-40B4-BE49-F238E27FC236}">
                    <a16:creationId xmlns:a16="http://schemas.microsoft.com/office/drawing/2014/main" id="{E22E666E-E320-55FB-4E3E-18F05DA0C860}"/>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4" name="TextBox 13">
              <a:extLst>
                <a:ext uri="{FF2B5EF4-FFF2-40B4-BE49-F238E27FC236}">
                  <a16:creationId xmlns:a16="http://schemas.microsoft.com/office/drawing/2014/main" id="{DF57D2EF-C45E-2A07-A797-F7EFAB2A11C8}"/>
                </a:ext>
              </a:extLst>
            </p:cNvPr>
            <p:cNvSpPr txBox="1"/>
            <p:nvPr/>
          </p:nvSpPr>
          <p:spPr>
            <a:xfrm>
              <a:off x="262525" y="8737192"/>
              <a:ext cx="6390100" cy="847348"/>
            </a:xfrm>
            <a:prstGeom prst="rect">
              <a:avLst/>
            </a:prstGeom>
            <a:noFill/>
          </p:spPr>
          <p:txBody>
            <a:bodyPr wrap="square">
              <a:spAutoFit/>
            </a:bodyPr>
            <a:lstStyle/>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本格的な計測器ではなく、</a:t>
              </a:r>
              <a:r>
                <a:rPr kumimoji="0" lang="ja-JP" altLang="en-US"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あくまで</a:t>
              </a: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玩具です。</a:t>
              </a:r>
              <a:endParaRPr kumimoji="0" lang="en-US" altLang="ja-JP" sz="1000" b="0" i="0" u="none" strike="noStrike" kern="100" cap="none" spc="0" normalizeH="0" baseline="0" noProof="0" dirty="0">
                <a:ln>
                  <a:noFill/>
                </a:ln>
                <a:solidFill>
                  <a:prstClr val="black"/>
                </a:solidFill>
                <a:effectLst/>
                <a:uLnTx/>
                <a:uFillTx/>
                <a:latin typeface="游明朝" panose="02020400000000000000" pitchFamily="18" charset="-128"/>
                <a:ea typeface="游明朝" panose="02020400000000000000" pitchFamily="18" charset="-128"/>
                <a:cs typeface="Times New Roman" panose="02020603050405020304" pitchFamily="18" charset="0"/>
              </a:endParaRPr>
            </a:p>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スコアはバットの長さ（重さ）や取り付け位置で大きく変わるので、他人との比較やバットの良し悪しを判断することには向いていません。</a:t>
              </a:r>
              <a:br>
                <a:rPr kumimoji="0" lang="en-US"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br>
              <a:endPar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游明朝" panose="02020400000000000000" pitchFamily="18" charset="-128"/>
                <a:cs typeface="Times New Roman" panose="02020603050405020304" pitchFamily="18" charset="0"/>
              </a:endParaRPr>
            </a:p>
          </p:txBody>
        </p:sp>
      </p:grpSp>
      <p:sp>
        <p:nvSpPr>
          <p:cNvPr id="19" name="Rectangle 18">
            <a:extLst>
              <a:ext uri="{FF2B5EF4-FFF2-40B4-BE49-F238E27FC236}">
                <a16:creationId xmlns:a16="http://schemas.microsoft.com/office/drawing/2014/main" id="{516E2136-402C-B72B-29F4-D95760CEF9F5}"/>
              </a:ext>
            </a:extLst>
          </p:cNvPr>
          <p:cNvSpPr/>
          <p:nvPr/>
        </p:nvSpPr>
        <p:spPr>
          <a:xfrm>
            <a:off x="1871811" y="59128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Straight Connector 20">
            <a:extLst>
              <a:ext uri="{FF2B5EF4-FFF2-40B4-BE49-F238E27FC236}">
                <a16:creationId xmlns:a16="http://schemas.microsoft.com/office/drawing/2014/main" id="{AFC06731-88D5-85DD-BB59-946F85E3FD77}"/>
              </a:ext>
            </a:extLst>
          </p:cNvPr>
          <p:cNvCxnSpPr/>
          <p:nvPr/>
        </p:nvCxnSpPr>
        <p:spPr>
          <a:xfrm>
            <a:off x="2011680" y="6444444"/>
            <a:ext cx="4537710"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D3C260E-5D98-F656-A4F5-AB86CB3680E5}"/>
              </a:ext>
            </a:extLst>
          </p:cNvPr>
          <p:cNvSpPr txBox="1"/>
          <p:nvPr/>
        </p:nvSpPr>
        <p:spPr>
          <a:xfrm>
            <a:off x="2011680" y="6111522"/>
            <a:ext cx="4537710" cy="338554"/>
          </a:xfrm>
          <a:prstGeom prst="rect">
            <a:avLst/>
          </a:prstGeom>
          <a:noFill/>
        </p:spPr>
        <p:txBody>
          <a:bodyPr wrap="square" rtlCol="0">
            <a:spAutoFit/>
          </a:bodyPr>
          <a:lstStyle/>
          <a:p>
            <a:r>
              <a:rPr kumimoji="1" lang="ja-JP" altLang="en-US" sz="1600" b="1" dirty="0">
                <a:latin typeface="メイリオ" panose="020B0604030504040204" pitchFamily="50" charset="-128"/>
                <a:ea typeface="メイリオ" panose="020B0604030504040204" pitchFamily="50" charset="-128"/>
              </a:rPr>
              <a:t>専用記録アプリ</a:t>
            </a:r>
          </a:p>
        </p:txBody>
      </p:sp>
      <p:sp>
        <p:nvSpPr>
          <p:cNvPr id="31" name="Rectangle 30">
            <a:extLst>
              <a:ext uri="{FF2B5EF4-FFF2-40B4-BE49-F238E27FC236}">
                <a16:creationId xmlns:a16="http://schemas.microsoft.com/office/drawing/2014/main" id="{28E3216B-DB65-299A-2E57-759444FCBA3A}"/>
              </a:ext>
            </a:extLst>
          </p:cNvPr>
          <p:cNvSpPr/>
          <p:nvPr/>
        </p:nvSpPr>
        <p:spPr>
          <a:xfrm>
            <a:off x="1871811" y="6124809"/>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Picture 33">
            <a:extLst>
              <a:ext uri="{FF2B5EF4-FFF2-40B4-BE49-F238E27FC236}">
                <a16:creationId xmlns:a16="http://schemas.microsoft.com/office/drawing/2014/main" id="{365B25CC-DCCA-DFBA-4BFA-6F65CDDBE23F}"/>
              </a:ext>
            </a:extLst>
          </p:cNvPr>
          <p:cNvPicPr>
            <a:picLocks noChangeAspect="1"/>
          </p:cNvPicPr>
          <p:nvPr/>
        </p:nvPicPr>
        <p:blipFill>
          <a:blip r:embed="rId8"/>
          <a:stretch>
            <a:fillRect/>
          </a:stretch>
        </p:blipFill>
        <p:spPr>
          <a:xfrm>
            <a:off x="473225" y="6136853"/>
            <a:ext cx="1367730" cy="1367730"/>
          </a:xfrm>
          <a:prstGeom prst="rect">
            <a:avLst/>
          </a:prstGeom>
          <a:effectLst>
            <a:outerShdw blurRad="50800" dist="38100" dir="2700000" algn="tl" rotWithShape="0">
              <a:prstClr val="black">
                <a:alpha val="40000"/>
              </a:prstClr>
            </a:outerShdw>
          </a:effectLst>
        </p:spPr>
      </p:pic>
      <p:sp>
        <p:nvSpPr>
          <p:cNvPr id="35" name="TextBox 34">
            <a:extLst>
              <a:ext uri="{FF2B5EF4-FFF2-40B4-BE49-F238E27FC236}">
                <a16:creationId xmlns:a16="http://schemas.microsoft.com/office/drawing/2014/main" id="{B372777D-9148-43DF-790B-F2D38D2489AE}"/>
              </a:ext>
            </a:extLst>
          </p:cNvPr>
          <p:cNvSpPr txBox="1"/>
          <p:nvPr/>
        </p:nvSpPr>
        <p:spPr>
          <a:xfrm>
            <a:off x="551224" y="7593559"/>
            <a:ext cx="2029743" cy="1655325"/>
          </a:xfrm>
          <a:prstGeom prst="rect">
            <a:avLst/>
          </a:prstGeom>
          <a:noFill/>
        </p:spPr>
        <p:txBody>
          <a:bodyPr wrap="square">
            <a:spAutoFit/>
          </a:bodyPr>
          <a:lstStyle/>
          <a:p>
            <a:pPr>
              <a:lnSpc>
                <a:spcPct val="107000"/>
              </a:lnSpc>
              <a:spcAft>
                <a:spcPts val="800"/>
              </a:spcAft>
              <a:buNone/>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毎日の記録を入力することで</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スイング回数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スコア（平均・ベスト）</a:t>
            </a:r>
            <a:endParaRPr lang="en-US" altLang="ja-JP" sz="1000" kern="100" dirty="0">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練習日数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を集計し、実績に応じたポイントを獲得できる</a:t>
            </a:r>
            <a:r>
              <a:rPr lang="ja-JP" altLang="en-US"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ゲーム風アプリ</a:t>
            </a: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です。</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p:txBody>
      </p:sp>
    </p:spTree>
    <p:extLst>
      <p:ext uri="{BB962C8B-B14F-4D97-AF65-F5344CB8AC3E}">
        <p14:creationId xmlns:p14="http://schemas.microsoft.com/office/powerpoint/2010/main" val="3073593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TextBox 58">
            <a:extLst>
              <a:ext uri="{FF2B5EF4-FFF2-40B4-BE49-F238E27FC236}">
                <a16:creationId xmlns:a16="http://schemas.microsoft.com/office/drawing/2014/main" id="{DD1D862F-411C-9F49-78BA-A445764D8C3D}"/>
              </a:ext>
            </a:extLst>
          </p:cNvPr>
          <p:cNvSpPr txBox="1"/>
          <p:nvPr/>
        </p:nvSpPr>
        <p:spPr>
          <a:xfrm>
            <a:off x="374682" y="343541"/>
            <a:ext cx="1444924"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取り付け方法</a:t>
            </a:r>
          </a:p>
        </p:txBody>
      </p:sp>
      <p:grpSp>
        <p:nvGrpSpPr>
          <p:cNvPr id="78" name="Group 77">
            <a:extLst>
              <a:ext uri="{FF2B5EF4-FFF2-40B4-BE49-F238E27FC236}">
                <a16:creationId xmlns:a16="http://schemas.microsoft.com/office/drawing/2014/main" id="{19E569FB-B9E8-B668-845F-CCD6C3FA17C2}"/>
              </a:ext>
            </a:extLst>
          </p:cNvPr>
          <p:cNvGrpSpPr/>
          <p:nvPr/>
        </p:nvGrpSpPr>
        <p:grpSpPr>
          <a:xfrm>
            <a:off x="858458" y="775836"/>
            <a:ext cx="937637" cy="1354722"/>
            <a:chOff x="959309" y="864980"/>
            <a:chExt cx="1015649" cy="1467435"/>
          </a:xfrm>
        </p:grpSpPr>
        <p:pic>
          <p:nvPicPr>
            <p:cNvPr id="61" name="Picture 60">
              <a:extLst>
                <a:ext uri="{FF2B5EF4-FFF2-40B4-BE49-F238E27FC236}">
                  <a16:creationId xmlns:a16="http://schemas.microsoft.com/office/drawing/2014/main" id="{4737EE52-C284-1D9F-6959-2A59786FA514}"/>
                </a:ext>
              </a:extLst>
            </p:cNvPr>
            <p:cNvPicPr>
              <a:picLocks noChangeAspect="1"/>
            </p:cNvPicPr>
            <p:nvPr/>
          </p:nvPicPr>
          <p:blipFill>
            <a:blip r:embed="rId2"/>
            <a:srcRect l="40487" t="42149" r="40293" b="33568"/>
            <a:stretch>
              <a:fillRect/>
            </a:stretch>
          </p:blipFill>
          <p:spPr>
            <a:xfrm>
              <a:off x="959309" y="864980"/>
              <a:ext cx="780129" cy="1467435"/>
            </a:xfrm>
            <a:prstGeom prst="rect">
              <a:avLst/>
            </a:prstGeom>
          </p:spPr>
        </p:pic>
        <p:grpSp>
          <p:nvGrpSpPr>
            <p:cNvPr id="77" name="Group 76">
              <a:extLst>
                <a:ext uri="{FF2B5EF4-FFF2-40B4-BE49-F238E27FC236}">
                  <a16:creationId xmlns:a16="http://schemas.microsoft.com/office/drawing/2014/main" id="{E7BD979A-B18F-9B7D-0681-BCB6FB09C1A5}"/>
                </a:ext>
              </a:extLst>
            </p:cNvPr>
            <p:cNvGrpSpPr/>
            <p:nvPr/>
          </p:nvGrpSpPr>
          <p:grpSpPr>
            <a:xfrm>
              <a:off x="1503917" y="1552795"/>
              <a:ext cx="471041" cy="505177"/>
              <a:chOff x="1380395" y="1663329"/>
              <a:chExt cx="471041" cy="438888"/>
            </a:xfrm>
          </p:grpSpPr>
          <p:cxnSp>
            <p:nvCxnSpPr>
              <p:cNvPr id="64" name="Straight Connector 63">
                <a:extLst>
                  <a:ext uri="{FF2B5EF4-FFF2-40B4-BE49-F238E27FC236}">
                    <a16:creationId xmlns:a16="http://schemas.microsoft.com/office/drawing/2014/main" id="{B963BB15-9022-F2AF-BF5F-B43E606F335E}"/>
                  </a:ext>
                </a:extLst>
              </p:cNvPr>
              <p:cNvCxnSpPr>
                <a:cxnSpLocks/>
              </p:cNvCxnSpPr>
              <p:nvPr/>
            </p:nvCxnSpPr>
            <p:spPr>
              <a:xfrm>
                <a:off x="1467978" y="1663823"/>
                <a:ext cx="383458"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50743BE9-F945-5E49-567C-24E0DBFE878E}"/>
                  </a:ext>
                </a:extLst>
              </p:cNvPr>
              <p:cNvCxnSpPr>
                <a:cxnSpLocks/>
              </p:cNvCxnSpPr>
              <p:nvPr/>
            </p:nvCxnSpPr>
            <p:spPr>
              <a:xfrm>
                <a:off x="1380395" y="2102217"/>
                <a:ext cx="471041"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1FDE38A7-D91D-2651-E883-B93B954BF275}"/>
                  </a:ext>
                </a:extLst>
              </p:cNvPr>
              <p:cNvCxnSpPr>
                <a:cxnSpLocks/>
              </p:cNvCxnSpPr>
              <p:nvPr/>
            </p:nvCxnSpPr>
            <p:spPr>
              <a:xfrm>
                <a:off x="1750855" y="1663329"/>
                <a:ext cx="0" cy="438394"/>
              </a:xfrm>
              <a:prstGeom prst="straightConnector1">
                <a:avLst/>
              </a:prstGeom>
              <a:ln>
                <a:solidFill>
                  <a:srgbClr val="FF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grpSp>
      <p:sp>
        <p:nvSpPr>
          <p:cNvPr id="67" name="TextBox 66">
            <a:extLst>
              <a:ext uri="{FF2B5EF4-FFF2-40B4-BE49-F238E27FC236}">
                <a16:creationId xmlns:a16="http://schemas.microsoft.com/office/drawing/2014/main" id="{2721BDCA-2862-154C-D7C4-18FED82EDDB9}"/>
              </a:ext>
            </a:extLst>
          </p:cNvPr>
          <p:cNvSpPr txBox="1"/>
          <p:nvPr/>
        </p:nvSpPr>
        <p:spPr>
          <a:xfrm>
            <a:off x="602468" y="2244742"/>
            <a:ext cx="1371605"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グリップの</a:t>
            </a:r>
            <a:r>
              <a:rPr lang="en-US" altLang="ja-JP" sz="900" b="1" dirty="0">
                <a:latin typeface="メイリオ" panose="020B0604030504040204" pitchFamily="50" charset="-128"/>
                <a:ea typeface="メイリオ" panose="020B0604030504040204" pitchFamily="50" charset="-128"/>
              </a:rPr>
              <a:t>5cm</a:t>
            </a:r>
            <a:r>
              <a:rPr lang="ja-JP" altLang="en-US" sz="900" b="1" dirty="0">
                <a:latin typeface="メイリオ" panose="020B0604030504040204" pitchFamily="50" charset="-128"/>
                <a:ea typeface="メイリオ" panose="020B0604030504040204" pitchFamily="50" charset="-128"/>
              </a:rPr>
              <a:t>ほど上</a:t>
            </a:r>
            <a:r>
              <a:rPr lang="ja-JP" altLang="en-US" sz="900" dirty="0">
                <a:latin typeface="メイリオ" panose="020B0604030504040204" pitchFamily="50" charset="-128"/>
                <a:ea typeface="メイリオ" panose="020B0604030504040204" pitchFamily="50" charset="-128"/>
              </a:rPr>
              <a:t>に巻き付けます。</a:t>
            </a:r>
          </a:p>
        </p:txBody>
      </p:sp>
      <p:pic>
        <p:nvPicPr>
          <p:cNvPr id="60" name="Picture 59">
            <a:extLst>
              <a:ext uri="{FF2B5EF4-FFF2-40B4-BE49-F238E27FC236}">
                <a16:creationId xmlns:a16="http://schemas.microsoft.com/office/drawing/2014/main" id="{60E43B69-C1B8-5F86-C27F-B3752CF0D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4250" y="744475"/>
            <a:ext cx="1256123" cy="1884183"/>
          </a:xfrm>
          <a:prstGeom prst="rect">
            <a:avLst/>
          </a:prstGeom>
        </p:spPr>
      </p:pic>
      <p:sp>
        <p:nvSpPr>
          <p:cNvPr id="68" name="TextBox 67">
            <a:extLst>
              <a:ext uri="{FF2B5EF4-FFF2-40B4-BE49-F238E27FC236}">
                <a16:creationId xmlns:a16="http://schemas.microsoft.com/office/drawing/2014/main" id="{A688885F-4766-CD74-6F4B-63FF251B23D7}"/>
              </a:ext>
            </a:extLst>
          </p:cNvPr>
          <p:cNvSpPr txBox="1"/>
          <p:nvPr/>
        </p:nvSpPr>
        <p:spPr>
          <a:xfrm>
            <a:off x="2469217" y="2230982"/>
            <a:ext cx="1766190"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69" name="TextBox 68">
            <a:extLst>
              <a:ext uri="{FF2B5EF4-FFF2-40B4-BE49-F238E27FC236}">
                <a16:creationId xmlns:a16="http://schemas.microsoft.com/office/drawing/2014/main" id="{A82C2505-318B-00E7-8A4E-0CD79EB80AFB}"/>
              </a:ext>
            </a:extLst>
          </p:cNvPr>
          <p:cNvSpPr txBox="1"/>
          <p:nvPr/>
        </p:nvSpPr>
        <p:spPr>
          <a:xfrm>
            <a:off x="4363352" y="2244742"/>
            <a:ext cx="2170183" cy="661720"/>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a:t>
            </a:r>
            <a:r>
              <a:rPr lang="ja-JP" altLang="en-US" sz="1000" b="1" dirty="0">
                <a:solidFill>
                  <a:srgbClr val="CC0000"/>
                </a:solidFill>
                <a:latin typeface="メイリオ" panose="020B0604030504040204" pitchFamily="50" charset="-128"/>
                <a:ea typeface="メイリオ" panose="020B0604030504040204" pitchFamily="50" charset="-128"/>
              </a:rPr>
              <a:t>先端には絶対に取り付けない。</a:t>
            </a:r>
            <a:br>
              <a:rPr lang="en-US" altLang="ja-JP" sz="1000" b="1" dirty="0">
                <a:solidFill>
                  <a:srgbClr val="CC0000"/>
                </a:solidFill>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遠心力に耐えられず、スッポ抜けて飛んでいきます。</a:t>
            </a:r>
            <a:endParaRPr lang="en-US" altLang="ja-JP" sz="900" dirty="0">
              <a:latin typeface="メイリオ" panose="020B0604030504040204" pitchFamily="50" charset="-128"/>
              <a:ea typeface="メイリオ" panose="020B0604030504040204" pitchFamily="50" charset="-128"/>
            </a:endParaRPr>
          </a:p>
        </p:txBody>
      </p:sp>
      <p:pic>
        <p:nvPicPr>
          <p:cNvPr id="62" name="Picture 61">
            <a:extLst>
              <a:ext uri="{FF2B5EF4-FFF2-40B4-BE49-F238E27FC236}">
                <a16:creationId xmlns:a16="http://schemas.microsoft.com/office/drawing/2014/main" id="{15D20FE0-C543-7A77-FF53-C742A65A243C}"/>
              </a:ext>
            </a:extLst>
          </p:cNvPr>
          <p:cNvPicPr>
            <a:picLocks noChangeAspect="1"/>
          </p:cNvPicPr>
          <p:nvPr/>
        </p:nvPicPr>
        <p:blipFill>
          <a:blip r:embed="rId4"/>
          <a:srcRect l="39218" r="39218" b="70863"/>
          <a:stretch>
            <a:fillRect/>
          </a:stretch>
        </p:blipFill>
        <p:spPr>
          <a:xfrm>
            <a:off x="5150284" y="917477"/>
            <a:ext cx="590158" cy="1168504"/>
          </a:xfrm>
          <a:prstGeom prst="rect">
            <a:avLst/>
          </a:prstGeom>
        </p:spPr>
      </p:pic>
      <p:sp>
        <p:nvSpPr>
          <p:cNvPr id="70" name="&quot;Not Allowed&quot; Symbol 69">
            <a:extLst>
              <a:ext uri="{FF2B5EF4-FFF2-40B4-BE49-F238E27FC236}">
                <a16:creationId xmlns:a16="http://schemas.microsoft.com/office/drawing/2014/main" id="{CE55AC4F-CF0F-8132-BB7F-D4051BAD5E34}"/>
              </a:ext>
            </a:extLst>
          </p:cNvPr>
          <p:cNvSpPr/>
          <p:nvPr/>
        </p:nvSpPr>
        <p:spPr>
          <a:xfrm>
            <a:off x="4726810" y="916894"/>
            <a:ext cx="392267" cy="392267"/>
          </a:xfrm>
          <a:prstGeom prst="noSmoking">
            <a:avLst/>
          </a:prstGeom>
          <a:solidFill>
            <a:srgbClr val="CC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solidFill>
                <a:schemeClr val="tx1"/>
              </a:solidFill>
            </a:endParaRPr>
          </a:p>
        </p:txBody>
      </p:sp>
      <p:cxnSp>
        <p:nvCxnSpPr>
          <p:cNvPr id="72" name="Straight Connector 71">
            <a:extLst>
              <a:ext uri="{FF2B5EF4-FFF2-40B4-BE49-F238E27FC236}">
                <a16:creationId xmlns:a16="http://schemas.microsoft.com/office/drawing/2014/main" id="{DD91C7F9-8912-2C92-A8E2-45D4D35941FF}"/>
              </a:ext>
            </a:extLst>
          </p:cNvPr>
          <p:cNvCxnSpPr>
            <a:cxnSpLocks/>
          </p:cNvCxnSpPr>
          <p:nvPr/>
        </p:nvCxnSpPr>
        <p:spPr>
          <a:xfrm>
            <a:off x="404841" y="657391"/>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35A33302-D3DA-4883-4EF1-BD1D8C41B973}"/>
              </a:ext>
            </a:extLst>
          </p:cNvPr>
          <p:cNvSpPr/>
          <p:nvPr/>
        </p:nvSpPr>
        <p:spPr>
          <a:xfrm>
            <a:off x="265622" y="337133"/>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TextBox 81">
            <a:extLst>
              <a:ext uri="{FF2B5EF4-FFF2-40B4-BE49-F238E27FC236}">
                <a16:creationId xmlns:a16="http://schemas.microsoft.com/office/drawing/2014/main" id="{736C7F46-CC54-30B6-A757-7A0D41746F12}"/>
              </a:ext>
            </a:extLst>
          </p:cNvPr>
          <p:cNvSpPr txBox="1"/>
          <p:nvPr/>
        </p:nvSpPr>
        <p:spPr>
          <a:xfrm>
            <a:off x="339364" y="2821114"/>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83" name="Straight Connector 82">
            <a:extLst>
              <a:ext uri="{FF2B5EF4-FFF2-40B4-BE49-F238E27FC236}">
                <a16:creationId xmlns:a16="http://schemas.microsoft.com/office/drawing/2014/main" id="{21C49AE3-F4A8-5928-53ED-BD2317F53375}"/>
              </a:ext>
            </a:extLst>
          </p:cNvPr>
          <p:cNvCxnSpPr>
            <a:cxnSpLocks/>
          </p:cNvCxnSpPr>
          <p:nvPr/>
        </p:nvCxnSpPr>
        <p:spPr>
          <a:xfrm>
            <a:off x="404841" y="3134964"/>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84" name="Rectangle 83">
            <a:extLst>
              <a:ext uri="{FF2B5EF4-FFF2-40B4-BE49-F238E27FC236}">
                <a16:creationId xmlns:a16="http://schemas.microsoft.com/office/drawing/2014/main" id="{9C35F603-EB4A-02C0-682A-DE3A5B6FC43F}"/>
              </a:ext>
            </a:extLst>
          </p:cNvPr>
          <p:cNvSpPr/>
          <p:nvPr/>
        </p:nvSpPr>
        <p:spPr>
          <a:xfrm>
            <a:off x="265622" y="281470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TextBox 85">
            <a:extLst>
              <a:ext uri="{FF2B5EF4-FFF2-40B4-BE49-F238E27FC236}">
                <a16:creationId xmlns:a16="http://schemas.microsoft.com/office/drawing/2014/main" id="{42FD6B7D-BA76-6C13-15D8-E940DA3814ED}"/>
              </a:ext>
            </a:extLst>
          </p:cNvPr>
          <p:cNvSpPr txBox="1"/>
          <p:nvPr/>
        </p:nvSpPr>
        <p:spPr>
          <a:xfrm>
            <a:off x="374681" y="4433372"/>
            <a:ext cx="1276177"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電源をオンします。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電池残量（～</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）が</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秒表示されます。</a:t>
            </a:r>
            <a:endParaRPr lang="en-US" altLang="ja-JP" sz="900" dirty="0">
              <a:latin typeface="メイリオ" panose="020B0604030504040204" pitchFamily="50" charset="-128"/>
              <a:ea typeface="メイリオ" panose="020B0604030504040204" pitchFamily="50" charset="-128"/>
            </a:endParaRPr>
          </a:p>
        </p:txBody>
      </p:sp>
      <p:pic>
        <p:nvPicPr>
          <p:cNvPr id="87" name="Picture 86">
            <a:extLst>
              <a:ext uri="{FF2B5EF4-FFF2-40B4-BE49-F238E27FC236}">
                <a16:creationId xmlns:a16="http://schemas.microsoft.com/office/drawing/2014/main" id="{BF930603-11B4-15B3-9D34-D40082C5451F}"/>
              </a:ext>
            </a:extLst>
          </p:cNvPr>
          <p:cNvPicPr>
            <a:picLocks noChangeAspect="1"/>
          </p:cNvPicPr>
          <p:nvPr/>
        </p:nvPicPr>
        <p:blipFill>
          <a:blip r:embed="rId5">
            <a:duotone>
              <a:schemeClr val="accent1">
                <a:shade val="45000"/>
                <a:satMod val="135000"/>
              </a:schemeClr>
              <a:prstClr val="white"/>
            </a:duotone>
          </a:blip>
          <a:stretch>
            <a:fillRect/>
          </a:stretch>
        </p:blipFill>
        <p:spPr>
          <a:xfrm>
            <a:off x="1755602" y="3422962"/>
            <a:ext cx="1010410" cy="1010410"/>
          </a:xfrm>
          <a:prstGeom prst="rect">
            <a:avLst/>
          </a:prstGeom>
          <a:effectLst>
            <a:outerShdw blurRad="50800" dist="38100" dir="2700000" algn="tl" rotWithShape="0">
              <a:prstClr val="black">
                <a:alpha val="40000"/>
              </a:prstClr>
            </a:outerShdw>
          </a:effectLst>
        </p:spPr>
      </p:pic>
      <p:sp>
        <p:nvSpPr>
          <p:cNvPr id="88" name="TextBox 87">
            <a:extLst>
              <a:ext uri="{FF2B5EF4-FFF2-40B4-BE49-F238E27FC236}">
                <a16:creationId xmlns:a16="http://schemas.microsoft.com/office/drawing/2014/main" id="{5620E1FC-A3FF-6E2F-610B-BD608FCF5C55}"/>
              </a:ext>
            </a:extLst>
          </p:cNvPr>
          <p:cNvSpPr txBox="1"/>
          <p:nvPr/>
        </p:nvSpPr>
        <p:spPr>
          <a:xfrm>
            <a:off x="1639738" y="4433372"/>
            <a:ext cx="1242138" cy="230832"/>
          </a:xfrm>
          <a:prstGeom prst="rect">
            <a:avLst/>
          </a:prstGeom>
          <a:noFill/>
        </p:spPr>
        <p:txBody>
          <a:bodyPr wrap="square" rtlCol="0">
            <a:spAutoFit/>
          </a:bodyPr>
          <a:lstStyle/>
          <a:p>
            <a:pPr algn="ctr"/>
            <a:r>
              <a:rPr lang="ja-JP" altLang="en-US" sz="900" dirty="0">
                <a:latin typeface="メイリオ" panose="020B0604030504040204" pitchFamily="50" charset="-128"/>
                <a:ea typeface="メイリオ" panose="020B0604030504040204" pitchFamily="50" charset="-128"/>
              </a:rPr>
              <a:t>そのまま振ります。</a:t>
            </a:r>
          </a:p>
        </p:txBody>
      </p:sp>
      <p:sp>
        <p:nvSpPr>
          <p:cNvPr id="89" name="TextBox 88">
            <a:extLst>
              <a:ext uri="{FF2B5EF4-FFF2-40B4-BE49-F238E27FC236}">
                <a16:creationId xmlns:a16="http://schemas.microsoft.com/office/drawing/2014/main" id="{D9978DE0-1773-501D-4790-F5F8E8B42CF0}"/>
              </a:ext>
            </a:extLst>
          </p:cNvPr>
          <p:cNvSpPr txBox="1"/>
          <p:nvPr/>
        </p:nvSpPr>
        <p:spPr>
          <a:xfrm>
            <a:off x="3144836" y="4433372"/>
            <a:ext cx="1328888"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音が鳴ってスコアが</a:t>
            </a:r>
            <a:br>
              <a:rPr lang="en-US" altLang="ja-JP" sz="900" b="1"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表示されます。</a:t>
            </a:r>
          </a:p>
        </p:txBody>
      </p:sp>
      <p:graphicFrame>
        <p:nvGraphicFramePr>
          <p:cNvPr id="90" name="Table 89">
            <a:extLst>
              <a:ext uri="{FF2B5EF4-FFF2-40B4-BE49-F238E27FC236}">
                <a16:creationId xmlns:a16="http://schemas.microsoft.com/office/drawing/2014/main" id="{D4D27502-3BBC-79A1-49FC-970EC804B58D}"/>
              </a:ext>
            </a:extLst>
          </p:cNvPr>
          <p:cNvGraphicFramePr>
            <a:graphicFrameLocks noGrp="1"/>
          </p:cNvGraphicFramePr>
          <p:nvPr>
            <p:extLst>
              <p:ext uri="{D42A27DB-BD31-4B8C-83A1-F6EECF244321}">
                <p14:modId xmlns:p14="http://schemas.microsoft.com/office/powerpoint/2010/main" val="3747605226"/>
              </p:ext>
            </p:extLst>
          </p:nvPr>
        </p:nvGraphicFramePr>
        <p:xfrm>
          <a:off x="2935045" y="4850354"/>
          <a:ext cx="1709827" cy="693424"/>
        </p:xfrm>
        <a:graphic>
          <a:graphicData uri="http://schemas.openxmlformats.org/drawingml/2006/table">
            <a:tbl>
              <a:tblPr bandRow="1">
                <a:tableStyleId>{5C22544A-7EE6-4342-B048-85BDC9FD1C3A}</a:tableStyleId>
              </a:tblPr>
              <a:tblGrid>
                <a:gridCol w="557683">
                  <a:extLst>
                    <a:ext uri="{9D8B030D-6E8A-4147-A177-3AD203B41FA5}">
                      <a16:colId xmlns:a16="http://schemas.microsoft.com/office/drawing/2014/main" val="2179658956"/>
                    </a:ext>
                  </a:extLst>
                </a:gridCol>
                <a:gridCol w="1152144">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普通のスイング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平均以上のスイング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ベストスコアを更新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ピーッ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en-US" altLang="ja-JP" sz="800" dirty="0">
                          <a:latin typeface="メイリオ" panose="020B0604030504040204" pitchFamily="50" charset="-128"/>
                          <a:ea typeface="メイリオ" panose="020B0604030504040204" pitchFamily="50" charset="-128"/>
                        </a:rPr>
                        <a:t>50</a:t>
                      </a:r>
                      <a:r>
                        <a:rPr kumimoji="1" lang="ja-JP" altLang="en-US" sz="800" dirty="0">
                          <a:latin typeface="メイリオ" panose="020B0604030504040204" pitchFamily="50" charset="-128"/>
                          <a:ea typeface="メイリオ" panose="020B0604030504040204" pitchFamily="50" charset="-128"/>
                        </a:rPr>
                        <a:t>スイングをお知らせ</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91" name="Group 90">
            <a:extLst>
              <a:ext uri="{FF2B5EF4-FFF2-40B4-BE49-F238E27FC236}">
                <a16:creationId xmlns:a16="http://schemas.microsoft.com/office/drawing/2014/main" id="{33A6B407-E823-B480-3A39-6264281383E2}"/>
              </a:ext>
            </a:extLst>
          </p:cNvPr>
          <p:cNvGrpSpPr/>
          <p:nvPr/>
        </p:nvGrpSpPr>
        <p:grpSpPr>
          <a:xfrm>
            <a:off x="3224997" y="3722894"/>
            <a:ext cx="1010410" cy="410547"/>
            <a:chOff x="4678374" y="3933053"/>
            <a:chExt cx="1364368" cy="554367"/>
          </a:xfrm>
        </p:grpSpPr>
        <p:pic>
          <p:nvPicPr>
            <p:cNvPr id="92" name="Picture 91">
              <a:extLst>
                <a:ext uri="{FF2B5EF4-FFF2-40B4-BE49-F238E27FC236}">
                  <a16:creationId xmlns:a16="http://schemas.microsoft.com/office/drawing/2014/main" id="{8894DB98-3499-BADA-1164-B352E88A259D}"/>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93" name="Group 92">
              <a:extLst>
                <a:ext uri="{FF2B5EF4-FFF2-40B4-BE49-F238E27FC236}">
                  <a16:creationId xmlns:a16="http://schemas.microsoft.com/office/drawing/2014/main" id="{9DC0EC26-DA26-CF2F-88B4-5393143EC6C5}"/>
                </a:ext>
              </a:extLst>
            </p:cNvPr>
            <p:cNvGrpSpPr/>
            <p:nvPr/>
          </p:nvGrpSpPr>
          <p:grpSpPr>
            <a:xfrm>
              <a:off x="5616436" y="3933053"/>
              <a:ext cx="426306" cy="316386"/>
              <a:chOff x="5576551" y="4345284"/>
              <a:chExt cx="426306" cy="316386"/>
            </a:xfrm>
            <a:solidFill>
              <a:schemeClr val="bg1"/>
            </a:solidFill>
          </p:grpSpPr>
          <p:pic>
            <p:nvPicPr>
              <p:cNvPr id="94" name="Graphic 93" descr="Music note with solid fill">
                <a:extLst>
                  <a:ext uri="{FF2B5EF4-FFF2-40B4-BE49-F238E27FC236}">
                    <a16:creationId xmlns:a16="http://schemas.microsoft.com/office/drawing/2014/main" id="{6C12BEF3-3832-1B91-424F-BFDF6FEEA4C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95" name="Graphic 94" descr="Music note with solid fill">
                <a:extLst>
                  <a:ext uri="{FF2B5EF4-FFF2-40B4-BE49-F238E27FC236}">
                    <a16:creationId xmlns:a16="http://schemas.microsoft.com/office/drawing/2014/main" id="{6DB9EC0E-1EAD-D166-EA6E-B05FB03C28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96" name="Group 95">
            <a:extLst>
              <a:ext uri="{FF2B5EF4-FFF2-40B4-BE49-F238E27FC236}">
                <a16:creationId xmlns:a16="http://schemas.microsoft.com/office/drawing/2014/main" id="{DCBAD698-1994-1074-742C-B7D20C873B81}"/>
              </a:ext>
            </a:extLst>
          </p:cNvPr>
          <p:cNvGrpSpPr/>
          <p:nvPr/>
        </p:nvGrpSpPr>
        <p:grpSpPr>
          <a:xfrm>
            <a:off x="527638" y="3570518"/>
            <a:ext cx="1032936" cy="715299"/>
            <a:chOff x="4708363" y="1010723"/>
            <a:chExt cx="1394785" cy="824803"/>
          </a:xfrm>
        </p:grpSpPr>
        <p:pic>
          <p:nvPicPr>
            <p:cNvPr id="97" name="Picture 96">
              <a:extLst>
                <a:ext uri="{FF2B5EF4-FFF2-40B4-BE49-F238E27FC236}">
                  <a16:creationId xmlns:a16="http://schemas.microsoft.com/office/drawing/2014/main" id="{FE2A3315-E573-59E7-864D-82964638582D}"/>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98" name="Arrow: Left 97">
              <a:extLst>
                <a:ext uri="{FF2B5EF4-FFF2-40B4-BE49-F238E27FC236}">
                  <a16:creationId xmlns:a16="http://schemas.microsoft.com/office/drawing/2014/main" id="{699077D9-CD88-4255-2900-60388260AEDE}"/>
                </a:ext>
              </a:extLst>
            </p:cNvPr>
            <p:cNvSpPr/>
            <p:nvPr/>
          </p:nvSpPr>
          <p:spPr>
            <a:xfrm>
              <a:off x="5185887" y="137577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700" b="1" dirty="0">
                <a:latin typeface="メイリオ" panose="020B0604030504040204" pitchFamily="50" charset="-128"/>
                <a:ea typeface="メイリオ" panose="020B0604030504040204" pitchFamily="50" charset="-128"/>
              </a:endParaRPr>
            </a:p>
          </p:txBody>
        </p:sp>
        <p:sp>
          <p:nvSpPr>
            <p:cNvPr id="99" name="TextBox 98">
              <a:extLst>
                <a:ext uri="{FF2B5EF4-FFF2-40B4-BE49-F238E27FC236}">
                  <a16:creationId xmlns:a16="http://schemas.microsoft.com/office/drawing/2014/main" id="{B58A6CE3-89C1-640F-5766-174389B6C7EA}"/>
                </a:ext>
              </a:extLst>
            </p:cNvPr>
            <p:cNvSpPr txBox="1"/>
            <p:nvPr/>
          </p:nvSpPr>
          <p:spPr>
            <a:xfrm>
              <a:off x="5004586" y="1573156"/>
              <a:ext cx="558915"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ON</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sp>
          <p:nvSpPr>
            <p:cNvPr id="100" name="TextBox 99">
              <a:extLst>
                <a:ext uri="{FF2B5EF4-FFF2-40B4-BE49-F238E27FC236}">
                  <a16:creationId xmlns:a16="http://schemas.microsoft.com/office/drawing/2014/main" id="{77DFCFFF-F662-8EBB-AF3C-3938163355EF}"/>
                </a:ext>
              </a:extLst>
            </p:cNvPr>
            <p:cNvSpPr txBox="1"/>
            <p:nvPr/>
          </p:nvSpPr>
          <p:spPr>
            <a:xfrm>
              <a:off x="5407912" y="1573156"/>
              <a:ext cx="695236"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OFF</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grpSp>
      <p:sp>
        <p:nvSpPr>
          <p:cNvPr id="101" name="TextBox 100">
            <a:extLst>
              <a:ext uri="{FF2B5EF4-FFF2-40B4-BE49-F238E27FC236}">
                <a16:creationId xmlns:a16="http://schemas.microsoft.com/office/drawing/2014/main" id="{CB2834DD-9D0C-7643-69B7-A0805F60A911}"/>
              </a:ext>
            </a:extLst>
          </p:cNvPr>
          <p:cNvSpPr txBox="1"/>
          <p:nvPr/>
        </p:nvSpPr>
        <p:spPr>
          <a:xfrm>
            <a:off x="4842484" y="4433372"/>
            <a:ext cx="181758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本体（またはバット）を</a:t>
            </a:r>
            <a:br>
              <a:rPr lang="en-US" altLang="ja-JP" sz="900"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指でタップ</a:t>
            </a:r>
            <a:r>
              <a:rPr lang="ja-JP" altLang="en-US" sz="900" dirty="0">
                <a:latin typeface="メイリオ" panose="020B0604030504040204" pitchFamily="50" charset="-128"/>
                <a:ea typeface="メイリオ" panose="020B0604030504040204" pitchFamily="50" charset="-128"/>
              </a:rPr>
              <a:t>すると、これまでの記録を確認出来ます。</a:t>
            </a:r>
            <a:endParaRPr lang="en-US" altLang="ja-JP" sz="900" dirty="0">
              <a:latin typeface="メイリオ" panose="020B0604030504040204" pitchFamily="50" charset="-128"/>
              <a:ea typeface="メイリオ" panose="020B0604030504040204" pitchFamily="50" charset="-128"/>
            </a:endParaRPr>
          </a:p>
        </p:txBody>
      </p:sp>
      <p:grpSp>
        <p:nvGrpSpPr>
          <p:cNvPr id="102" name="Group 101">
            <a:extLst>
              <a:ext uri="{FF2B5EF4-FFF2-40B4-BE49-F238E27FC236}">
                <a16:creationId xmlns:a16="http://schemas.microsoft.com/office/drawing/2014/main" id="{8B8971EC-761E-7862-16F0-EC11EE5ED1FD}"/>
              </a:ext>
            </a:extLst>
          </p:cNvPr>
          <p:cNvGrpSpPr/>
          <p:nvPr/>
        </p:nvGrpSpPr>
        <p:grpSpPr>
          <a:xfrm>
            <a:off x="5436046" y="3474971"/>
            <a:ext cx="591960" cy="906392"/>
            <a:chOff x="5000711" y="5293669"/>
            <a:chExt cx="799332" cy="1223912"/>
          </a:xfrm>
        </p:grpSpPr>
        <p:pic>
          <p:nvPicPr>
            <p:cNvPr id="103" name="Picture 102">
              <a:extLst>
                <a:ext uri="{FF2B5EF4-FFF2-40B4-BE49-F238E27FC236}">
                  <a16:creationId xmlns:a16="http://schemas.microsoft.com/office/drawing/2014/main" id="{86022C7A-78C3-47F9-6191-D3CB14D40E6D}"/>
                </a:ext>
              </a:extLst>
            </p:cNvPr>
            <p:cNvPicPr>
              <a:picLocks noChangeAspect="1"/>
            </p:cNvPicPr>
            <p:nvPr/>
          </p:nvPicPr>
          <p:blipFill>
            <a:blip r:embed="rId2"/>
            <a:srcRect l="40487" t="36589" r="40487" b="44787"/>
            <a:stretch>
              <a:fillRect/>
            </a:stretch>
          </p:blipFill>
          <p:spPr>
            <a:xfrm>
              <a:off x="5000711" y="5293669"/>
              <a:ext cx="753569" cy="1098344"/>
            </a:xfrm>
            <a:prstGeom prst="rect">
              <a:avLst/>
            </a:prstGeom>
          </p:spPr>
        </p:pic>
        <p:pic>
          <p:nvPicPr>
            <p:cNvPr id="104" name="Graphic 103" descr="Double Tap Gesture with solid fill">
              <a:extLst>
                <a:ext uri="{FF2B5EF4-FFF2-40B4-BE49-F238E27FC236}">
                  <a16:creationId xmlns:a16="http://schemas.microsoft.com/office/drawing/2014/main" id="{34CCEEFB-1DC5-2340-950D-36335A0CBC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105" name="Graphic 104" descr="Double Tap Gesture with solid fill">
              <a:extLst>
                <a:ext uri="{FF2B5EF4-FFF2-40B4-BE49-F238E27FC236}">
                  <a16:creationId xmlns:a16="http://schemas.microsoft.com/office/drawing/2014/main" id="{E6A2A235-96C3-7E35-14B1-E70E19914A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106" name="Table 105">
            <a:extLst>
              <a:ext uri="{FF2B5EF4-FFF2-40B4-BE49-F238E27FC236}">
                <a16:creationId xmlns:a16="http://schemas.microsoft.com/office/drawing/2014/main" id="{5671EF32-336E-C917-0BF1-3873B9BD46E1}"/>
              </a:ext>
            </a:extLst>
          </p:cNvPr>
          <p:cNvGraphicFramePr>
            <a:graphicFrameLocks noGrp="1"/>
          </p:cNvGraphicFramePr>
          <p:nvPr>
            <p:extLst>
              <p:ext uri="{D42A27DB-BD31-4B8C-83A1-F6EECF244321}">
                <p14:modId xmlns:p14="http://schemas.microsoft.com/office/powerpoint/2010/main" val="559038401"/>
              </p:ext>
            </p:extLst>
          </p:nvPr>
        </p:nvGraphicFramePr>
        <p:xfrm>
          <a:off x="4922944" y="4953226"/>
          <a:ext cx="1618165" cy="590552"/>
        </p:xfrm>
        <a:graphic>
          <a:graphicData uri="http://schemas.openxmlformats.org/drawingml/2006/table">
            <a:tbl>
              <a:tblPr bandRow="1">
                <a:tableStyleId>{5C22544A-7EE6-4342-B048-85BDC9FD1C3A}</a:tableStyleId>
              </a:tblPr>
              <a:tblGrid>
                <a:gridCol w="529927">
                  <a:extLst>
                    <a:ext uri="{9D8B030D-6E8A-4147-A177-3AD203B41FA5}">
                      <a16:colId xmlns:a16="http://schemas.microsoft.com/office/drawing/2014/main" val="2179658956"/>
                    </a:ext>
                  </a:extLst>
                </a:gridCol>
                <a:gridCol w="1088238">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スイング回数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231458">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ベストスコア（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107" name="TextBox 106">
            <a:extLst>
              <a:ext uri="{FF2B5EF4-FFF2-40B4-BE49-F238E27FC236}">
                <a16:creationId xmlns:a16="http://schemas.microsoft.com/office/drawing/2014/main" id="{B277708C-B1A8-37AF-F70A-3B76210C2EB9}"/>
              </a:ext>
            </a:extLst>
          </p:cNvPr>
          <p:cNvSpPr txBox="1"/>
          <p:nvPr/>
        </p:nvSpPr>
        <p:spPr>
          <a:xfrm>
            <a:off x="4761175" y="5523403"/>
            <a:ext cx="2054015" cy="384721"/>
          </a:xfrm>
          <a:prstGeom prst="rect">
            <a:avLst/>
          </a:prstGeom>
          <a:noFill/>
        </p:spPr>
        <p:txBody>
          <a:bodyPr wrap="square" rtlCol="0">
            <a:spAutoFit/>
          </a:bodyPr>
          <a:lstStyle/>
          <a:p>
            <a:r>
              <a:rPr lang="ja-JP" altLang="en-US" sz="1000" dirty="0">
                <a:solidFill>
                  <a:srgbClr val="CC0000"/>
                </a:solidFill>
                <a:latin typeface="メイリオ" panose="020B0604030504040204" pitchFamily="50" charset="-128"/>
                <a:ea typeface="メイリオ" panose="020B0604030504040204" pitchFamily="50" charset="-128"/>
              </a:rPr>
              <a:t>⚠️</a:t>
            </a:r>
            <a:r>
              <a:rPr lang="ja-JP" altLang="en-US" sz="900" dirty="0">
                <a:solidFill>
                  <a:srgbClr val="CC0000"/>
                </a:solidFill>
                <a:latin typeface="メイリオ" panose="020B0604030504040204" pitchFamily="50" charset="-128"/>
                <a:ea typeface="メイリオ" panose="020B0604030504040204" pitchFamily="50" charset="-128"/>
              </a:rPr>
              <a:t>電源オフすると記録はリセットされます。</a:t>
            </a:r>
            <a:endParaRPr lang="ja-JP" altLang="en-US" sz="1000" dirty="0">
              <a:solidFill>
                <a:srgbClr val="CC0000"/>
              </a:solidFill>
              <a:latin typeface="メイリオ" panose="020B0604030504040204" pitchFamily="50" charset="-128"/>
              <a:ea typeface="メイリオ" panose="020B0604030504040204" pitchFamily="50" charset="-128"/>
            </a:endParaRPr>
          </a:p>
        </p:txBody>
      </p:sp>
      <p:sp>
        <p:nvSpPr>
          <p:cNvPr id="108" name="TextBox 107">
            <a:extLst>
              <a:ext uri="{FF2B5EF4-FFF2-40B4-BE49-F238E27FC236}">
                <a16:creationId xmlns:a16="http://schemas.microsoft.com/office/drawing/2014/main" id="{B4A6515A-5222-6021-A2CE-69C523C85305}"/>
              </a:ext>
            </a:extLst>
          </p:cNvPr>
          <p:cNvSpPr txBox="1"/>
          <p:nvPr/>
        </p:nvSpPr>
        <p:spPr>
          <a:xfrm>
            <a:off x="339364" y="7603630"/>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電池交換</a:t>
            </a:r>
          </a:p>
        </p:txBody>
      </p:sp>
      <p:cxnSp>
        <p:nvCxnSpPr>
          <p:cNvPr id="109" name="Straight Connector 108">
            <a:extLst>
              <a:ext uri="{FF2B5EF4-FFF2-40B4-BE49-F238E27FC236}">
                <a16:creationId xmlns:a16="http://schemas.microsoft.com/office/drawing/2014/main" id="{98D340EF-180E-C357-2282-F49505A888AE}"/>
              </a:ext>
            </a:extLst>
          </p:cNvPr>
          <p:cNvCxnSpPr>
            <a:cxnSpLocks/>
          </p:cNvCxnSpPr>
          <p:nvPr/>
        </p:nvCxnSpPr>
        <p:spPr>
          <a:xfrm>
            <a:off x="404841" y="7917480"/>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0" name="Rectangle 109">
            <a:extLst>
              <a:ext uri="{FF2B5EF4-FFF2-40B4-BE49-F238E27FC236}">
                <a16:creationId xmlns:a16="http://schemas.microsoft.com/office/drawing/2014/main" id="{6FF9D4F0-F857-A60A-8C90-CCC965A1104E}"/>
              </a:ext>
            </a:extLst>
          </p:cNvPr>
          <p:cNvSpPr/>
          <p:nvPr/>
        </p:nvSpPr>
        <p:spPr>
          <a:xfrm>
            <a:off x="265622" y="7597222"/>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TextBox 110">
            <a:extLst>
              <a:ext uri="{FF2B5EF4-FFF2-40B4-BE49-F238E27FC236}">
                <a16:creationId xmlns:a16="http://schemas.microsoft.com/office/drawing/2014/main" id="{905DA3A5-E98A-E424-8806-10FE3B8D0755}"/>
              </a:ext>
            </a:extLst>
          </p:cNvPr>
          <p:cNvSpPr txBox="1"/>
          <p:nvPr/>
        </p:nvSpPr>
        <p:spPr>
          <a:xfrm>
            <a:off x="357136" y="8000774"/>
            <a:ext cx="6214898"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表示が不安定、音が小さい、</a:t>
            </a:r>
            <a:r>
              <a:rPr lang="ja-JP" altLang="en-US" sz="900" b="1" dirty="0">
                <a:solidFill>
                  <a:srgbClr val="CC0000"/>
                </a:solidFill>
                <a:latin typeface="メイリオ" panose="020B0604030504040204" pitchFamily="50" charset="-128"/>
                <a:ea typeface="メイリオ" panose="020B0604030504040204" pitchFamily="50" charset="-128"/>
              </a:rPr>
              <a:t>使用中にリセットがかかる</a:t>
            </a:r>
            <a:r>
              <a:rPr lang="ja-JP" altLang="en-US" sz="900" dirty="0">
                <a:latin typeface="メイリオ" panose="020B0604030504040204" pitchFamily="50" charset="-128"/>
                <a:ea typeface="メイリオ" panose="020B0604030504040204" pitchFamily="50" charset="-128"/>
              </a:rPr>
              <a:t>、といった場合は電池交換の合図になります。</a:t>
            </a:r>
          </a:p>
          <a:p>
            <a:r>
              <a:rPr lang="en-US" altLang="ja-JP" sz="900" dirty="0">
                <a:latin typeface="メイリオ" panose="020B0604030504040204" pitchFamily="50" charset="-128"/>
                <a:ea typeface="メイリオ" panose="020B0604030504040204" pitchFamily="50" charset="-128"/>
              </a:rPr>
              <a:t>※ </a:t>
            </a:r>
            <a:r>
              <a:rPr lang="ja-JP" altLang="en-US" sz="9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grpSp>
        <p:nvGrpSpPr>
          <p:cNvPr id="124" name="Group 123">
            <a:extLst>
              <a:ext uri="{FF2B5EF4-FFF2-40B4-BE49-F238E27FC236}">
                <a16:creationId xmlns:a16="http://schemas.microsoft.com/office/drawing/2014/main" id="{7389923B-0009-B2F2-392F-8515966F303A}"/>
              </a:ext>
            </a:extLst>
          </p:cNvPr>
          <p:cNvGrpSpPr/>
          <p:nvPr/>
        </p:nvGrpSpPr>
        <p:grpSpPr>
          <a:xfrm>
            <a:off x="463561" y="8688398"/>
            <a:ext cx="1057498" cy="1057498"/>
            <a:chOff x="-2596239" y="3913305"/>
            <a:chExt cx="668750" cy="668750"/>
          </a:xfrm>
        </p:grpSpPr>
        <p:pic>
          <p:nvPicPr>
            <p:cNvPr id="112" name="Picture 111">
              <a:extLst>
                <a:ext uri="{FF2B5EF4-FFF2-40B4-BE49-F238E27FC236}">
                  <a16:creationId xmlns:a16="http://schemas.microsoft.com/office/drawing/2014/main" id="{FD5D3B6D-9EFF-0BF1-44DE-71ABB998440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596239" y="3913305"/>
              <a:ext cx="668750" cy="668750"/>
            </a:xfrm>
            <a:prstGeom prst="rect">
              <a:avLst/>
            </a:prstGeom>
          </p:spPr>
        </p:pic>
        <p:sp>
          <p:nvSpPr>
            <p:cNvPr id="113" name="Oval 112">
              <a:extLst>
                <a:ext uri="{FF2B5EF4-FFF2-40B4-BE49-F238E27FC236}">
                  <a16:creationId xmlns:a16="http://schemas.microsoft.com/office/drawing/2014/main" id="{75B8FDCE-B1E5-E4D4-834F-E23E48DB943E}"/>
                </a:ext>
              </a:extLst>
            </p:cNvPr>
            <p:cNvSpPr/>
            <p:nvPr/>
          </p:nvSpPr>
          <p:spPr>
            <a:xfrm>
              <a:off x="-2479771"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4" name="Oval 113">
              <a:extLst>
                <a:ext uri="{FF2B5EF4-FFF2-40B4-BE49-F238E27FC236}">
                  <a16:creationId xmlns:a16="http://schemas.microsoft.com/office/drawing/2014/main" id="{F0DE23D6-FCE2-59F3-CBB1-60721B61AFF7}"/>
                </a:ext>
              </a:extLst>
            </p:cNvPr>
            <p:cNvSpPr/>
            <p:nvPr/>
          </p:nvSpPr>
          <p:spPr>
            <a:xfrm>
              <a:off x="-2144270"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5" name="Oval 114">
              <a:extLst>
                <a:ext uri="{FF2B5EF4-FFF2-40B4-BE49-F238E27FC236}">
                  <a16:creationId xmlns:a16="http://schemas.microsoft.com/office/drawing/2014/main" id="{E2AAD802-1177-DA76-8946-599D01C2B419}"/>
                </a:ext>
              </a:extLst>
            </p:cNvPr>
            <p:cNvSpPr/>
            <p:nvPr/>
          </p:nvSpPr>
          <p:spPr>
            <a:xfrm>
              <a:off x="-2479771"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6" name="Oval 115">
              <a:extLst>
                <a:ext uri="{FF2B5EF4-FFF2-40B4-BE49-F238E27FC236}">
                  <a16:creationId xmlns:a16="http://schemas.microsoft.com/office/drawing/2014/main" id="{51409483-88A1-71A7-331E-459CF34472E4}"/>
                </a:ext>
              </a:extLst>
            </p:cNvPr>
            <p:cNvSpPr/>
            <p:nvPr/>
          </p:nvSpPr>
          <p:spPr>
            <a:xfrm>
              <a:off x="-2144270"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grpSp>
      <p:sp>
        <p:nvSpPr>
          <p:cNvPr id="117" name="TextBox 116">
            <a:extLst>
              <a:ext uri="{FF2B5EF4-FFF2-40B4-BE49-F238E27FC236}">
                <a16:creationId xmlns:a16="http://schemas.microsoft.com/office/drawing/2014/main" id="{FCD91FC9-EF20-1A7F-462A-FB49320C1032}"/>
              </a:ext>
            </a:extLst>
          </p:cNvPr>
          <p:cNvSpPr txBox="1"/>
          <p:nvPr/>
        </p:nvSpPr>
        <p:spPr>
          <a:xfrm>
            <a:off x="1502217" y="8986314"/>
            <a:ext cx="100190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裏面の四隅のネジを外して、ケースを開けます。</a:t>
            </a:r>
            <a:endParaRPr lang="en-US" altLang="ja-JP" sz="900" dirty="0">
              <a:latin typeface="メイリオ" panose="020B0604030504040204" pitchFamily="50" charset="-128"/>
              <a:ea typeface="メイリオ" panose="020B0604030504040204" pitchFamily="50" charset="-128"/>
            </a:endParaRPr>
          </a:p>
        </p:txBody>
      </p:sp>
      <p:grpSp>
        <p:nvGrpSpPr>
          <p:cNvPr id="125" name="Group 124">
            <a:extLst>
              <a:ext uri="{FF2B5EF4-FFF2-40B4-BE49-F238E27FC236}">
                <a16:creationId xmlns:a16="http://schemas.microsoft.com/office/drawing/2014/main" id="{3B0F384A-34D1-83CA-562B-AB4F2989DD34}"/>
              </a:ext>
            </a:extLst>
          </p:cNvPr>
          <p:cNvGrpSpPr/>
          <p:nvPr/>
        </p:nvGrpSpPr>
        <p:grpSpPr>
          <a:xfrm>
            <a:off x="2745740" y="8590920"/>
            <a:ext cx="668750" cy="1152790"/>
            <a:chOff x="2844225" y="6333818"/>
            <a:chExt cx="668750" cy="1152790"/>
          </a:xfrm>
        </p:grpSpPr>
        <p:pic>
          <p:nvPicPr>
            <p:cNvPr id="118" name="Picture 117">
              <a:extLst>
                <a:ext uri="{FF2B5EF4-FFF2-40B4-BE49-F238E27FC236}">
                  <a16:creationId xmlns:a16="http://schemas.microsoft.com/office/drawing/2014/main" id="{3E471A46-416F-A53D-2A53-AAAB7A634083}"/>
                </a:ext>
              </a:extLst>
            </p:cNvPr>
            <p:cNvPicPr>
              <a:picLocks noChangeAspect="1"/>
            </p:cNvPicPr>
            <p:nvPr/>
          </p:nvPicPr>
          <p:blipFill>
            <a:blip r:embed="rId11"/>
            <a:srcRect l="15765" r="15766" b="38394"/>
            <a:stretch>
              <a:fillRect/>
            </a:stretch>
          </p:blipFill>
          <p:spPr>
            <a:xfrm>
              <a:off x="2844225" y="6333818"/>
              <a:ext cx="668750" cy="802287"/>
            </a:xfrm>
            <a:prstGeom prst="rect">
              <a:avLst/>
            </a:prstGeom>
          </p:spPr>
        </p:pic>
        <p:pic>
          <p:nvPicPr>
            <p:cNvPr id="119" name="Picture 118">
              <a:extLst>
                <a:ext uri="{FF2B5EF4-FFF2-40B4-BE49-F238E27FC236}">
                  <a16:creationId xmlns:a16="http://schemas.microsoft.com/office/drawing/2014/main" id="{961ABB8F-9987-A8CB-E927-04063584363A}"/>
                </a:ext>
              </a:extLst>
            </p:cNvPr>
            <p:cNvPicPr>
              <a:picLocks noChangeAspect="1"/>
            </p:cNvPicPr>
            <p:nvPr/>
          </p:nvPicPr>
          <p:blipFill>
            <a:blip r:embed="rId12"/>
            <a:srcRect l="34773" t="62508" r="34520" b="11279"/>
            <a:stretch>
              <a:fillRect/>
            </a:stretch>
          </p:blipFill>
          <p:spPr>
            <a:xfrm>
              <a:off x="2979771" y="7068219"/>
              <a:ext cx="416540" cy="418389"/>
            </a:xfrm>
            <a:prstGeom prst="rect">
              <a:avLst/>
            </a:prstGeom>
            <a:effectLst>
              <a:outerShdw blurRad="50800" dist="38100" dir="2700000" algn="tl" rotWithShape="0">
                <a:prstClr val="black">
                  <a:alpha val="40000"/>
                </a:prstClr>
              </a:outerShdw>
            </a:effectLst>
          </p:spPr>
        </p:pic>
        <p:sp>
          <p:nvSpPr>
            <p:cNvPr id="120" name="Arrow: Left 119">
              <a:extLst>
                <a:ext uri="{FF2B5EF4-FFF2-40B4-BE49-F238E27FC236}">
                  <a16:creationId xmlns:a16="http://schemas.microsoft.com/office/drawing/2014/main" id="{DB9FA5B5-A782-AA3F-04D2-3EB4F8CBF3E2}"/>
                </a:ext>
              </a:extLst>
            </p:cNvPr>
            <p:cNvSpPr/>
            <p:nvPr/>
          </p:nvSpPr>
          <p:spPr>
            <a:xfrm rot="5400000">
              <a:off x="3110290" y="7055292"/>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sp>
          <p:nvSpPr>
            <p:cNvPr id="121" name="Arrow: Left 120">
              <a:extLst>
                <a:ext uri="{FF2B5EF4-FFF2-40B4-BE49-F238E27FC236}">
                  <a16:creationId xmlns:a16="http://schemas.microsoft.com/office/drawing/2014/main" id="{4032FE5B-76FA-F264-9346-BBB176E616A6}"/>
                </a:ext>
              </a:extLst>
            </p:cNvPr>
            <p:cNvSpPr/>
            <p:nvPr/>
          </p:nvSpPr>
          <p:spPr>
            <a:xfrm rot="16200000">
              <a:off x="3002896" y="7061961"/>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grpSp>
      <p:sp>
        <p:nvSpPr>
          <p:cNvPr id="122" name="TextBox 121">
            <a:extLst>
              <a:ext uri="{FF2B5EF4-FFF2-40B4-BE49-F238E27FC236}">
                <a16:creationId xmlns:a16="http://schemas.microsoft.com/office/drawing/2014/main" id="{C0332A5E-3C3A-7956-056E-9A35125A775F}"/>
              </a:ext>
            </a:extLst>
          </p:cNvPr>
          <p:cNvSpPr txBox="1"/>
          <p:nvPr/>
        </p:nvSpPr>
        <p:spPr>
          <a:xfrm>
            <a:off x="3468523" y="8688780"/>
            <a:ext cx="3166669"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電池ホルダーがあるので電池を抜いて交換してください。</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（後ろから押すと出てきます）</a:t>
            </a:r>
            <a:endParaRPr lang="en-US" altLang="ja-JP" sz="900" dirty="0">
              <a:latin typeface="メイリオ" panose="020B0604030504040204" pitchFamily="50" charset="-128"/>
              <a:ea typeface="メイリオ" panose="020B0604030504040204" pitchFamily="50" charset="-128"/>
            </a:endParaRPr>
          </a:p>
        </p:txBody>
      </p:sp>
      <p:sp>
        <p:nvSpPr>
          <p:cNvPr id="123" name="TextBox 122">
            <a:extLst>
              <a:ext uri="{FF2B5EF4-FFF2-40B4-BE49-F238E27FC236}">
                <a16:creationId xmlns:a16="http://schemas.microsoft.com/office/drawing/2014/main" id="{9CB9685A-048F-681B-87CB-BADA50440C56}"/>
              </a:ext>
            </a:extLst>
          </p:cNvPr>
          <p:cNvSpPr txBox="1"/>
          <p:nvPr/>
        </p:nvSpPr>
        <p:spPr>
          <a:xfrm>
            <a:off x="3468524" y="9244214"/>
            <a:ext cx="2885014"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対応している電池は「</a:t>
            </a:r>
            <a:r>
              <a:rPr lang="en-US" altLang="ja-JP" sz="900" b="1" dirty="0">
                <a:solidFill>
                  <a:srgbClr val="C00000"/>
                </a:solidFill>
                <a:latin typeface="メイリオ" panose="020B0604030504040204" pitchFamily="50" charset="-128"/>
                <a:ea typeface="メイリオ" panose="020B0604030504040204" pitchFamily="50" charset="-128"/>
              </a:rPr>
              <a:t>CR2450</a:t>
            </a:r>
            <a:r>
              <a:rPr lang="ja-JP" altLang="en-US" sz="900" dirty="0">
                <a:latin typeface="メイリオ" panose="020B0604030504040204" pitchFamily="50" charset="-128"/>
                <a:ea typeface="メイリオ" panose="020B0604030504040204" pitchFamily="50" charset="-128"/>
              </a:rPr>
              <a:t>」です。</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（ダイソーで</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円で売ってます）</a:t>
            </a:r>
            <a:endParaRPr lang="en-US" altLang="ja-JP" sz="900" dirty="0">
              <a:latin typeface="メイリオ" panose="020B0604030504040204" pitchFamily="50" charset="-128"/>
              <a:ea typeface="メイリオ" panose="020B0604030504040204" pitchFamily="50" charset="-128"/>
            </a:endParaRPr>
          </a:p>
        </p:txBody>
      </p:sp>
      <p:sp>
        <p:nvSpPr>
          <p:cNvPr id="132" name="TextBox 131">
            <a:extLst>
              <a:ext uri="{FF2B5EF4-FFF2-40B4-BE49-F238E27FC236}">
                <a16:creationId xmlns:a16="http://schemas.microsoft.com/office/drawing/2014/main" id="{36C97EBC-6D5D-E953-1F6D-0BF2BBFC9D29}"/>
              </a:ext>
            </a:extLst>
          </p:cNvPr>
          <p:cNvSpPr txBox="1"/>
          <p:nvPr/>
        </p:nvSpPr>
        <p:spPr>
          <a:xfrm>
            <a:off x="267268" y="5716310"/>
            <a:ext cx="4493538" cy="369332"/>
          </a:xfrm>
          <a:prstGeom prst="rect">
            <a:avLst/>
          </a:prstGeom>
          <a:noFill/>
        </p:spPr>
        <p:txBody>
          <a:bodyPr wrap="none" rtlCol="0">
            <a:spAutoFit/>
          </a:bodyPr>
          <a:lstStyle/>
          <a:p>
            <a:r>
              <a:rPr kumimoji="1" lang="en-US" altLang="ja-JP" sz="900" dirty="0">
                <a:latin typeface="メイリオ" panose="020B0604030504040204" pitchFamily="50" charset="-128"/>
                <a:ea typeface="メイリオ" panose="020B0604030504040204" pitchFamily="50" charset="-128"/>
              </a:rPr>
              <a:t>※</a:t>
            </a:r>
            <a:r>
              <a:rPr kumimoji="1" lang="ja-JP" altLang="en-US" sz="900" dirty="0">
                <a:latin typeface="メイリオ" panose="020B0604030504040204" pitchFamily="50" charset="-128"/>
                <a:ea typeface="メイリオ" panose="020B0604030504040204" pitchFamily="50" charset="-128"/>
              </a:rPr>
              <a:t> しばらく動きがない状態が続くと、本体は省電力状態になります。</a:t>
            </a:r>
            <a:endParaRPr kumimoji="1" lang="en-US" altLang="ja-JP" sz="900" dirty="0">
              <a:latin typeface="メイリオ" panose="020B0604030504040204" pitchFamily="50" charset="-128"/>
              <a:ea typeface="メイリオ" panose="020B0604030504040204" pitchFamily="50" charset="-128"/>
            </a:endParaRPr>
          </a:p>
          <a:p>
            <a:r>
              <a:rPr kumimoji="1" lang="ja-JP" altLang="en-US" sz="900" dirty="0">
                <a:latin typeface="メイリオ" panose="020B0604030504040204" pitchFamily="50" charset="-128"/>
                <a:ea typeface="メイリオ" panose="020B0604030504040204" pitchFamily="50" charset="-128"/>
              </a:rPr>
              <a:t> 　再開する場合は、電源スイッチを一度オフにしてから、もう一度オンにします。</a:t>
            </a:r>
          </a:p>
        </p:txBody>
      </p:sp>
      <p:grpSp>
        <p:nvGrpSpPr>
          <p:cNvPr id="150" name="Group 149">
            <a:extLst>
              <a:ext uri="{FF2B5EF4-FFF2-40B4-BE49-F238E27FC236}">
                <a16:creationId xmlns:a16="http://schemas.microsoft.com/office/drawing/2014/main" id="{A6264C2A-78FF-6DF9-A282-C3FEB0891A84}"/>
              </a:ext>
            </a:extLst>
          </p:cNvPr>
          <p:cNvGrpSpPr/>
          <p:nvPr/>
        </p:nvGrpSpPr>
        <p:grpSpPr>
          <a:xfrm>
            <a:off x="256286" y="3267355"/>
            <a:ext cx="323791" cy="247881"/>
            <a:chOff x="339364" y="3260490"/>
            <a:chExt cx="323791" cy="247881"/>
          </a:xfrm>
        </p:grpSpPr>
        <p:sp>
          <p:nvSpPr>
            <p:cNvPr id="142" name="Oval 141">
              <a:extLst>
                <a:ext uri="{FF2B5EF4-FFF2-40B4-BE49-F238E27FC236}">
                  <a16:creationId xmlns:a16="http://schemas.microsoft.com/office/drawing/2014/main" id="{51BBB7E3-1B8F-1AE4-5F75-3E1BCAE1461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47" name="TextBox 146">
              <a:extLst>
                <a:ext uri="{FF2B5EF4-FFF2-40B4-BE49-F238E27FC236}">
                  <a16:creationId xmlns:a16="http://schemas.microsoft.com/office/drawing/2014/main" id="{EAA87D32-CF59-C8B2-8155-7D4D39DC49C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1" name="Group 150">
            <a:extLst>
              <a:ext uri="{FF2B5EF4-FFF2-40B4-BE49-F238E27FC236}">
                <a16:creationId xmlns:a16="http://schemas.microsoft.com/office/drawing/2014/main" id="{3F352909-8428-295B-01F2-97EC2BF72C4D}"/>
              </a:ext>
            </a:extLst>
          </p:cNvPr>
          <p:cNvGrpSpPr/>
          <p:nvPr/>
        </p:nvGrpSpPr>
        <p:grpSpPr>
          <a:xfrm>
            <a:off x="1499114" y="3260490"/>
            <a:ext cx="323791" cy="261610"/>
            <a:chOff x="339364" y="3260490"/>
            <a:chExt cx="323791" cy="261610"/>
          </a:xfrm>
        </p:grpSpPr>
        <p:sp>
          <p:nvSpPr>
            <p:cNvPr id="152" name="Oval 151">
              <a:extLst>
                <a:ext uri="{FF2B5EF4-FFF2-40B4-BE49-F238E27FC236}">
                  <a16:creationId xmlns:a16="http://schemas.microsoft.com/office/drawing/2014/main" id="{66862BDF-42AA-20D7-D50D-0C2AB98A9C68}"/>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3" name="TextBox 152">
              <a:extLst>
                <a:ext uri="{FF2B5EF4-FFF2-40B4-BE49-F238E27FC236}">
                  <a16:creationId xmlns:a16="http://schemas.microsoft.com/office/drawing/2014/main" id="{76649F3E-8E88-3D5E-AA64-B354BD66D27F}"/>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4" name="Group 153">
            <a:extLst>
              <a:ext uri="{FF2B5EF4-FFF2-40B4-BE49-F238E27FC236}">
                <a16:creationId xmlns:a16="http://schemas.microsoft.com/office/drawing/2014/main" id="{F945E91F-9A0F-8947-99E3-8F06B6EF8CB7}"/>
              </a:ext>
            </a:extLst>
          </p:cNvPr>
          <p:cNvGrpSpPr/>
          <p:nvPr/>
        </p:nvGrpSpPr>
        <p:grpSpPr>
          <a:xfrm>
            <a:off x="2669614" y="3260490"/>
            <a:ext cx="323791" cy="261610"/>
            <a:chOff x="339364" y="3260490"/>
            <a:chExt cx="323791" cy="261610"/>
          </a:xfrm>
        </p:grpSpPr>
        <p:sp>
          <p:nvSpPr>
            <p:cNvPr id="155" name="Oval 154">
              <a:extLst>
                <a:ext uri="{FF2B5EF4-FFF2-40B4-BE49-F238E27FC236}">
                  <a16:creationId xmlns:a16="http://schemas.microsoft.com/office/drawing/2014/main" id="{F25AA3A4-5452-FFF0-1ABC-C42E41C65792}"/>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6" name="TextBox 155">
              <a:extLst>
                <a:ext uri="{FF2B5EF4-FFF2-40B4-BE49-F238E27FC236}">
                  <a16:creationId xmlns:a16="http://schemas.microsoft.com/office/drawing/2014/main" id="{D7105150-2C66-22FF-0654-AC80F67E7CCE}"/>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7" name="Group 156">
            <a:extLst>
              <a:ext uri="{FF2B5EF4-FFF2-40B4-BE49-F238E27FC236}">
                <a16:creationId xmlns:a16="http://schemas.microsoft.com/office/drawing/2014/main" id="{BFB4A257-D31E-456C-C431-E584D3A86476}"/>
              </a:ext>
            </a:extLst>
          </p:cNvPr>
          <p:cNvGrpSpPr/>
          <p:nvPr/>
        </p:nvGrpSpPr>
        <p:grpSpPr>
          <a:xfrm>
            <a:off x="4571888" y="3260490"/>
            <a:ext cx="323791" cy="261610"/>
            <a:chOff x="331413" y="3260490"/>
            <a:chExt cx="323791" cy="261610"/>
          </a:xfrm>
        </p:grpSpPr>
        <p:sp>
          <p:nvSpPr>
            <p:cNvPr id="158" name="Oval 157">
              <a:extLst>
                <a:ext uri="{FF2B5EF4-FFF2-40B4-BE49-F238E27FC236}">
                  <a16:creationId xmlns:a16="http://schemas.microsoft.com/office/drawing/2014/main" id="{6A367F19-C4F1-3ABB-2F60-574AA83E518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9" name="TextBox 158">
              <a:extLst>
                <a:ext uri="{FF2B5EF4-FFF2-40B4-BE49-F238E27FC236}">
                  <a16:creationId xmlns:a16="http://schemas.microsoft.com/office/drawing/2014/main" id="{AEDCB3CD-0B39-B6D2-E1E0-4CB2178FAE00}"/>
                </a:ext>
              </a:extLst>
            </p:cNvPr>
            <p:cNvSpPr txBox="1"/>
            <p:nvPr/>
          </p:nvSpPr>
          <p:spPr>
            <a:xfrm>
              <a:off x="331413"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4</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69" name="Group 168">
            <a:extLst>
              <a:ext uri="{FF2B5EF4-FFF2-40B4-BE49-F238E27FC236}">
                <a16:creationId xmlns:a16="http://schemas.microsoft.com/office/drawing/2014/main" id="{0CAE88B8-C1E8-8978-BA78-66B8350A9C73}"/>
              </a:ext>
            </a:extLst>
          </p:cNvPr>
          <p:cNvGrpSpPr/>
          <p:nvPr/>
        </p:nvGrpSpPr>
        <p:grpSpPr>
          <a:xfrm>
            <a:off x="342084" y="8363815"/>
            <a:ext cx="323791" cy="247881"/>
            <a:chOff x="339364" y="3260490"/>
            <a:chExt cx="323791" cy="247881"/>
          </a:xfrm>
        </p:grpSpPr>
        <p:sp>
          <p:nvSpPr>
            <p:cNvPr id="170" name="Oval 169">
              <a:extLst>
                <a:ext uri="{FF2B5EF4-FFF2-40B4-BE49-F238E27FC236}">
                  <a16:creationId xmlns:a16="http://schemas.microsoft.com/office/drawing/2014/main" id="{62F4E5E8-D143-CAF3-9744-AB313DCC9F79}"/>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1" name="TextBox 170">
              <a:extLst>
                <a:ext uri="{FF2B5EF4-FFF2-40B4-BE49-F238E27FC236}">
                  <a16:creationId xmlns:a16="http://schemas.microsoft.com/office/drawing/2014/main" id="{F13A4E37-844C-2889-8DEF-E246DAD2FC0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72" name="Group 171">
            <a:extLst>
              <a:ext uri="{FF2B5EF4-FFF2-40B4-BE49-F238E27FC236}">
                <a16:creationId xmlns:a16="http://schemas.microsoft.com/office/drawing/2014/main" id="{94CE90CE-AFA5-803D-5E1A-5B4596B937DB}"/>
              </a:ext>
            </a:extLst>
          </p:cNvPr>
          <p:cNvGrpSpPr/>
          <p:nvPr/>
        </p:nvGrpSpPr>
        <p:grpSpPr>
          <a:xfrm>
            <a:off x="2421304" y="8356950"/>
            <a:ext cx="323791" cy="261610"/>
            <a:chOff x="339364" y="3260490"/>
            <a:chExt cx="323791" cy="261610"/>
          </a:xfrm>
        </p:grpSpPr>
        <p:sp>
          <p:nvSpPr>
            <p:cNvPr id="173" name="Oval 172">
              <a:extLst>
                <a:ext uri="{FF2B5EF4-FFF2-40B4-BE49-F238E27FC236}">
                  <a16:creationId xmlns:a16="http://schemas.microsoft.com/office/drawing/2014/main" id="{85BD3A31-C8B0-FF90-310C-C46D212885E4}"/>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4" name="TextBox 173">
              <a:extLst>
                <a:ext uri="{FF2B5EF4-FFF2-40B4-BE49-F238E27FC236}">
                  <a16:creationId xmlns:a16="http://schemas.microsoft.com/office/drawing/2014/main" id="{FB94DE87-664E-2FF8-3D34-CCBEE3C1F703}"/>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88" name="Group 187">
            <a:extLst>
              <a:ext uri="{FF2B5EF4-FFF2-40B4-BE49-F238E27FC236}">
                <a16:creationId xmlns:a16="http://schemas.microsoft.com/office/drawing/2014/main" id="{917BD09C-ABC8-3E84-5767-6C7349EFDFB6}"/>
              </a:ext>
            </a:extLst>
          </p:cNvPr>
          <p:cNvGrpSpPr/>
          <p:nvPr/>
        </p:nvGrpSpPr>
        <p:grpSpPr>
          <a:xfrm>
            <a:off x="397410" y="6168058"/>
            <a:ext cx="6063180" cy="1232648"/>
            <a:chOff x="262525" y="8356171"/>
            <a:chExt cx="6390100" cy="1432385"/>
          </a:xfrm>
        </p:grpSpPr>
        <p:grpSp>
          <p:nvGrpSpPr>
            <p:cNvPr id="189" name="Group 188">
              <a:extLst>
                <a:ext uri="{FF2B5EF4-FFF2-40B4-BE49-F238E27FC236}">
                  <a16:creationId xmlns:a16="http://schemas.microsoft.com/office/drawing/2014/main" id="{D6D92262-AF9D-6B78-E2E5-F28283DEB571}"/>
                </a:ext>
              </a:extLst>
            </p:cNvPr>
            <p:cNvGrpSpPr/>
            <p:nvPr/>
          </p:nvGrpSpPr>
          <p:grpSpPr>
            <a:xfrm>
              <a:off x="262525" y="8356171"/>
              <a:ext cx="6390100" cy="1427835"/>
              <a:chOff x="262525" y="4932106"/>
              <a:chExt cx="6390100" cy="1875847"/>
            </a:xfrm>
          </p:grpSpPr>
          <p:sp>
            <p:nvSpPr>
              <p:cNvPr id="191" name="Rectangle: Rounded Corners 190">
                <a:extLst>
                  <a:ext uri="{FF2B5EF4-FFF2-40B4-BE49-F238E27FC236}">
                    <a16:creationId xmlns:a16="http://schemas.microsoft.com/office/drawing/2014/main" id="{F36E5BD1-DE48-6671-1742-195D7F77943D}"/>
                  </a:ext>
                </a:extLst>
              </p:cNvPr>
              <p:cNvSpPr/>
              <p:nvPr/>
            </p:nvSpPr>
            <p:spPr>
              <a:xfrm>
                <a:off x="262525" y="4932107"/>
                <a:ext cx="6390100" cy="1875846"/>
              </a:xfrm>
              <a:prstGeom prst="roundRect">
                <a:avLst>
                  <a:gd name="adj" fmla="val 12125"/>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92" name="Rectangle: Top Corners Rounded 191">
                <a:extLst>
                  <a:ext uri="{FF2B5EF4-FFF2-40B4-BE49-F238E27FC236}">
                    <a16:creationId xmlns:a16="http://schemas.microsoft.com/office/drawing/2014/main" id="{CF5E92AC-A092-861F-8E29-F922ABCCFF99}"/>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使用上の注意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90" name="TextBox 189">
              <a:extLst>
                <a:ext uri="{FF2B5EF4-FFF2-40B4-BE49-F238E27FC236}">
                  <a16:creationId xmlns:a16="http://schemas.microsoft.com/office/drawing/2014/main" id="{F44BACB0-73FD-7BA0-0619-92C69D46EB5A}"/>
                </a:ext>
              </a:extLst>
            </p:cNvPr>
            <p:cNvSpPr txBox="1"/>
            <p:nvPr/>
          </p:nvSpPr>
          <p:spPr>
            <a:xfrm>
              <a:off x="262525" y="8715606"/>
              <a:ext cx="6390100" cy="1072950"/>
            </a:xfrm>
            <a:prstGeom prst="rect">
              <a:avLst/>
            </a:prstGeom>
            <a:noFill/>
          </p:spPr>
          <p:txBody>
            <a:bodyPr wrap="square">
              <a:spAutoFit/>
            </a:bodyPr>
            <a:lstStyle/>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取り付け</a:t>
              </a:r>
              <a:r>
                <a:rPr lang="ja-JP" altLang="ja-JP" sz="9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900" dirty="0">
                  <a:latin typeface="メイリオ" panose="020B0604030504040204" pitchFamily="50" charset="-128"/>
                  <a:ea typeface="メイリオ" panose="020B0604030504040204" pitchFamily="50" charset="-128"/>
                </a:rPr>
              </a:br>
              <a:r>
                <a:rPr lang="ja-JP" altLang="ja-JP" sz="9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900" dirty="0">
                  <a:latin typeface="メイリオ" panose="020B0604030504040204" pitchFamily="50" charset="-128"/>
                  <a:ea typeface="メイリオ" panose="020B0604030504040204" pitchFamily="50" charset="-128"/>
                </a:rPr>
                <a:t>ってください。</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装着した状態でボールやその他のものを打たないでください。衝撃に耐えられずすぐに壊れます。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ja-JP" sz="900" dirty="0">
                  <a:latin typeface="メイリオ" panose="020B0604030504040204" pitchFamily="50" charset="-128"/>
                  <a:ea typeface="メイリオ" panose="020B0604030504040204" pitchFamily="50" charset="-128"/>
                </a:rPr>
                <a:t>本体は防水仕様ではありません。雨、水、汗で濡れた状態、砂や泥が多い場所での使用は避けた方が安全です。</a:t>
              </a:r>
              <a:endParaRPr lang="en-US" altLang="ja-JP" sz="900" dirty="0">
                <a:latin typeface="メイリオ" panose="020B0604030504040204" pitchFamily="50" charset="-128"/>
                <a:ea typeface="メイリオ" panose="020B0604030504040204" pitchFamily="50" charset="-128"/>
              </a:endParaRPr>
            </a:p>
          </p:txBody>
        </p:sp>
      </p:grpSp>
      <p:cxnSp>
        <p:nvCxnSpPr>
          <p:cNvPr id="193" name="Straight Connector 192">
            <a:extLst>
              <a:ext uri="{FF2B5EF4-FFF2-40B4-BE49-F238E27FC236}">
                <a16:creationId xmlns:a16="http://schemas.microsoft.com/office/drawing/2014/main" id="{E4B8A174-0AC9-DE50-89BD-271EE0864CA1}"/>
              </a:ext>
            </a:extLst>
          </p:cNvPr>
          <p:cNvCxnSpPr>
            <a:cxnSpLocks/>
          </p:cNvCxnSpPr>
          <p:nvPr/>
        </p:nvCxnSpPr>
        <p:spPr>
          <a:xfrm>
            <a:off x="1651702" y="3522100"/>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AE660BDA-CD47-E7BD-89A6-ABF81F235117}"/>
              </a:ext>
            </a:extLst>
          </p:cNvPr>
          <p:cNvCxnSpPr>
            <a:cxnSpLocks/>
          </p:cNvCxnSpPr>
          <p:nvPr/>
        </p:nvCxnSpPr>
        <p:spPr>
          <a:xfrm>
            <a:off x="2823323"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C9A3164-F095-E3C0-20AF-1F461C9C568C}"/>
              </a:ext>
            </a:extLst>
          </p:cNvPr>
          <p:cNvCxnSpPr>
            <a:cxnSpLocks/>
          </p:cNvCxnSpPr>
          <p:nvPr/>
        </p:nvCxnSpPr>
        <p:spPr>
          <a:xfrm>
            <a:off x="4719511"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016EF3B1-B343-FB22-9977-31AA71430BD8}"/>
              </a:ext>
            </a:extLst>
          </p:cNvPr>
          <p:cNvCxnSpPr>
            <a:cxnSpLocks/>
          </p:cNvCxnSpPr>
          <p:nvPr/>
        </p:nvCxnSpPr>
        <p:spPr>
          <a:xfrm>
            <a:off x="2573892" y="8618560"/>
            <a:ext cx="1788" cy="1125150"/>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873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70155-A5AA-F24D-CD07-6F12121F5E5A}"/>
              </a:ext>
            </a:extLst>
          </p:cNvPr>
          <p:cNvSpPr txBox="1"/>
          <p:nvPr/>
        </p:nvSpPr>
        <p:spPr>
          <a:xfrm>
            <a:off x="315260" y="343541"/>
            <a:ext cx="4087475"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専用記録アプリ：インストール方法</a:t>
            </a:r>
          </a:p>
        </p:txBody>
      </p:sp>
      <p:cxnSp>
        <p:nvCxnSpPr>
          <p:cNvPr id="3" name="Straight Connector 2">
            <a:extLst>
              <a:ext uri="{FF2B5EF4-FFF2-40B4-BE49-F238E27FC236}">
                <a16:creationId xmlns:a16="http://schemas.microsoft.com/office/drawing/2014/main" id="{DAD11C17-48D4-F720-CEC5-B97D61CE67EA}"/>
              </a:ext>
            </a:extLst>
          </p:cNvPr>
          <p:cNvCxnSpPr>
            <a:cxnSpLocks/>
          </p:cNvCxnSpPr>
          <p:nvPr/>
        </p:nvCxnSpPr>
        <p:spPr>
          <a:xfrm>
            <a:off x="379828" y="657391"/>
            <a:ext cx="6153707"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B9FFD595-0915-9650-D96B-D293A2668C00}"/>
              </a:ext>
            </a:extLst>
          </p:cNvPr>
          <p:cNvSpPr/>
          <p:nvPr/>
        </p:nvSpPr>
        <p:spPr>
          <a:xfrm>
            <a:off x="248678" y="337133"/>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Picture 12">
            <a:extLst>
              <a:ext uri="{FF2B5EF4-FFF2-40B4-BE49-F238E27FC236}">
                <a16:creationId xmlns:a16="http://schemas.microsoft.com/office/drawing/2014/main" id="{D04FE74D-59CF-5155-C827-F435F7DA3012}"/>
              </a:ext>
            </a:extLst>
          </p:cNvPr>
          <p:cNvPicPr>
            <a:picLocks noChangeAspect="1"/>
          </p:cNvPicPr>
          <p:nvPr/>
        </p:nvPicPr>
        <p:blipFill>
          <a:blip r:embed="rId2">
            <a:extLst>
              <a:ext uri="{28A0092B-C50C-407E-A947-70E740481C1C}">
                <a14:useLocalDpi xmlns:a14="http://schemas.microsoft.com/office/drawing/2010/main" val="0"/>
              </a:ext>
            </a:extLst>
          </a:blip>
          <a:srcRect t="89440"/>
          <a:stretch>
            <a:fillRect/>
          </a:stretch>
        </p:blipFill>
        <p:spPr>
          <a:xfrm>
            <a:off x="1928820" y="1294036"/>
            <a:ext cx="1061450" cy="242580"/>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5FFFBE66-DECC-1216-3FA0-063A45C8FFA5}"/>
              </a:ext>
            </a:extLst>
          </p:cNvPr>
          <p:cNvPicPr>
            <a:picLocks noChangeAspect="1"/>
          </p:cNvPicPr>
          <p:nvPr/>
        </p:nvPicPr>
        <p:blipFill>
          <a:blip r:embed="rId3">
            <a:extLst>
              <a:ext uri="{28A0092B-C50C-407E-A947-70E740481C1C}">
                <a14:useLocalDpi xmlns:a14="http://schemas.microsoft.com/office/drawing/2010/main" val="0"/>
              </a:ext>
            </a:extLst>
          </a:blip>
          <a:srcRect t="28613" b="28564"/>
          <a:stretch>
            <a:fillRect/>
          </a:stretch>
        </p:blipFill>
        <p:spPr>
          <a:xfrm>
            <a:off x="1928821" y="1656672"/>
            <a:ext cx="1061450" cy="983735"/>
          </a:xfrm>
          <a:prstGeom prst="rect">
            <a:avLst/>
          </a:prstGeom>
          <a:effectLst>
            <a:outerShdw blurRad="50800" dist="38100" dir="2700000" algn="tl" rotWithShape="0">
              <a:prstClr val="black">
                <a:alpha val="40000"/>
              </a:prstClr>
            </a:outerShdw>
          </a:effectLst>
        </p:spPr>
      </p:pic>
      <p:sp>
        <p:nvSpPr>
          <p:cNvPr id="16" name="Oval 15">
            <a:extLst>
              <a:ext uri="{FF2B5EF4-FFF2-40B4-BE49-F238E27FC236}">
                <a16:creationId xmlns:a16="http://schemas.microsoft.com/office/drawing/2014/main" id="{C786DFDF-39D7-BD3A-C332-E87FD543BC63}"/>
              </a:ext>
            </a:extLst>
          </p:cNvPr>
          <p:cNvSpPr/>
          <p:nvPr/>
        </p:nvSpPr>
        <p:spPr>
          <a:xfrm>
            <a:off x="2383463" y="1355296"/>
            <a:ext cx="144840" cy="14484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7" name="TextBox 16">
            <a:extLst>
              <a:ext uri="{FF2B5EF4-FFF2-40B4-BE49-F238E27FC236}">
                <a16:creationId xmlns:a16="http://schemas.microsoft.com/office/drawing/2014/main" id="{11F3E3C9-E5AE-C582-4E89-41918A35D33E}"/>
              </a:ext>
            </a:extLst>
          </p:cNvPr>
          <p:cNvSpPr txBox="1"/>
          <p:nvPr/>
        </p:nvSpPr>
        <p:spPr>
          <a:xfrm>
            <a:off x="3009125" y="1307603"/>
            <a:ext cx="1429506"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共有マークを選択。</a:t>
            </a:r>
          </a:p>
        </p:txBody>
      </p:sp>
      <p:sp>
        <p:nvSpPr>
          <p:cNvPr id="18" name="Rectangle: Rounded Corners 17">
            <a:extLst>
              <a:ext uri="{FF2B5EF4-FFF2-40B4-BE49-F238E27FC236}">
                <a16:creationId xmlns:a16="http://schemas.microsoft.com/office/drawing/2014/main" id="{412DAE78-50C5-4510-4760-BB6AB1C6EAB4}"/>
              </a:ext>
            </a:extLst>
          </p:cNvPr>
          <p:cNvSpPr/>
          <p:nvPr/>
        </p:nvSpPr>
        <p:spPr>
          <a:xfrm>
            <a:off x="1993388" y="2486800"/>
            <a:ext cx="924988" cy="1448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9" name="TextBox 18">
            <a:extLst>
              <a:ext uri="{FF2B5EF4-FFF2-40B4-BE49-F238E27FC236}">
                <a16:creationId xmlns:a16="http://schemas.microsoft.com/office/drawing/2014/main" id="{6AF48C9A-0F87-961B-200D-144D67FD12AA}"/>
              </a:ext>
            </a:extLst>
          </p:cNvPr>
          <p:cNvSpPr txBox="1"/>
          <p:nvPr/>
        </p:nvSpPr>
        <p:spPr>
          <a:xfrm>
            <a:off x="2953627" y="1957403"/>
            <a:ext cx="157366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「もっと見る」を押して</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a:t>
            </a:r>
            <a:r>
              <a:rPr lang="ja-JP" altLang="en-US" sz="900" b="1" dirty="0">
                <a:solidFill>
                  <a:srgbClr val="0070C0"/>
                </a:solidFill>
                <a:latin typeface="メイリオ" panose="020B0604030504040204" pitchFamily="50" charset="-128"/>
                <a:ea typeface="メイリオ" panose="020B0604030504040204" pitchFamily="50" charset="-128"/>
              </a:rPr>
              <a:t>ホーム画面に追加</a:t>
            </a:r>
            <a:r>
              <a:rPr lang="ja-JP" altLang="en-US" sz="900" dirty="0">
                <a:latin typeface="メイリオ" panose="020B0604030504040204" pitchFamily="50" charset="-128"/>
                <a:ea typeface="メイリオ" panose="020B0604030504040204" pitchFamily="50" charset="-128"/>
              </a:rPr>
              <a:t>」</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を選択。</a:t>
            </a:r>
          </a:p>
        </p:txBody>
      </p:sp>
      <p:pic>
        <p:nvPicPr>
          <p:cNvPr id="20" name="Picture 19">
            <a:extLst>
              <a:ext uri="{FF2B5EF4-FFF2-40B4-BE49-F238E27FC236}">
                <a16:creationId xmlns:a16="http://schemas.microsoft.com/office/drawing/2014/main" id="{CBEF6EE1-66A7-1B5F-9DAA-6CCDAD2CD775}"/>
              </a:ext>
            </a:extLst>
          </p:cNvPr>
          <p:cNvPicPr>
            <a:picLocks noChangeAspect="1"/>
          </p:cNvPicPr>
          <p:nvPr/>
        </p:nvPicPr>
        <p:blipFill>
          <a:blip r:embed="rId4"/>
          <a:stretch>
            <a:fillRect/>
          </a:stretch>
        </p:blipFill>
        <p:spPr>
          <a:xfrm>
            <a:off x="3321558" y="2752877"/>
            <a:ext cx="1058712" cy="1058712"/>
          </a:xfrm>
          <a:prstGeom prst="rect">
            <a:avLst/>
          </a:prstGeom>
          <a:effectLst>
            <a:outerShdw blurRad="50800" dist="38100" dir="2700000" algn="tl" rotWithShape="0">
              <a:prstClr val="black">
                <a:alpha val="40000"/>
              </a:prstClr>
            </a:outerShdw>
          </a:effectLst>
        </p:spPr>
      </p:pic>
      <p:sp>
        <p:nvSpPr>
          <p:cNvPr id="21" name="TextBox 20">
            <a:extLst>
              <a:ext uri="{FF2B5EF4-FFF2-40B4-BE49-F238E27FC236}">
                <a16:creationId xmlns:a16="http://schemas.microsoft.com/office/drawing/2014/main" id="{97E3B549-D629-678A-DFF7-E46B8B88BF09}"/>
              </a:ext>
            </a:extLst>
          </p:cNvPr>
          <p:cNvSpPr txBox="1"/>
          <p:nvPr/>
        </p:nvSpPr>
        <p:spPr>
          <a:xfrm>
            <a:off x="4333105" y="3067764"/>
            <a:ext cx="1717253" cy="530915"/>
          </a:xfrm>
          <a:prstGeom prst="rect">
            <a:avLst/>
          </a:prstGeom>
          <a:noFill/>
        </p:spPr>
        <p:txBody>
          <a:bodyPr wrap="square" rtlCol="0">
            <a:spAutoFit/>
          </a:bodyPr>
          <a:lstStyle/>
          <a:p>
            <a:r>
              <a:rPr lang="ja-JP" altLang="en-US" sz="1050" b="1" dirty="0">
                <a:solidFill>
                  <a:srgbClr val="C00000"/>
                </a:solidFill>
                <a:latin typeface="メイリオ" panose="020B0604030504040204" pitchFamily="50" charset="-128"/>
                <a:ea typeface="メイリオ" panose="020B0604030504040204" pitchFamily="50" charset="-128"/>
              </a:rPr>
              <a:t>インストール完了。</a:t>
            </a:r>
            <a:br>
              <a:rPr lang="en-US" altLang="ja-JP" sz="1050" b="1"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30" name="TextBox 29">
            <a:extLst>
              <a:ext uri="{FF2B5EF4-FFF2-40B4-BE49-F238E27FC236}">
                <a16:creationId xmlns:a16="http://schemas.microsoft.com/office/drawing/2014/main" id="{73354B5D-03C2-3584-64C6-F7C565A81513}"/>
              </a:ext>
            </a:extLst>
          </p:cNvPr>
          <p:cNvSpPr txBox="1"/>
          <p:nvPr/>
        </p:nvSpPr>
        <p:spPr>
          <a:xfrm>
            <a:off x="374681" y="3972455"/>
            <a:ext cx="2007183"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31" name="Straight Connector 30">
            <a:extLst>
              <a:ext uri="{FF2B5EF4-FFF2-40B4-BE49-F238E27FC236}">
                <a16:creationId xmlns:a16="http://schemas.microsoft.com/office/drawing/2014/main" id="{1E898D17-4A65-A56C-1E97-2482545AC222}"/>
              </a:ext>
            </a:extLst>
          </p:cNvPr>
          <p:cNvCxnSpPr>
            <a:cxnSpLocks/>
          </p:cNvCxnSpPr>
          <p:nvPr/>
        </p:nvCxnSpPr>
        <p:spPr>
          <a:xfrm>
            <a:off x="404841" y="4286305"/>
            <a:ext cx="6128694"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94574CE4-D832-BEFD-5DA4-BEE0F67FA009}"/>
              </a:ext>
            </a:extLst>
          </p:cNvPr>
          <p:cNvSpPr/>
          <p:nvPr/>
        </p:nvSpPr>
        <p:spPr>
          <a:xfrm>
            <a:off x="265622" y="3966047"/>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Picture 32">
            <a:extLst>
              <a:ext uri="{FF2B5EF4-FFF2-40B4-BE49-F238E27FC236}">
                <a16:creationId xmlns:a16="http://schemas.microsoft.com/office/drawing/2014/main" id="{0F30935E-2593-E7FA-EC33-DBC6830BA055}"/>
              </a:ext>
            </a:extLst>
          </p:cNvPr>
          <p:cNvPicPr>
            <a:picLocks noChangeAspect="1"/>
          </p:cNvPicPr>
          <p:nvPr/>
        </p:nvPicPr>
        <p:blipFill>
          <a:blip r:embed="rId5"/>
          <a:stretch>
            <a:fillRect/>
          </a:stretch>
        </p:blipFill>
        <p:spPr>
          <a:xfrm>
            <a:off x="770423" y="4545842"/>
            <a:ext cx="1689440" cy="1641820"/>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43085420-856C-CD54-2E8F-EC73BA33089D}"/>
              </a:ext>
            </a:extLst>
          </p:cNvPr>
          <p:cNvSpPr txBox="1"/>
          <p:nvPr/>
        </p:nvSpPr>
        <p:spPr>
          <a:xfrm>
            <a:off x="2606041" y="5338495"/>
            <a:ext cx="4063654"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名前とバットを登録します。</a:t>
            </a:r>
          </a:p>
        </p:txBody>
      </p:sp>
      <p:grpSp>
        <p:nvGrpSpPr>
          <p:cNvPr id="50" name="Group 49">
            <a:extLst>
              <a:ext uri="{FF2B5EF4-FFF2-40B4-BE49-F238E27FC236}">
                <a16:creationId xmlns:a16="http://schemas.microsoft.com/office/drawing/2014/main" id="{A47C62D8-EBEB-7113-9563-D4CFB23B441F}"/>
              </a:ext>
            </a:extLst>
          </p:cNvPr>
          <p:cNvGrpSpPr/>
          <p:nvPr/>
        </p:nvGrpSpPr>
        <p:grpSpPr>
          <a:xfrm>
            <a:off x="373626" y="4539851"/>
            <a:ext cx="341724" cy="229096"/>
            <a:chOff x="4277526" y="4541813"/>
            <a:chExt cx="429130" cy="287694"/>
          </a:xfrm>
        </p:grpSpPr>
        <p:sp>
          <p:nvSpPr>
            <p:cNvPr id="47" name="Oval 46">
              <a:extLst>
                <a:ext uri="{FF2B5EF4-FFF2-40B4-BE49-F238E27FC236}">
                  <a16:creationId xmlns:a16="http://schemas.microsoft.com/office/drawing/2014/main" id="{15ED4A49-FCD7-A9A1-ED01-B83BC6CEF0E3}"/>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37F9C86F-049E-B918-CF76-40B1B5348E53}"/>
                </a:ext>
              </a:extLst>
            </p:cNvPr>
            <p:cNvSpPr txBox="1"/>
            <p:nvPr/>
          </p:nvSpPr>
          <p:spPr>
            <a:xfrm>
              <a:off x="4277526" y="4541813"/>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1</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sp>
        <p:nvSpPr>
          <p:cNvPr id="35" name="TextBox 34">
            <a:extLst>
              <a:ext uri="{FF2B5EF4-FFF2-40B4-BE49-F238E27FC236}">
                <a16:creationId xmlns:a16="http://schemas.microsoft.com/office/drawing/2014/main" id="{4A11666D-ABFC-8776-049E-A25F51B6F5CC}"/>
              </a:ext>
            </a:extLst>
          </p:cNvPr>
          <p:cNvSpPr txBox="1"/>
          <p:nvPr/>
        </p:nvSpPr>
        <p:spPr>
          <a:xfrm>
            <a:off x="2606041" y="6512252"/>
            <a:ext cx="4063654"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メニューから「バッジ」へ進みます。</a:t>
            </a:r>
            <a:br>
              <a:rPr lang="en-US" altLang="ja-JP" sz="900" dirty="0">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目標とごほうびを決めてあげてください。</a:t>
            </a:r>
            <a:br>
              <a:rPr lang="en-US" altLang="ja-JP" sz="900" dirty="0">
                <a:latin typeface="メイリオ" panose="020B0604030504040204" pitchFamily="50" charset="-128"/>
                <a:ea typeface="メイリオ" panose="020B0604030504040204" pitchFamily="50" charset="-128"/>
              </a:rPr>
            </a:br>
            <a:r>
              <a:rPr lang="en-US" altLang="ja-JP" sz="900" dirty="0">
                <a:latin typeface="メイリオ" panose="020B0604030504040204" pitchFamily="50" charset="-128"/>
                <a:ea typeface="メイリオ" panose="020B0604030504040204" pitchFamily="50" charset="-128"/>
              </a:rPr>
              <a:t>※</a:t>
            </a:r>
            <a:r>
              <a:rPr lang="ja-JP" altLang="en-US" sz="900" dirty="0">
                <a:latin typeface="メイリオ" panose="020B0604030504040204" pitchFamily="50" charset="-128"/>
                <a:ea typeface="メイリオ" panose="020B0604030504040204" pitchFamily="50" charset="-128"/>
              </a:rPr>
              <a:t> 最初は目標</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ポイントくらいが良いと思います。</a:t>
            </a:r>
            <a:br>
              <a:rPr lang="en-US" altLang="ja-JP" sz="900" dirty="0">
                <a:latin typeface="メイリオ" panose="020B0604030504040204" pitchFamily="50" charset="-128"/>
                <a:ea typeface="メイリオ" panose="020B0604030504040204" pitchFamily="50" charset="-128"/>
              </a:rPr>
            </a:br>
            <a:endParaRPr lang="ja-JP" altLang="en-US" sz="9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C860EEF5-C98A-E801-52B5-8228847C1108}"/>
              </a:ext>
            </a:extLst>
          </p:cNvPr>
          <p:cNvPicPr>
            <a:picLocks noChangeAspect="1"/>
          </p:cNvPicPr>
          <p:nvPr/>
        </p:nvPicPr>
        <p:blipFill>
          <a:blip r:embed="rId6"/>
          <a:stretch>
            <a:fillRect/>
          </a:stretch>
        </p:blipFill>
        <p:spPr>
          <a:xfrm>
            <a:off x="770213" y="6434963"/>
            <a:ext cx="1689957" cy="1035071"/>
          </a:xfrm>
          <a:prstGeom prst="rect">
            <a:avLst/>
          </a:prstGeom>
          <a:effectLst>
            <a:outerShdw blurRad="50800" dist="38100" dir="2700000" algn="tl" rotWithShape="0">
              <a:prstClr val="black">
                <a:alpha val="40000"/>
              </a:prstClr>
            </a:outerShdw>
          </a:effectLst>
        </p:spPr>
      </p:pic>
      <p:grpSp>
        <p:nvGrpSpPr>
          <p:cNvPr id="51" name="Group 50">
            <a:extLst>
              <a:ext uri="{FF2B5EF4-FFF2-40B4-BE49-F238E27FC236}">
                <a16:creationId xmlns:a16="http://schemas.microsoft.com/office/drawing/2014/main" id="{D9D94997-0408-649E-90A8-D70576E3A547}"/>
              </a:ext>
            </a:extLst>
          </p:cNvPr>
          <p:cNvGrpSpPr/>
          <p:nvPr/>
        </p:nvGrpSpPr>
        <p:grpSpPr>
          <a:xfrm>
            <a:off x="373626" y="6210206"/>
            <a:ext cx="341724" cy="234477"/>
            <a:chOff x="4277526" y="4535055"/>
            <a:chExt cx="429130" cy="294452"/>
          </a:xfrm>
        </p:grpSpPr>
        <p:sp>
          <p:nvSpPr>
            <p:cNvPr id="52" name="Oval 51">
              <a:extLst>
                <a:ext uri="{FF2B5EF4-FFF2-40B4-BE49-F238E27FC236}">
                  <a16:creationId xmlns:a16="http://schemas.microsoft.com/office/drawing/2014/main" id="{94B38ED5-54DA-E508-6E9F-C22BB2A150C7}"/>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3" name="TextBox 52">
              <a:extLst>
                <a:ext uri="{FF2B5EF4-FFF2-40B4-BE49-F238E27FC236}">
                  <a16:creationId xmlns:a16="http://schemas.microsoft.com/office/drawing/2014/main" id="{87A428D7-7EFD-99D9-A4BA-3E415A9BBD47}"/>
                </a:ext>
              </a:extLst>
            </p:cNvPr>
            <p:cNvSpPr txBox="1"/>
            <p:nvPr/>
          </p:nvSpPr>
          <p:spPr>
            <a:xfrm>
              <a:off x="4277526"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2</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6" name="Picture 35">
            <a:extLst>
              <a:ext uri="{FF2B5EF4-FFF2-40B4-BE49-F238E27FC236}">
                <a16:creationId xmlns:a16="http://schemas.microsoft.com/office/drawing/2014/main" id="{96F2C03B-2F46-091F-B68E-44F2073C2B81}"/>
              </a:ext>
            </a:extLst>
          </p:cNvPr>
          <p:cNvPicPr>
            <a:picLocks noChangeAspect="1"/>
          </p:cNvPicPr>
          <p:nvPr/>
        </p:nvPicPr>
        <p:blipFill>
          <a:blip r:embed="rId7"/>
          <a:stretch>
            <a:fillRect/>
          </a:stretch>
        </p:blipFill>
        <p:spPr>
          <a:xfrm>
            <a:off x="730497" y="7683332"/>
            <a:ext cx="1765816" cy="756778"/>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7" name="TextBox 36">
            <a:extLst>
              <a:ext uri="{FF2B5EF4-FFF2-40B4-BE49-F238E27FC236}">
                <a16:creationId xmlns:a16="http://schemas.microsoft.com/office/drawing/2014/main" id="{DAF50624-1F45-2794-9DE6-3D594817DADD}"/>
              </a:ext>
            </a:extLst>
          </p:cNvPr>
          <p:cNvSpPr txBox="1"/>
          <p:nvPr/>
        </p:nvSpPr>
        <p:spPr>
          <a:xfrm>
            <a:off x="2596897" y="7728104"/>
            <a:ext cx="406365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練習が終わったら</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本体を</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回タップして表示される数字を「回数」</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回タップして表示される</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つの数字を「平均」「ベスト」</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に入力して</a:t>
            </a:r>
            <a:r>
              <a:rPr lang="en-US" altLang="ja-JP" sz="900" dirty="0">
                <a:latin typeface="メイリオ" panose="020B0604030504040204" pitchFamily="50" charset="-128"/>
                <a:ea typeface="メイリオ" panose="020B0604030504040204" pitchFamily="50" charset="-128"/>
              </a:rPr>
              <a:t>OK</a:t>
            </a:r>
            <a:r>
              <a:rPr lang="ja-JP" altLang="en-US" sz="900" dirty="0">
                <a:latin typeface="メイリオ" panose="020B0604030504040204" pitchFamily="50" charset="-128"/>
                <a:ea typeface="メイリオ" panose="020B0604030504040204" pitchFamily="50" charset="-128"/>
              </a:rPr>
              <a:t>を押すと記録されます。</a:t>
            </a:r>
          </a:p>
        </p:txBody>
      </p:sp>
      <p:grpSp>
        <p:nvGrpSpPr>
          <p:cNvPr id="54" name="Group 53">
            <a:extLst>
              <a:ext uri="{FF2B5EF4-FFF2-40B4-BE49-F238E27FC236}">
                <a16:creationId xmlns:a16="http://schemas.microsoft.com/office/drawing/2014/main" id="{976FEB7D-7451-3AD6-9151-DAF1F871DC67}"/>
              </a:ext>
            </a:extLst>
          </p:cNvPr>
          <p:cNvGrpSpPr/>
          <p:nvPr/>
        </p:nvGrpSpPr>
        <p:grpSpPr>
          <a:xfrm>
            <a:off x="373626" y="7454095"/>
            <a:ext cx="341724" cy="234477"/>
            <a:chOff x="4286670" y="4535055"/>
            <a:chExt cx="429130" cy="294452"/>
          </a:xfrm>
        </p:grpSpPr>
        <p:sp>
          <p:nvSpPr>
            <p:cNvPr id="55" name="Oval 54">
              <a:extLst>
                <a:ext uri="{FF2B5EF4-FFF2-40B4-BE49-F238E27FC236}">
                  <a16:creationId xmlns:a16="http://schemas.microsoft.com/office/drawing/2014/main" id="{94EC7E69-2539-D8F3-81C7-18F494CD41E5}"/>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6" name="TextBox 55">
              <a:extLst>
                <a:ext uri="{FF2B5EF4-FFF2-40B4-BE49-F238E27FC236}">
                  <a16:creationId xmlns:a16="http://schemas.microsoft.com/office/drawing/2014/main" id="{08E3B50D-74C0-862D-5390-BCAC3C1749F4}"/>
                </a:ext>
              </a:extLst>
            </p:cNvPr>
            <p:cNvSpPr txBox="1"/>
            <p:nvPr/>
          </p:nvSpPr>
          <p:spPr>
            <a:xfrm>
              <a:off x="4286670"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3</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9" name="Picture 38">
            <a:extLst>
              <a:ext uri="{FF2B5EF4-FFF2-40B4-BE49-F238E27FC236}">
                <a16:creationId xmlns:a16="http://schemas.microsoft.com/office/drawing/2014/main" id="{1E14A8AE-6AD2-82AA-47BF-9B3E93A59C46}"/>
              </a:ext>
            </a:extLst>
          </p:cNvPr>
          <p:cNvPicPr>
            <a:picLocks noChangeAspect="1"/>
          </p:cNvPicPr>
          <p:nvPr/>
        </p:nvPicPr>
        <p:blipFill>
          <a:blip r:embed="rId8"/>
          <a:stretch>
            <a:fillRect/>
          </a:stretch>
        </p:blipFill>
        <p:spPr>
          <a:xfrm>
            <a:off x="748786" y="8728714"/>
            <a:ext cx="1765814" cy="890027"/>
          </a:xfrm>
          <a:prstGeom prst="roundRect">
            <a:avLst>
              <a:gd name="adj" fmla="val 8633"/>
            </a:avLst>
          </a:prstGeom>
          <a:effectLst>
            <a:outerShdw blurRad="50800" dist="38100" dir="2700000" algn="tl" rotWithShape="0">
              <a:prstClr val="black">
                <a:alpha val="40000"/>
              </a:prstClr>
            </a:outerShdw>
          </a:effectLst>
        </p:spPr>
      </p:pic>
      <p:sp>
        <p:nvSpPr>
          <p:cNvPr id="40" name="TextBox 39">
            <a:extLst>
              <a:ext uri="{FF2B5EF4-FFF2-40B4-BE49-F238E27FC236}">
                <a16:creationId xmlns:a16="http://schemas.microsoft.com/office/drawing/2014/main" id="{D97D1A33-99E4-A462-8F2A-519F3F55C73C}"/>
              </a:ext>
            </a:extLst>
          </p:cNvPr>
          <p:cNvSpPr txBox="1"/>
          <p:nvPr/>
        </p:nvSpPr>
        <p:spPr>
          <a:xfrm>
            <a:off x="2615184" y="8688648"/>
            <a:ext cx="4063653" cy="923330"/>
          </a:xfrm>
          <a:prstGeom prst="rect">
            <a:avLst/>
          </a:prstGeom>
          <a:noFill/>
        </p:spPr>
        <p:txBody>
          <a:bodyPr wrap="square">
            <a:spAutoFit/>
          </a:bodyPr>
          <a:lstStyle/>
          <a:p>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毎日バットを振ることでポイントが貯まります。</a:t>
            </a:r>
            <a:endParaRPr lang="en-US" altLang="ja-JP" sz="900" dirty="0">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r>
              <a:rPr lang="ja-JP" altLang="en-US" sz="900" b="1" dirty="0">
                <a:solidFill>
                  <a:srgbClr val="C0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900" b="1" dirty="0">
              <a:solidFill>
                <a:srgbClr val="C00000"/>
              </a:solidFill>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endParaRPr lang="ja-JP" altLang="en-US" sz="900" dirty="0"/>
          </a:p>
        </p:txBody>
      </p:sp>
      <p:grpSp>
        <p:nvGrpSpPr>
          <p:cNvPr id="57" name="Group 56">
            <a:extLst>
              <a:ext uri="{FF2B5EF4-FFF2-40B4-BE49-F238E27FC236}">
                <a16:creationId xmlns:a16="http://schemas.microsoft.com/office/drawing/2014/main" id="{B5B17463-2D2A-45AD-0D27-5E08829DA68E}"/>
              </a:ext>
            </a:extLst>
          </p:cNvPr>
          <p:cNvGrpSpPr/>
          <p:nvPr/>
        </p:nvGrpSpPr>
        <p:grpSpPr>
          <a:xfrm>
            <a:off x="373626" y="8490445"/>
            <a:ext cx="341724" cy="227196"/>
            <a:chOff x="4268382" y="4544199"/>
            <a:chExt cx="429130" cy="285308"/>
          </a:xfrm>
        </p:grpSpPr>
        <p:sp>
          <p:nvSpPr>
            <p:cNvPr id="58" name="Oval 57">
              <a:extLst>
                <a:ext uri="{FF2B5EF4-FFF2-40B4-BE49-F238E27FC236}">
                  <a16:creationId xmlns:a16="http://schemas.microsoft.com/office/drawing/2014/main" id="{0F370D44-5099-06A1-44FB-E81C5E912E79}"/>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9" name="TextBox 58">
              <a:extLst>
                <a:ext uri="{FF2B5EF4-FFF2-40B4-BE49-F238E27FC236}">
                  <a16:creationId xmlns:a16="http://schemas.microsoft.com/office/drawing/2014/main" id="{BC5D7DB0-5EA7-A2F6-CF86-60B70C910BD4}"/>
                </a:ext>
              </a:extLst>
            </p:cNvPr>
            <p:cNvSpPr txBox="1"/>
            <p:nvPr/>
          </p:nvSpPr>
          <p:spPr>
            <a:xfrm>
              <a:off x="4268382" y="4544199"/>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4</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63" name="Picture 62">
            <a:extLst>
              <a:ext uri="{FF2B5EF4-FFF2-40B4-BE49-F238E27FC236}">
                <a16:creationId xmlns:a16="http://schemas.microsoft.com/office/drawing/2014/main" id="{904F92B6-535D-30F3-C96E-7750470680B3}"/>
              </a:ext>
            </a:extLst>
          </p:cNvPr>
          <p:cNvPicPr>
            <a:picLocks noChangeAspect="1"/>
          </p:cNvPicPr>
          <p:nvPr/>
        </p:nvPicPr>
        <p:blipFill>
          <a:blip r:embed="rId9"/>
          <a:stretch/>
        </p:blipFill>
        <p:spPr>
          <a:xfrm>
            <a:off x="1545767" y="820839"/>
            <a:ext cx="1140092" cy="300806"/>
          </a:xfrm>
          <a:prstGeom prst="rect">
            <a:avLst/>
          </a:prstGeom>
        </p:spPr>
      </p:pic>
      <p:grpSp>
        <p:nvGrpSpPr>
          <p:cNvPr id="69" name="Group 68">
            <a:extLst>
              <a:ext uri="{FF2B5EF4-FFF2-40B4-BE49-F238E27FC236}">
                <a16:creationId xmlns:a16="http://schemas.microsoft.com/office/drawing/2014/main" id="{33EF0459-4712-6C91-9385-E4C8F89F16F5}"/>
              </a:ext>
            </a:extLst>
          </p:cNvPr>
          <p:cNvGrpSpPr/>
          <p:nvPr/>
        </p:nvGrpSpPr>
        <p:grpSpPr>
          <a:xfrm>
            <a:off x="304717" y="1734385"/>
            <a:ext cx="1001210" cy="984986"/>
            <a:chOff x="346739" y="946539"/>
            <a:chExt cx="1233694" cy="1213702"/>
          </a:xfrm>
        </p:grpSpPr>
        <p:pic>
          <p:nvPicPr>
            <p:cNvPr id="70" name="Picture 69">
              <a:extLst>
                <a:ext uri="{FF2B5EF4-FFF2-40B4-BE49-F238E27FC236}">
                  <a16:creationId xmlns:a16="http://schemas.microsoft.com/office/drawing/2014/main" id="{69BA6F68-8E92-478B-6BFE-367971D751A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04841" y="971242"/>
              <a:ext cx="1144540" cy="1144540"/>
            </a:xfrm>
            <a:prstGeom prst="rect">
              <a:avLst/>
            </a:prstGeom>
          </p:spPr>
        </p:pic>
        <p:sp>
          <p:nvSpPr>
            <p:cNvPr id="71" name="Rectangle: Rounded Corners 70">
              <a:extLst>
                <a:ext uri="{FF2B5EF4-FFF2-40B4-BE49-F238E27FC236}">
                  <a16:creationId xmlns:a16="http://schemas.microsoft.com/office/drawing/2014/main" id="{D1826B9E-5308-D958-000E-E58E9A994AFA}"/>
                </a:ext>
              </a:extLst>
            </p:cNvPr>
            <p:cNvSpPr/>
            <p:nvPr/>
          </p:nvSpPr>
          <p:spPr>
            <a:xfrm>
              <a:off x="404841" y="971242"/>
              <a:ext cx="1144540" cy="1144540"/>
            </a:xfrm>
            <a:prstGeom prst="roundRect">
              <a:avLst>
                <a:gd name="adj" fmla="val 8292"/>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2" name="Rectangle 71">
              <a:extLst>
                <a:ext uri="{FF2B5EF4-FFF2-40B4-BE49-F238E27FC236}">
                  <a16:creationId xmlns:a16="http://schemas.microsoft.com/office/drawing/2014/main" id="{45E47C9C-F0D6-997A-672F-16EFBD9E8AB9}"/>
                </a:ext>
              </a:extLst>
            </p:cNvPr>
            <p:cNvSpPr/>
            <p:nvPr/>
          </p:nvSpPr>
          <p:spPr>
            <a:xfrm>
              <a:off x="648929" y="946539"/>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3" name="Rectangle 72">
              <a:extLst>
                <a:ext uri="{FF2B5EF4-FFF2-40B4-BE49-F238E27FC236}">
                  <a16:creationId xmlns:a16="http://schemas.microsoft.com/office/drawing/2014/main" id="{332E3B52-4720-1A75-4800-BA43DB27D660}"/>
                </a:ext>
              </a:extLst>
            </p:cNvPr>
            <p:cNvSpPr/>
            <p:nvPr/>
          </p:nvSpPr>
          <p:spPr>
            <a:xfrm>
              <a:off x="648929" y="20713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nvGrpSpPr>
            <p:cNvPr id="74" name="Group 73">
              <a:extLst>
                <a:ext uri="{FF2B5EF4-FFF2-40B4-BE49-F238E27FC236}">
                  <a16:creationId xmlns:a16="http://schemas.microsoft.com/office/drawing/2014/main" id="{D519C53A-B49D-1526-6E69-FA6ABAB12B67}"/>
                </a:ext>
              </a:extLst>
            </p:cNvPr>
            <p:cNvGrpSpPr/>
            <p:nvPr/>
          </p:nvGrpSpPr>
          <p:grpSpPr>
            <a:xfrm rot="5400000">
              <a:off x="616998" y="936544"/>
              <a:ext cx="693175" cy="1233694"/>
              <a:chOff x="801329" y="1078947"/>
              <a:chExt cx="693175" cy="1233694"/>
            </a:xfrm>
          </p:grpSpPr>
          <p:sp>
            <p:nvSpPr>
              <p:cNvPr id="75" name="Rectangle 74">
                <a:extLst>
                  <a:ext uri="{FF2B5EF4-FFF2-40B4-BE49-F238E27FC236}">
                    <a16:creationId xmlns:a16="http://schemas.microsoft.com/office/drawing/2014/main" id="{90C1DB10-3272-0608-D574-103FD78D2C76}"/>
                  </a:ext>
                </a:extLst>
              </p:cNvPr>
              <p:cNvSpPr/>
              <p:nvPr/>
            </p:nvSpPr>
            <p:spPr>
              <a:xfrm>
                <a:off x="801330" y="1078947"/>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6" name="Rectangle 75">
                <a:extLst>
                  <a:ext uri="{FF2B5EF4-FFF2-40B4-BE49-F238E27FC236}">
                    <a16:creationId xmlns:a16="http://schemas.microsoft.com/office/drawing/2014/main" id="{27EFCA2F-CDE4-4206-A661-13D4CD12FF05}"/>
                  </a:ext>
                </a:extLst>
              </p:cNvPr>
              <p:cNvSpPr/>
              <p:nvPr/>
            </p:nvSpPr>
            <p:spPr>
              <a:xfrm>
                <a:off x="801329" y="22237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grpSp>
      <p:sp>
        <p:nvSpPr>
          <p:cNvPr id="78" name="TextBox 77">
            <a:extLst>
              <a:ext uri="{FF2B5EF4-FFF2-40B4-BE49-F238E27FC236}">
                <a16:creationId xmlns:a16="http://schemas.microsoft.com/office/drawing/2014/main" id="{C7671A65-1FB8-8F32-0A24-B76DE58119AE}"/>
              </a:ext>
            </a:extLst>
          </p:cNvPr>
          <p:cNvSpPr txBox="1"/>
          <p:nvPr/>
        </p:nvSpPr>
        <p:spPr>
          <a:xfrm>
            <a:off x="4405470" y="1314615"/>
            <a:ext cx="2264005" cy="1179810"/>
          </a:xfrm>
          <a:prstGeom prst="rect">
            <a:avLst/>
          </a:prstGeom>
          <a:noFill/>
        </p:spPr>
        <p:txBody>
          <a:bodyPr wrap="square">
            <a:spAutoFit/>
          </a:bodyPr>
          <a:lstStyle/>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画面右上にある </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（メニューアイコン） をタップします。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メニューの中にある </a:t>
            </a:r>
            <a:r>
              <a:rPr lang="ja-JP" altLang="ja-JP" sz="900" b="1" dirty="0">
                <a:latin typeface="メイリオ" panose="020B0604030504040204" pitchFamily="50" charset="-128"/>
                <a:ea typeface="メイリオ" panose="020B0604030504040204" pitchFamily="50" charset="-128"/>
              </a:rPr>
              <a:t>「</a:t>
            </a:r>
            <a:r>
              <a:rPr lang="ja-JP" altLang="ja-JP" sz="900" b="1" dirty="0">
                <a:solidFill>
                  <a:schemeClr val="accent6"/>
                </a:solidFill>
                <a:latin typeface="メイリオ" panose="020B0604030504040204" pitchFamily="50" charset="-128"/>
                <a:ea typeface="メイリオ" panose="020B0604030504040204" pitchFamily="50" charset="-128"/>
              </a:rPr>
              <a:t>アプリをインストール</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 を選択します。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確認画面で </a:t>
            </a:r>
            <a:r>
              <a:rPr lang="ja-JP" altLang="ja-JP" sz="900" b="1" dirty="0">
                <a:latin typeface="メイリオ" panose="020B0604030504040204" pitchFamily="50" charset="-128"/>
                <a:ea typeface="メイリオ" panose="020B0604030504040204" pitchFamily="50" charset="-128"/>
              </a:rPr>
              <a:t>「インストール」</a:t>
            </a:r>
            <a:r>
              <a:rPr lang="ja-JP" altLang="ja-JP" sz="900" dirty="0">
                <a:latin typeface="メイリオ" panose="020B0604030504040204" pitchFamily="50" charset="-128"/>
                <a:ea typeface="メイリオ" panose="020B0604030504040204" pitchFamily="50" charset="-128"/>
              </a:rPr>
              <a:t> をタップします。</a:t>
            </a:r>
            <a:endParaRPr lang="en-US" altLang="ja-JP" sz="900" dirty="0">
              <a:latin typeface="メイリオ" panose="020B0604030504040204" pitchFamily="50" charset="-128"/>
              <a:ea typeface="メイリオ" panose="020B0604030504040204" pitchFamily="50" charset="-128"/>
            </a:endParaRPr>
          </a:p>
        </p:txBody>
      </p:sp>
      <p:pic>
        <p:nvPicPr>
          <p:cNvPr id="79" name="Picture 78">
            <a:extLst>
              <a:ext uri="{FF2B5EF4-FFF2-40B4-BE49-F238E27FC236}">
                <a16:creationId xmlns:a16="http://schemas.microsoft.com/office/drawing/2014/main" id="{36FD5535-FDD8-B733-6174-C4B3BBB3CAD5}"/>
              </a:ext>
            </a:extLst>
          </p:cNvPr>
          <p:cNvPicPr>
            <a:picLocks noChangeAspect="1"/>
          </p:cNvPicPr>
          <p:nvPr/>
        </p:nvPicPr>
        <p:blipFill>
          <a:blip r:embed="rId11"/>
          <a:stretch/>
        </p:blipFill>
        <p:spPr>
          <a:xfrm>
            <a:off x="4402735" y="834890"/>
            <a:ext cx="1336915" cy="293379"/>
          </a:xfrm>
          <a:prstGeom prst="rect">
            <a:avLst/>
          </a:prstGeom>
        </p:spPr>
      </p:pic>
      <p:grpSp>
        <p:nvGrpSpPr>
          <p:cNvPr id="81" name="Group 80">
            <a:extLst>
              <a:ext uri="{FF2B5EF4-FFF2-40B4-BE49-F238E27FC236}">
                <a16:creationId xmlns:a16="http://schemas.microsoft.com/office/drawing/2014/main" id="{117CDD9D-D1CB-F522-2C87-39775C82333F}"/>
              </a:ext>
            </a:extLst>
          </p:cNvPr>
          <p:cNvGrpSpPr/>
          <p:nvPr/>
        </p:nvGrpSpPr>
        <p:grpSpPr>
          <a:xfrm>
            <a:off x="1544336" y="1294040"/>
            <a:ext cx="323791" cy="247881"/>
            <a:chOff x="4277526" y="4541813"/>
            <a:chExt cx="429130" cy="328524"/>
          </a:xfrm>
        </p:grpSpPr>
        <p:sp>
          <p:nvSpPr>
            <p:cNvPr id="82" name="Oval 81">
              <a:extLst>
                <a:ext uri="{FF2B5EF4-FFF2-40B4-BE49-F238E27FC236}">
                  <a16:creationId xmlns:a16="http://schemas.microsoft.com/office/drawing/2014/main" id="{75A3E02A-970E-AF81-DFE7-965C50CD38CF}"/>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3" name="TextBox 82">
              <a:extLst>
                <a:ext uri="{FF2B5EF4-FFF2-40B4-BE49-F238E27FC236}">
                  <a16:creationId xmlns:a16="http://schemas.microsoft.com/office/drawing/2014/main" id="{51993BF2-FB97-A241-6D16-D18FB3F88874}"/>
                </a:ext>
              </a:extLst>
            </p:cNvPr>
            <p:cNvSpPr txBox="1"/>
            <p:nvPr/>
          </p:nvSpPr>
          <p:spPr>
            <a:xfrm>
              <a:off x="4277526" y="4541813"/>
              <a:ext cx="429130" cy="328524"/>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84" name="Group 83">
            <a:extLst>
              <a:ext uri="{FF2B5EF4-FFF2-40B4-BE49-F238E27FC236}">
                <a16:creationId xmlns:a16="http://schemas.microsoft.com/office/drawing/2014/main" id="{D48A6676-6F65-E317-6494-B98E6DD97A4A}"/>
              </a:ext>
            </a:extLst>
          </p:cNvPr>
          <p:cNvGrpSpPr/>
          <p:nvPr/>
        </p:nvGrpSpPr>
        <p:grpSpPr>
          <a:xfrm>
            <a:off x="1544336" y="1872090"/>
            <a:ext cx="323791" cy="247881"/>
            <a:chOff x="4277526" y="4535055"/>
            <a:chExt cx="429130" cy="328525"/>
          </a:xfrm>
        </p:grpSpPr>
        <p:sp>
          <p:nvSpPr>
            <p:cNvPr id="85" name="Oval 84">
              <a:extLst>
                <a:ext uri="{FF2B5EF4-FFF2-40B4-BE49-F238E27FC236}">
                  <a16:creationId xmlns:a16="http://schemas.microsoft.com/office/drawing/2014/main" id="{6F49EF3B-5BBB-489C-F7D4-56C548EAAD70}"/>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6" name="TextBox 85">
              <a:extLst>
                <a:ext uri="{FF2B5EF4-FFF2-40B4-BE49-F238E27FC236}">
                  <a16:creationId xmlns:a16="http://schemas.microsoft.com/office/drawing/2014/main" id="{9933D54D-410E-E848-9CCD-1F87A1A27D93}"/>
                </a:ext>
              </a:extLst>
            </p:cNvPr>
            <p:cNvSpPr txBox="1"/>
            <p:nvPr/>
          </p:nvSpPr>
          <p:spPr>
            <a:xfrm>
              <a:off x="4277526" y="4535055"/>
              <a:ext cx="429130" cy="328525"/>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sp>
        <p:nvSpPr>
          <p:cNvPr id="88" name="Oval 87">
            <a:extLst>
              <a:ext uri="{FF2B5EF4-FFF2-40B4-BE49-F238E27FC236}">
                <a16:creationId xmlns:a16="http://schemas.microsoft.com/office/drawing/2014/main" id="{F65BAE92-DABA-29DD-0DF7-5A2E449FC078}"/>
              </a:ext>
            </a:extLst>
          </p:cNvPr>
          <p:cNvSpPr/>
          <p:nvPr/>
        </p:nvSpPr>
        <p:spPr>
          <a:xfrm>
            <a:off x="4438631" y="1304044"/>
            <a:ext cx="207070" cy="20707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9" name="TextBox 88">
            <a:extLst>
              <a:ext uri="{FF2B5EF4-FFF2-40B4-BE49-F238E27FC236}">
                <a16:creationId xmlns:a16="http://schemas.microsoft.com/office/drawing/2014/main" id="{CB1A1A67-25D4-BDE3-7B4F-AA5B2C405CFF}"/>
              </a:ext>
            </a:extLst>
          </p:cNvPr>
          <p:cNvSpPr txBox="1"/>
          <p:nvPr/>
        </p:nvSpPr>
        <p:spPr>
          <a:xfrm>
            <a:off x="4380270" y="129404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1" name="Oval 90">
            <a:extLst>
              <a:ext uri="{FF2B5EF4-FFF2-40B4-BE49-F238E27FC236}">
                <a16:creationId xmlns:a16="http://schemas.microsoft.com/office/drawing/2014/main" id="{6F6C87D7-42EB-656E-778B-555126B76A14}"/>
              </a:ext>
            </a:extLst>
          </p:cNvPr>
          <p:cNvSpPr/>
          <p:nvPr/>
        </p:nvSpPr>
        <p:spPr>
          <a:xfrm>
            <a:off x="4438631" y="1688993"/>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2" name="TextBox 91">
            <a:extLst>
              <a:ext uri="{FF2B5EF4-FFF2-40B4-BE49-F238E27FC236}">
                <a16:creationId xmlns:a16="http://schemas.microsoft.com/office/drawing/2014/main" id="{97BEA637-D58F-406B-2132-E4506E1CBC44}"/>
              </a:ext>
            </a:extLst>
          </p:cNvPr>
          <p:cNvSpPr txBox="1"/>
          <p:nvPr/>
        </p:nvSpPr>
        <p:spPr>
          <a:xfrm>
            <a:off x="4380270" y="16738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4" name="Oval 93">
            <a:extLst>
              <a:ext uri="{FF2B5EF4-FFF2-40B4-BE49-F238E27FC236}">
                <a16:creationId xmlns:a16="http://schemas.microsoft.com/office/drawing/2014/main" id="{054A3DB0-959F-B606-8091-B17E28269997}"/>
              </a:ext>
            </a:extLst>
          </p:cNvPr>
          <p:cNvSpPr/>
          <p:nvPr/>
        </p:nvSpPr>
        <p:spPr>
          <a:xfrm>
            <a:off x="4438631" y="2079392"/>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5" name="TextBox 94">
            <a:extLst>
              <a:ext uri="{FF2B5EF4-FFF2-40B4-BE49-F238E27FC236}">
                <a16:creationId xmlns:a16="http://schemas.microsoft.com/office/drawing/2014/main" id="{1DF83434-BEB0-AB85-E9F3-1514713F6AEB}"/>
              </a:ext>
            </a:extLst>
          </p:cNvPr>
          <p:cNvSpPr txBox="1"/>
          <p:nvPr/>
        </p:nvSpPr>
        <p:spPr>
          <a:xfrm>
            <a:off x="4380270" y="2064289"/>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6" name="Speech Bubble: Rectangle with Corners Rounded 95">
            <a:extLst>
              <a:ext uri="{FF2B5EF4-FFF2-40B4-BE49-F238E27FC236}">
                <a16:creationId xmlns:a16="http://schemas.microsoft.com/office/drawing/2014/main" id="{83641D77-0B81-B38E-572D-E955769CEB76}"/>
              </a:ext>
            </a:extLst>
          </p:cNvPr>
          <p:cNvSpPr/>
          <p:nvPr/>
        </p:nvSpPr>
        <p:spPr>
          <a:xfrm>
            <a:off x="248678" y="981579"/>
            <a:ext cx="1209860" cy="527803"/>
          </a:xfrm>
          <a:prstGeom prst="wedgeRoundRectCallout">
            <a:avLst>
              <a:gd name="adj1" fmla="val -20833"/>
              <a:gd name="adj2" fmla="val 89617"/>
              <a:gd name="adj3" fmla="val 16667"/>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800" dirty="0">
                <a:latin typeface="メイリオ" panose="020B0604030504040204" pitchFamily="50" charset="-128"/>
                <a:ea typeface="メイリオ" panose="020B0604030504040204" pitchFamily="50" charset="-128"/>
              </a:rPr>
              <a:t>QR</a:t>
            </a:r>
            <a:r>
              <a:rPr lang="ja-JP" altLang="en-US" sz="800" dirty="0">
                <a:latin typeface="メイリオ" panose="020B0604030504040204" pitchFamily="50" charset="-128"/>
                <a:ea typeface="メイリオ" panose="020B0604030504040204" pitchFamily="50" charset="-128"/>
              </a:rPr>
              <a:t>コードを読んでください。</a:t>
            </a:r>
            <a:br>
              <a:rPr lang="en-US" altLang="ja-JP" sz="800" dirty="0">
                <a:latin typeface="メイリオ" panose="020B0604030504040204" pitchFamily="50" charset="-128"/>
                <a:ea typeface="メイリオ" panose="020B0604030504040204" pitchFamily="50" charset="-128"/>
              </a:rPr>
            </a:br>
            <a:r>
              <a:rPr lang="ja-JP" altLang="en-US" sz="800" dirty="0">
                <a:latin typeface="メイリオ" panose="020B0604030504040204" pitchFamily="50" charset="-128"/>
                <a:ea typeface="メイリオ" panose="020B0604030504040204" pitchFamily="50" charset="-128"/>
              </a:rPr>
              <a:t>ブラウザが開きます。</a:t>
            </a:r>
          </a:p>
        </p:txBody>
      </p:sp>
      <p:cxnSp>
        <p:nvCxnSpPr>
          <p:cNvPr id="99" name="Straight Connector 98">
            <a:extLst>
              <a:ext uri="{FF2B5EF4-FFF2-40B4-BE49-F238E27FC236}">
                <a16:creationId xmlns:a16="http://schemas.microsoft.com/office/drawing/2014/main" id="{D4189A31-A94E-BEE5-A6CB-3AB9D8897A46}"/>
              </a:ext>
            </a:extLst>
          </p:cNvPr>
          <p:cNvCxnSpPr>
            <a:cxnSpLocks/>
          </p:cNvCxnSpPr>
          <p:nvPr/>
        </p:nvCxnSpPr>
        <p:spPr>
          <a:xfrm>
            <a:off x="1706232" y="1565774"/>
            <a:ext cx="0" cy="2743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6710F753-51EE-9D0E-8C60-9FB2DBAF327D}"/>
              </a:ext>
            </a:extLst>
          </p:cNvPr>
          <p:cNvCxnSpPr>
            <a:cxnSpLocks/>
          </p:cNvCxnSpPr>
          <p:nvPr/>
        </p:nvCxnSpPr>
        <p:spPr>
          <a:xfrm>
            <a:off x="4539766" y="1535163"/>
            <a:ext cx="0" cy="131969"/>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B545C3D5-A8DC-6216-2381-CB8335904700}"/>
              </a:ext>
            </a:extLst>
          </p:cNvPr>
          <p:cNvCxnSpPr>
            <a:cxnSpLocks/>
          </p:cNvCxnSpPr>
          <p:nvPr/>
        </p:nvCxnSpPr>
        <p:spPr>
          <a:xfrm>
            <a:off x="4539766" y="1915013"/>
            <a:ext cx="0" cy="142518"/>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BF62CF0B-89AD-1AC8-BC0C-EC556A11DD4D}"/>
              </a:ext>
            </a:extLst>
          </p:cNvPr>
          <p:cNvCxnSpPr>
            <a:cxnSpLocks/>
          </p:cNvCxnSpPr>
          <p:nvPr/>
        </p:nvCxnSpPr>
        <p:spPr>
          <a:xfrm>
            <a:off x="544488" y="4816087"/>
            <a:ext cx="0" cy="13716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788D259A-8BF8-0F56-D4F5-EABDBED77526}"/>
              </a:ext>
            </a:extLst>
          </p:cNvPr>
          <p:cNvCxnSpPr>
            <a:cxnSpLocks/>
          </p:cNvCxnSpPr>
          <p:nvPr/>
        </p:nvCxnSpPr>
        <p:spPr>
          <a:xfrm>
            <a:off x="544488" y="6486442"/>
            <a:ext cx="0" cy="9144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0071F805-1096-62B3-5CFF-A4B30582E7FD}"/>
              </a:ext>
            </a:extLst>
          </p:cNvPr>
          <p:cNvCxnSpPr>
            <a:cxnSpLocks/>
          </p:cNvCxnSpPr>
          <p:nvPr/>
        </p:nvCxnSpPr>
        <p:spPr>
          <a:xfrm>
            <a:off x="544488" y="7722380"/>
            <a:ext cx="0" cy="7315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1624E78-9329-5751-4BE2-FDA2B5B462FA}"/>
              </a:ext>
            </a:extLst>
          </p:cNvPr>
          <p:cNvCxnSpPr/>
          <p:nvPr/>
        </p:nvCxnSpPr>
        <p:spPr>
          <a:xfrm>
            <a:off x="715350" y="6326091"/>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9843FC7E-1C62-7BB2-5682-B6F9A4C575EA}"/>
              </a:ext>
            </a:extLst>
          </p:cNvPr>
          <p:cNvCxnSpPr/>
          <p:nvPr/>
        </p:nvCxnSpPr>
        <p:spPr>
          <a:xfrm>
            <a:off x="715350" y="7558852"/>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00C49506-16E2-FD54-38FB-8D3CA03AA500}"/>
              </a:ext>
            </a:extLst>
          </p:cNvPr>
          <p:cNvCxnSpPr/>
          <p:nvPr/>
        </p:nvCxnSpPr>
        <p:spPr>
          <a:xfrm>
            <a:off x="715350" y="8599049"/>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3189305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4914</TotalTime>
  <Words>1624</Words>
  <Application>Microsoft Office PowerPoint</Application>
  <PresentationFormat>A4 Paper (210x297 mm)</PresentationFormat>
  <Paragraphs>169</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メイリオ</vt:lpstr>
      <vt:lpstr>游ゴシック</vt:lpstr>
      <vt:lpstr>游明朝</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1</cp:revision>
  <cp:lastPrinted>2026-06-08T06:52:55Z</cp:lastPrinted>
  <dcterms:created xsi:type="dcterms:W3CDTF">2026-06-01T01:11:22Z</dcterms:created>
  <dcterms:modified xsi:type="dcterms:W3CDTF">2026-06-08T07:14:06Z</dcterms:modified>
</cp:coreProperties>
</file>