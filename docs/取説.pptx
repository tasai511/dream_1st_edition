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66" r:id="rId3"/>
    <p:sldId id="267" r:id="rId4"/>
    <p:sldId id="269" r:id="rId5"/>
    <p:sldId id="268"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E56304-DE67-4B01-A2CC-342B980A114D}" v="371" dt="2026-06-01T10:52:14.6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8" d="100"/>
          <a:sy n="118" d="100"/>
        </p:scale>
        <p:origin x="1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kamichi Asai" userId="3b5f7fad-e636-4c8e-833d-1467cd4f12a3" providerId="ADAL" clId="{2A663872-BA5B-4A08-84BE-EED75D43575C}"/>
    <pc:docChg chg="undo custSel addSld delSld modSld">
      <pc:chgData name="Takamichi Asai" userId="3b5f7fad-e636-4c8e-833d-1467cd4f12a3" providerId="ADAL" clId="{2A663872-BA5B-4A08-84BE-EED75D43575C}" dt="2026-06-01T11:02:24.760" v="4237" actId="208"/>
      <pc:docMkLst>
        <pc:docMk/>
      </pc:docMkLst>
      <pc:sldChg chg="addSp delSp modSp mod">
        <pc:chgData name="Takamichi Asai" userId="3b5f7fad-e636-4c8e-833d-1467cd4f12a3" providerId="ADAL" clId="{2A663872-BA5B-4A08-84BE-EED75D43575C}" dt="2026-06-01T06:38:16.954" v="39"/>
        <pc:sldMkLst>
          <pc:docMk/>
          <pc:sldMk cId="1550345001" sldId="257"/>
        </pc:sldMkLst>
        <pc:spChg chg="add del mod">
          <ac:chgData name="Takamichi Asai" userId="3b5f7fad-e636-4c8e-833d-1467cd4f12a3" providerId="ADAL" clId="{2A663872-BA5B-4A08-84BE-EED75D43575C}" dt="2026-06-01T06:28:48.698" v="35" actId="478"/>
          <ac:spMkLst>
            <pc:docMk/>
            <pc:sldMk cId="1550345001" sldId="257"/>
            <ac:spMk id="3" creationId="{FD3DEAB4-4469-96BA-CE8C-854A3E3B5B66}"/>
          </ac:spMkLst>
        </pc:spChg>
        <pc:spChg chg="add del mod">
          <ac:chgData name="Takamichi Asai" userId="3b5f7fad-e636-4c8e-833d-1467cd4f12a3" providerId="ADAL" clId="{2A663872-BA5B-4A08-84BE-EED75D43575C}" dt="2026-06-01T06:28:48.698" v="35" actId="478"/>
          <ac:spMkLst>
            <pc:docMk/>
            <pc:sldMk cId="1550345001" sldId="257"/>
            <ac:spMk id="5" creationId="{2D0D0BF7-37A7-9C5F-FEF5-8297970CF692}"/>
          </ac:spMkLst>
        </pc:spChg>
        <pc:spChg chg="del">
          <ac:chgData name="Takamichi Asai" userId="3b5f7fad-e636-4c8e-833d-1467cd4f12a3" providerId="ADAL" clId="{2A663872-BA5B-4A08-84BE-EED75D43575C}" dt="2026-06-01T06:20:21.490" v="0" actId="478"/>
          <ac:spMkLst>
            <pc:docMk/>
            <pc:sldMk cId="1550345001" sldId="257"/>
            <ac:spMk id="7" creationId="{4F002400-3752-E72C-1ADC-8785A1330B05}"/>
          </ac:spMkLst>
        </pc:spChg>
        <pc:spChg chg="del">
          <ac:chgData name="Takamichi Asai" userId="3b5f7fad-e636-4c8e-833d-1467cd4f12a3" providerId="ADAL" clId="{2A663872-BA5B-4A08-84BE-EED75D43575C}" dt="2026-06-01T06:20:21.490" v="0" actId="478"/>
          <ac:spMkLst>
            <pc:docMk/>
            <pc:sldMk cId="1550345001" sldId="257"/>
            <ac:spMk id="9" creationId="{A8184BD7-EDB4-F677-EFD4-966DE0F2D10F}"/>
          </ac:spMkLst>
        </pc:spChg>
        <pc:spChg chg="del">
          <ac:chgData name="Takamichi Asai" userId="3b5f7fad-e636-4c8e-833d-1467cd4f12a3" providerId="ADAL" clId="{2A663872-BA5B-4A08-84BE-EED75D43575C}" dt="2026-06-01T06:20:21.490" v="0" actId="478"/>
          <ac:spMkLst>
            <pc:docMk/>
            <pc:sldMk cId="1550345001" sldId="257"/>
            <ac:spMk id="10" creationId="{188AB621-BE62-2214-429A-03F689117B05}"/>
          </ac:spMkLst>
        </pc:spChg>
        <pc:spChg chg="add del mod">
          <ac:chgData name="Takamichi Asai" userId="3b5f7fad-e636-4c8e-833d-1467cd4f12a3" providerId="ADAL" clId="{2A663872-BA5B-4A08-84BE-EED75D43575C}" dt="2026-06-01T06:28:48.698" v="35" actId="478"/>
          <ac:spMkLst>
            <pc:docMk/>
            <pc:sldMk cId="1550345001" sldId="257"/>
            <ac:spMk id="11" creationId="{5A1A7B24-E3DC-8DF5-5BC7-6D45ABECBFEB}"/>
          </ac:spMkLst>
        </pc:spChg>
        <pc:spChg chg="del">
          <ac:chgData name="Takamichi Asai" userId="3b5f7fad-e636-4c8e-833d-1467cd4f12a3" providerId="ADAL" clId="{2A663872-BA5B-4A08-84BE-EED75D43575C}" dt="2026-06-01T06:20:21.490" v="0" actId="478"/>
          <ac:spMkLst>
            <pc:docMk/>
            <pc:sldMk cId="1550345001" sldId="257"/>
            <ac:spMk id="12" creationId="{FD8132C3-6328-4171-E8D4-F6DDE75C14B4}"/>
          </ac:spMkLst>
        </pc:spChg>
        <pc:spChg chg="add del mod">
          <ac:chgData name="Takamichi Asai" userId="3b5f7fad-e636-4c8e-833d-1467cd4f12a3" providerId="ADAL" clId="{2A663872-BA5B-4A08-84BE-EED75D43575C}" dt="2026-06-01T06:28:48.698" v="35" actId="478"/>
          <ac:spMkLst>
            <pc:docMk/>
            <pc:sldMk cId="1550345001" sldId="257"/>
            <ac:spMk id="14" creationId="{7DA69CC2-76BC-5C21-9C1F-587C90DF69C4}"/>
          </ac:spMkLst>
        </pc:spChg>
        <pc:spChg chg="del">
          <ac:chgData name="Takamichi Asai" userId="3b5f7fad-e636-4c8e-833d-1467cd4f12a3" providerId="ADAL" clId="{2A663872-BA5B-4A08-84BE-EED75D43575C}" dt="2026-06-01T06:28:37.001" v="34" actId="478"/>
          <ac:spMkLst>
            <pc:docMk/>
            <pc:sldMk cId="1550345001" sldId="257"/>
            <ac:spMk id="15" creationId="{3B56F965-FE3A-AB22-5C01-99722704E81C}"/>
          </ac:spMkLst>
        </pc:spChg>
        <pc:picChg chg="mod">
          <ac:chgData name="Takamichi Asai" userId="3b5f7fad-e636-4c8e-833d-1467cd4f12a3" providerId="ADAL" clId="{2A663872-BA5B-4A08-84BE-EED75D43575C}" dt="2026-06-01T06:31:23.987" v="37"/>
          <ac:picMkLst>
            <pc:docMk/>
            <pc:sldMk cId="1550345001" sldId="257"/>
            <ac:picMk id="4" creationId="{1CE08612-12A9-FD81-5C8E-A2607145E13C}"/>
          </ac:picMkLst>
        </pc:picChg>
        <pc:picChg chg="mod">
          <ac:chgData name="Takamichi Asai" userId="3b5f7fad-e636-4c8e-833d-1467cd4f12a3" providerId="ADAL" clId="{2A663872-BA5B-4A08-84BE-EED75D43575C}" dt="2026-06-01T06:38:16.954" v="39"/>
          <ac:picMkLst>
            <pc:docMk/>
            <pc:sldMk cId="1550345001" sldId="257"/>
            <ac:picMk id="6" creationId="{D0854AB7-8CFB-F2B0-D232-10C57A13BFF4}"/>
          </ac:picMkLst>
        </pc:picChg>
        <pc:picChg chg="add mod">
          <ac:chgData name="Takamichi Asai" userId="3b5f7fad-e636-4c8e-833d-1467cd4f12a3" providerId="ADAL" clId="{2A663872-BA5B-4A08-84BE-EED75D43575C}" dt="2026-06-01T06:28:10.001" v="27" actId="571"/>
          <ac:picMkLst>
            <pc:docMk/>
            <pc:sldMk cId="1550345001" sldId="257"/>
            <ac:picMk id="8" creationId="{D6F261AA-19C8-412F-475D-F155865F1F38}"/>
          </ac:picMkLst>
        </pc:picChg>
      </pc:sldChg>
      <pc:sldChg chg="del">
        <pc:chgData name="Takamichi Asai" userId="3b5f7fad-e636-4c8e-833d-1467cd4f12a3" providerId="ADAL" clId="{2A663872-BA5B-4A08-84BE-EED75D43575C}" dt="2026-06-01T09:52:03.354" v="4128" actId="47"/>
        <pc:sldMkLst>
          <pc:docMk/>
          <pc:sldMk cId="2028981196" sldId="258"/>
        </pc:sldMkLst>
      </pc:sldChg>
      <pc:sldChg chg="modSp del mod">
        <pc:chgData name="Takamichi Asai" userId="3b5f7fad-e636-4c8e-833d-1467cd4f12a3" providerId="ADAL" clId="{2A663872-BA5B-4A08-84BE-EED75D43575C}" dt="2026-06-01T09:52:03.354" v="4128" actId="47"/>
        <pc:sldMkLst>
          <pc:docMk/>
          <pc:sldMk cId="3831562520" sldId="259"/>
        </pc:sldMkLst>
        <pc:spChg chg="mod">
          <ac:chgData name="Takamichi Asai" userId="3b5f7fad-e636-4c8e-833d-1467cd4f12a3" providerId="ADAL" clId="{2A663872-BA5B-4A08-84BE-EED75D43575C}" dt="2026-06-01T08:50:39.097" v="2679" actId="20577"/>
          <ac:spMkLst>
            <pc:docMk/>
            <pc:sldMk cId="3831562520" sldId="259"/>
            <ac:spMk id="2" creationId="{22716933-AA39-6EF5-2432-760FB9E7622C}"/>
          </ac:spMkLst>
        </pc:spChg>
      </pc:sldChg>
      <pc:sldChg chg="del">
        <pc:chgData name="Takamichi Asai" userId="3b5f7fad-e636-4c8e-833d-1467cd4f12a3" providerId="ADAL" clId="{2A663872-BA5B-4A08-84BE-EED75D43575C}" dt="2026-06-01T09:52:03.354" v="4128" actId="47"/>
        <pc:sldMkLst>
          <pc:docMk/>
          <pc:sldMk cId="402542431" sldId="260"/>
        </pc:sldMkLst>
      </pc:sldChg>
      <pc:sldChg chg="del">
        <pc:chgData name="Takamichi Asai" userId="3b5f7fad-e636-4c8e-833d-1467cd4f12a3" providerId="ADAL" clId="{2A663872-BA5B-4A08-84BE-EED75D43575C}" dt="2026-06-01T09:52:03.354" v="4128" actId="47"/>
        <pc:sldMkLst>
          <pc:docMk/>
          <pc:sldMk cId="3180659142" sldId="261"/>
        </pc:sldMkLst>
      </pc:sldChg>
      <pc:sldChg chg="del">
        <pc:chgData name="Takamichi Asai" userId="3b5f7fad-e636-4c8e-833d-1467cd4f12a3" providerId="ADAL" clId="{2A663872-BA5B-4A08-84BE-EED75D43575C}" dt="2026-06-01T09:52:03.354" v="4128" actId="47"/>
        <pc:sldMkLst>
          <pc:docMk/>
          <pc:sldMk cId="2979101416" sldId="262"/>
        </pc:sldMkLst>
      </pc:sldChg>
      <pc:sldChg chg="del">
        <pc:chgData name="Takamichi Asai" userId="3b5f7fad-e636-4c8e-833d-1467cd4f12a3" providerId="ADAL" clId="{2A663872-BA5B-4A08-84BE-EED75D43575C}" dt="2026-06-01T09:52:03.354" v="4128" actId="47"/>
        <pc:sldMkLst>
          <pc:docMk/>
          <pc:sldMk cId="2829944209" sldId="263"/>
        </pc:sldMkLst>
      </pc:sldChg>
      <pc:sldChg chg="del">
        <pc:chgData name="Takamichi Asai" userId="3b5f7fad-e636-4c8e-833d-1467cd4f12a3" providerId="ADAL" clId="{2A663872-BA5B-4A08-84BE-EED75D43575C}" dt="2026-06-01T09:52:03.354" v="4128" actId="47"/>
        <pc:sldMkLst>
          <pc:docMk/>
          <pc:sldMk cId="794919687" sldId="264"/>
        </pc:sldMkLst>
      </pc:sldChg>
      <pc:sldChg chg="addSp modSp new del mod">
        <pc:chgData name="Takamichi Asai" userId="3b5f7fad-e636-4c8e-833d-1467cd4f12a3" providerId="ADAL" clId="{2A663872-BA5B-4A08-84BE-EED75D43575C}" dt="2026-06-01T09:52:03.354" v="4128" actId="47"/>
        <pc:sldMkLst>
          <pc:docMk/>
          <pc:sldMk cId="2732927395" sldId="265"/>
        </pc:sldMkLst>
        <pc:picChg chg="add mod modCrop">
          <ac:chgData name="Takamichi Asai" userId="3b5f7fad-e636-4c8e-833d-1467cd4f12a3" providerId="ADAL" clId="{2A663872-BA5B-4A08-84BE-EED75D43575C}" dt="2026-06-01T06:44:37.810" v="51" actId="14100"/>
          <ac:picMkLst>
            <pc:docMk/>
            <pc:sldMk cId="2732927395" sldId="265"/>
            <ac:picMk id="3" creationId="{2F5841B4-7B2B-7A19-637B-57A3CA156E9E}"/>
          </ac:picMkLst>
        </pc:picChg>
      </pc:sldChg>
      <pc:sldChg chg="addSp delSp modSp new mod">
        <pc:chgData name="Takamichi Asai" userId="3b5f7fad-e636-4c8e-833d-1467cd4f12a3" providerId="ADAL" clId="{2A663872-BA5B-4A08-84BE-EED75D43575C}" dt="2026-06-01T10:02:42.063" v="4186" actId="478"/>
        <pc:sldMkLst>
          <pc:docMk/>
          <pc:sldMk cId="4073356895" sldId="266"/>
        </pc:sldMkLst>
        <pc:spChg chg="add mod">
          <ac:chgData name="Takamichi Asai" userId="3b5f7fad-e636-4c8e-833d-1467cd4f12a3" providerId="ADAL" clId="{2A663872-BA5B-4A08-84BE-EED75D43575C}" dt="2026-06-01T07:33:32.050" v="522" actId="1076"/>
          <ac:spMkLst>
            <pc:docMk/>
            <pc:sldMk cId="4073356895" sldId="266"/>
            <ac:spMk id="2" creationId="{7638567D-BB87-35D0-FFE6-4D1454CBBEAB}"/>
          </ac:spMkLst>
        </pc:spChg>
        <pc:spChg chg="add mod">
          <ac:chgData name="Takamichi Asai" userId="3b5f7fad-e636-4c8e-833d-1467cd4f12a3" providerId="ADAL" clId="{2A663872-BA5B-4A08-84BE-EED75D43575C}" dt="2026-06-01T07:36:20.238" v="591" actId="113"/>
          <ac:spMkLst>
            <pc:docMk/>
            <pc:sldMk cId="4073356895" sldId="266"/>
            <ac:spMk id="12" creationId="{4ED4066F-E2DE-1985-DF17-04E5B2DE1E3B}"/>
          </ac:spMkLst>
        </pc:spChg>
        <pc:spChg chg="add mod">
          <ac:chgData name="Takamichi Asai" userId="3b5f7fad-e636-4c8e-833d-1467cd4f12a3" providerId="ADAL" clId="{2A663872-BA5B-4A08-84BE-EED75D43575C}" dt="2026-06-01T07:35:48.666" v="569" actId="1076"/>
          <ac:spMkLst>
            <pc:docMk/>
            <pc:sldMk cId="4073356895" sldId="266"/>
            <ac:spMk id="13" creationId="{0EC4AC9C-473E-15E3-3AF3-B9635208F938}"/>
          </ac:spMkLst>
        </pc:spChg>
        <pc:spChg chg="add mod">
          <ac:chgData name="Takamichi Asai" userId="3b5f7fad-e636-4c8e-833d-1467cd4f12a3" providerId="ADAL" clId="{2A663872-BA5B-4A08-84BE-EED75D43575C}" dt="2026-06-01T08:36:06.395" v="2226" actId="1076"/>
          <ac:spMkLst>
            <pc:docMk/>
            <pc:sldMk cId="4073356895" sldId="266"/>
            <ac:spMk id="14" creationId="{FF606793-F22B-7100-9E12-7230CA49EA53}"/>
          </ac:spMkLst>
        </pc:spChg>
        <pc:spChg chg="add mod">
          <ac:chgData name="Takamichi Asai" userId="3b5f7fad-e636-4c8e-833d-1467cd4f12a3" providerId="ADAL" clId="{2A663872-BA5B-4A08-84BE-EED75D43575C}" dt="2026-06-01T07:36:42.294" v="593" actId="1076"/>
          <ac:spMkLst>
            <pc:docMk/>
            <pc:sldMk cId="4073356895" sldId="266"/>
            <ac:spMk id="15" creationId="{D0399FED-7A95-22C6-59A4-523C5D22ABE5}"/>
          </ac:spMkLst>
        </pc:spChg>
        <pc:spChg chg="add mod">
          <ac:chgData name="Takamichi Asai" userId="3b5f7fad-e636-4c8e-833d-1467cd4f12a3" providerId="ADAL" clId="{2A663872-BA5B-4A08-84BE-EED75D43575C}" dt="2026-06-01T08:57:07.219" v="2822" actId="1076"/>
          <ac:spMkLst>
            <pc:docMk/>
            <pc:sldMk cId="4073356895" sldId="266"/>
            <ac:spMk id="16" creationId="{4CC601D7-68BE-EA42-EF6A-80CE2A233CEF}"/>
          </ac:spMkLst>
        </pc:spChg>
        <pc:spChg chg="add mod">
          <ac:chgData name="Takamichi Asai" userId="3b5f7fad-e636-4c8e-833d-1467cd4f12a3" providerId="ADAL" clId="{2A663872-BA5B-4A08-84BE-EED75D43575C}" dt="2026-06-01T08:27:52.976" v="2060" actId="164"/>
          <ac:spMkLst>
            <pc:docMk/>
            <pc:sldMk cId="4073356895" sldId="266"/>
            <ac:spMk id="18" creationId="{E48E8071-63E9-FCEB-5916-467BD9511B2B}"/>
          </ac:spMkLst>
        </pc:spChg>
        <pc:spChg chg="add mod">
          <ac:chgData name="Takamichi Asai" userId="3b5f7fad-e636-4c8e-833d-1467cd4f12a3" providerId="ADAL" clId="{2A663872-BA5B-4A08-84BE-EED75D43575C}" dt="2026-06-01T08:57:07.219" v="2822" actId="1076"/>
          <ac:spMkLst>
            <pc:docMk/>
            <pc:sldMk cId="4073356895" sldId="266"/>
            <ac:spMk id="19" creationId="{B3C915FD-6D41-EDCC-4D1C-7705D6E137A4}"/>
          </ac:spMkLst>
        </pc:spChg>
        <pc:spChg chg="add mod">
          <ac:chgData name="Takamichi Asai" userId="3b5f7fad-e636-4c8e-833d-1467cd4f12a3" providerId="ADAL" clId="{2A663872-BA5B-4A08-84BE-EED75D43575C}" dt="2026-06-01T08:57:07.219" v="2822" actId="1076"/>
          <ac:spMkLst>
            <pc:docMk/>
            <pc:sldMk cId="4073356895" sldId="266"/>
            <ac:spMk id="22" creationId="{3849823A-AEE7-0D8E-0122-C54BF63114F2}"/>
          </ac:spMkLst>
        </pc:spChg>
        <pc:spChg chg="add mod">
          <ac:chgData name="Takamichi Asai" userId="3b5f7fad-e636-4c8e-833d-1467cd4f12a3" providerId="ADAL" clId="{2A663872-BA5B-4A08-84BE-EED75D43575C}" dt="2026-06-01T08:57:07.219" v="2822" actId="1076"/>
          <ac:spMkLst>
            <pc:docMk/>
            <pc:sldMk cId="4073356895" sldId="266"/>
            <ac:spMk id="24" creationId="{E1249B91-D804-F442-82CB-2A7AA9164E1C}"/>
          </ac:spMkLst>
        </pc:spChg>
        <pc:spChg chg="add mod">
          <ac:chgData name="Takamichi Asai" userId="3b5f7fad-e636-4c8e-833d-1467cd4f12a3" providerId="ADAL" clId="{2A663872-BA5B-4A08-84BE-EED75D43575C}" dt="2026-06-01T08:27:52.976" v="2060" actId="164"/>
          <ac:spMkLst>
            <pc:docMk/>
            <pc:sldMk cId="4073356895" sldId="266"/>
            <ac:spMk id="30" creationId="{72A4EEAC-6C4E-8D4E-B7C9-520AA9B1782C}"/>
          </ac:spMkLst>
        </pc:spChg>
        <pc:spChg chg="add mod">
          <ac:chgData name="Takamichi Asai" userId="3b5f7fad-e636-4c8e-833d-1467cd4f12a3" providerId="ADAL" clId="{2A663872-BA5B-4A08-84BE-EED75D43575C}" dt="2026-06-01T08:27:52.976" v="2060" actId="164"/>
          <ac:spMkLst>
            <pc:docMk/>
            <pc:sldMk cId="4073356895" sldId="266"/>
            <ac:spMk id="31" creationId="{200FB411-E3D8-9704-5DAE-8D340B70A6D6}"/>
          </ac:spMkLst>
        </pc:spChg>
        <pc:spChg chg="add del mod">
          <ac:chgData name="Takamichi Asai" userId="3b5f7fad-e636-4c8e-833d-1467cd4f12a3" providerId="ADAL" clId="{2A663872-BA5B-4A08-84BE-EED75D43575C}" dt="2026-06-01T10:02:39.091" v="4185" actId="478"/>
          <ac:spMkLst>
            <pc:docMk/>
            <pc:sldMk cId="4073356895" sldId="266"/>
            <ac:spMk id="33" creationId="{240F8BDD-5944-744A-0D7E-2EA52B5F0AB7}"/>
          </ac:spMkLst>
        </pc:spChg>
        <pc:spChg chg="add del mod">
          <ac:chgData name="Takamichi Asai" userId="3b5f7fad-e636-4c8e-833d-1467cd4f12a3" providerId="ADAL" clId="{2A663872-BA5B-4A08-84BE-EED75D43575C}" dt="2026-06-01T10:02:42.063" v="4186" actId="478"/>
          <ac:spMkLst>
            <pc:docMk/>
            <pc:sldMk cId="4073356895" sldId="266"/>
            <ac:spMk id="34" creationId="{730F73BF-D7D8-2B85-C24A-6C93056E0B17}"/>
          </ac:spMkLst>
        </pc:spChg>
        <pc:spChg chg="add mod">
          <ac:chgData name="Takamichi Asai" userId="3b5f7fad-e636-4c8e-833d-1467cd4f12a3" providerId="ADAL" clId="{2A663872-BA5B-4A08-84BE-EED75D43575C}" dt="2026-06-01T08:57:07.219" v="2822" actId="1076"/>
          <ac:spMkLst>
            <pc:docMk/>
            <pc:sldMk cId="4073356895" sldId="266"/>
            <ac:spMk id="40" creationId="{0A6533FB-8265-4324-DFCA-2A5C0B283424}"/>
          </ac:spMkLst>
        </pc:spChg>
        <pc:spChg chg="add del mod">
          <ac:chgData name="Takamichi Asai" userId="3b5f7fad-e636-4c8e-833d-1467cd4f12a3" providerId="ADAL" clId="{2A663872-BA5B-4A08-84BE-EED75D43575C}" dt="2026-06-01T08:22:39.555" v="1828" actId="478"/>
          <ac:spMkLst>
            <pc:docMk/>
            <pc:sldMk cId="4073356895" sldId="266"/>
            <ac:spMk id="41" creationId="{76164BB4-C8F1-4689-FEE2-26DE434475AC}"/>
          </ac:spMkLst>
        </pc:spChg>
        <pc:spChg chg="add mod">
          <ac:chgData name="Takamichi Asai" userId="3b5f7fad-e636-4c8e-833d-1467cd4f12a3" providerId="ADAL" clId="{2A663872-BA5B-4A08-84BE-EED75D43575C}" dt="2026-06-01T08:57:07.219" v="2822" actId="1076"/>
          <ac:spMkLst>
            <pc:docMk/>
            <pc:sldMk cId="4073356895" sldId="266"/>
            <ac:spMk id="44" creationId="{0952983C-55C3-8ACE-A68A-1BFD7CF0DB65}"/>
          </ac:spMkLst>
        </pc:spChg>
        <pc:spChg chg="add mod">
          <ac:chgData name="Takamichi Asai" userId="3b5f7fad-e636-4c8e-833d-1467cd4f12a3" providerId="ADAL" clId="{2A663872-BA5B-4A08-84BE-EED75D43575C}" dt="2026-06-01T08:29:46.462" v="2166"/>
          <ac:spMkLst>
            <pc:docMk/>
            <pc:sldMk cId="4073356895" sldId="266"/>
            <ac:spMk id="48" creationId="{F97959B6-B19D-0C4C-046C-837424A41A18}"/>
          </ac:spMkLst>
        </pc:spChg>
        <pc:spChg chg="add mod">
          <ac:chgData name="Takamichi Asai" userId="3b5f7fad-e636-4c8e-833d-1467cd4f12a3" providerId="ADAL" clId="{2A663872-BA5B-4A08-84BE-EED75D43575C}" dt="2026-06-01T08:56:58.826" v="2821" actId="1076"/>
          <ac:spMkLst>
            <pc:docMk/>
            <pc:sldMk cId="4073356895" sldId="266"/>
            <ac:spMk id="49" creationId="{A1A65A68-3EDD-80F2-FE8A-1E48BCA8E12A}"/>
          </ac:spMkLst>
        </pc:spChg>
        <pc:spChg chg="add mod">
          <ac:chgData name="Takamichi Asai" userId="3b5f7fad-e636-4c8e-833d-1467cd4f12a3" providerId="ADAL" clId="{2A663872-BA5B-4A08-84BE-EED75D43575C}" dt="2026-06-01T08:56:58.826" v="2821" actId="1076"/>
          <ac:spMkLst>
            <pc:docMk/>
            <pc:sldMk cId="4073356895" sldId="266"/>
            <ac:spMk id="51" creationId="{4EE56C35-4940-C81A-898A-F473CE99D77F}"/>
          </ac:spMkLst>
        </pc:spChg>
        <pc:spChg chg="add mod">
          <ac:chgData name="Takamichi Asai" userId="3b5f7fad-e636-4c8e-833d-1467cd4f12a3" providerId="ADAL" clId="{2A663872-BA5B-4A08-84BE-EED75D43575C}" dt="2026-06-01T08:56:58.826" v="2821" actId="1076"/>
          <ac:spMkLst>
            <pc:docMk/>
            <pc:sldMk cId="4073356895" sldId="266"/>
            <ac:spMk id="52" creationId="{2F584901-9E4F-26CF-2B2E-D4728D36E107}"/>
          </ac:spMkLst>
        </pc:spChg>
        <pc:spChg chg="add mod">
          <ac:chgData name="Takamichi Asai" userId="3b5f7fad-e636-4c8e-833d-1467cd4f12a3" providerId="ADAL" clId="{2A663872-BA5B-4A08-84BE-EED75D43575C}" dt="2026-06-01T08:56:58.826" v="2821" actId="1076"/>
          <ac:spMkLst>
            <pc:docMk/>
            <pc:sldMk cId="4073356895" sldId="266"/>
            <ac:spMk id="53" creationId="{1CD2D33D-A62B-B28F-274C-F93B44FE0A99}"/>
          </ac:spMkLst>
        </pc:spChg>
        <pc:spChg chg="add mod">
          <ac:chgData name="Takamichi Asai" userId="3b5f7fad-e636-4c8e-833d-1467cd4f12a3" providerId="ADAL" clId="{2A663872-BA5B-4A08-84BE-EED75D43575C}" dt="2026-06-01T08:56:58.826" v="2821" actId="1076"/>
          <ac:spMkLst>
            <pc:docMk/>
            <pc:sldMk cId="4073356895" sldId="266"/>
            <ac:spMk id="54" creationId="{491E1FFA-AE8A-4343-74ED-A6F3F5E3B8D8}"/>
          </ac:spMkLst>
        </pc:spChg>
        <pc:spChg chg="add mod">
          <ac:chgData name="Takamichi Asai" userId="3b5f7fad-e636-4c8e-833d-1467cd4f12a3" providerId="ADAL" clId="{2A663872-BA5B-4A08-84BE-EED75D43575C}" dt="2026-06-01T08:56:58.826" v="2821" actId="1076"/>
          <ac:spMkLst>
            <pc:docMk/>
            <pc:sldMk cId="4073356895" sldId="266"/>
            <ac:spMk id="55" creationId="{3EB08440-4FB0-01BD-8ED9-8F041863EF06}"/>
          </ac:spMkLst>
        </pc:spChg>
        <pc:spChg chg="add del mod">
          <ac:chgData name="Takamichi Asai" userId="3b5f7fad-e636-4c8e-833d-1467cd4f12a3" providerId="ADAL" clId="{2A663872-BA5B-4A08-84BE-EED75D43575C}" dt="2026-06-01T08:41:12.505" v="2396" actId="478"/>
          <ac:spMkLst>
            <pc:docMk/>
            <pc:sldMk cId="4073356895" sldId="266"/>
            <ac:spMk id="58" creationId="{D227A0F4-E36F-E215-870F-8C019A9E88F8}"/>
          </ac:spMkLst>
        </pc:spChg>
        <pc:spChg chg="add del mod">
          <ac:chgData name="Takamichi Asai" userId="3b5f7fad-e636-4c8e-833d-1467cd4f12a3" providerId="ADAL" clId="{2A663872-BA5B-4A08-84BE-EED75D43575C}" dt="2026-06-01T08:41:54.597" v="2406" actId="478"/>
          <ac:spMkLst>
            <pc:docMk/>
            <pc:sldMk cId="4073356895" sldId="266"/>
            <ac:spMk id="59" creationId="{212BA0E4-285E-41D1-479B-997DD42EE770}"/>
          </ac:spMkLst>
        </pc:spChg>
        <pc:spChg chg="add mod">
          <ac:chgData name="Takamichi Asai" userId="3b5f7fad-e636-4c8e-833d-1467cd4f12a3" providerId="ADAL" clId="{2A663872-BA5B-4A08-84BE-EED75D43575C}" dt="2026-06-01T08:56:58.826" v="2821" actId="1076"/>
          <ac:spMkLst>
            <pc:docMk/>
            <pc:sldMk cId="4073356895" sldId="266"/>
            <ac:spMk id="60" creationId="{F698BDAB-8E61-5B66-9AF5-CD6E0CC86F8E}"/>
          </ac:spMkLst>
        </pc:spChg>
        <pc:spChg chg="add mod">
          <ac:chgData name="Takamichi Asai" userId="3b5f7fad-e636-4c8e-833d-1467cd4f12a3" providerId="ADAL" clId="{2A663872-BA5B-4A08-84BE-EED75D43575C}" dt="2026-06-01T08:56:58.826" v="2821" actId="1076"/>
          <ac:spMkLst>
            <pc:docMk/>
            <pc:sldMk cId="4073356895" sldId="266"/>
            <ac:spMk id="61" creationId="{5780FE41-0F65-FEF2-9088-02B3C0947838}"/>
          </ac:spMkLst>
        </pc:spChg>
        <pc:spChg chg="add mod">
          <ac:chgData name="Takamichi Asai" userId="3b5f7fad-e636-4c8e-833d-1467cd4f12a3" providerId="ADAL" clId="{2A663872-BA5B-4A08-84BE-EED75D43575C}" dt="2026-06-01T08:56:58.826" v="2821" actId="1076"/>
          <ac:spMkLst>
            <pc:docMk/>
            <pc:sldMk cId="4073356895" sldId="266"/>
            <ac:spMk id="62" creationId="{1C440D6D-3E19-DDB1-0414-790B0CCFBD2E}"/>
          </ac:spMkLst>
        </pc:spChg>
        <pc:spChg chg="add mod">
          <ac:chgData name="Takamichi Asai" userId="3b5f7fad-e636-4c8e-833d-1467cd4f12a3" providerId="ADAL" clId="{2A663872-BA5B-4A08-84BE-EED75D43575C}" dt="2026-06-01T08:56:58.826" v="2821" actId="1076"/>
          <ac:spMkLst>
            <pc:docMk/>
            <pc:sldMk cId="4073356895" sldId="266"/>
            <ac:spMk id="63" creationId="{B2D9FD8F-0BF0-1396-E82C-27B07601B93E}"/>
          </ac:spMkLst>
        </pc:spChg>
        <pc:spChg chg="add del">
          <ac:chgData name="Takamichi Asai" userId="3b5f7fad-e636-4c8e-833d-1467cd4f12a3" providerId="ADAL" clId="{2A663872-BA5B-4A08-84BE-EED75D43575C}" dt="2026-06-01T08:47:08.289" v="2631" actId="22"/>
          <ac:spMkLst>
            <pc:docMk/>
            <pc:sldMk cId="4073356895" sldId="266"/>
            <ac:spMk id="65" creationId="{B6373969-8D83-E023-BAB1-8F7307886D7E}"/>
          </ac:spMkLst>
        </pc:spChg>
        <pc:spChg chg="add mod">
          <ac:chgData name="Takamichi Asai" userId="3b5f7fad-e636-4c8e-833d-1467cd4f12a3" providerId="ADAL" clId="{2A663872-BA5B-4A08-84BE-EED75D43575C}" dt="2026-06-01T08:53:36.693" v="2745" actId="1076"/>
          <ac:spMkLst>
            <pc:docMk/>
            <pc:sldMk cId="4073356895" sldId="266"/>
            <ac:spMk id="67" creationId="{C31D2046-ED8B-A8F3-B7BC-6809AF2352F9}"/>
          </ac:spMkLst>
        </pc:spChg>
        <pc:spChg chg="add mod">
          <ac:chgData name="Takamichi Asai" userId="3b5f7fad-e636-4c8e-833d-1467cd4f12a3" providerId="ADAL" clId="{2A663872-BA5B-4A08-84BE-EED75D43575C}" dt="2026-06-01T08:56:36.531" v="2820"/>
          <ac:spMkLst>
            <pc:docMk/>
            <pc:sldMk cId="4073356895" sldId="266"/>
            <ac:spMk id="68" creationId="{8E0AF0CB-B72D-1C09-8780-1F9B02D18C67}"/>
          </ac:spMkLst>
        </pc:spChg>
        <pc:grpChg chg="add mod">
          <ac:chgData name="Takamichi Asai" userId="3b5f7fad-e636-4c8e-833d-1467cd4f12a3" providerId="ADAL" clId="{2A663872-BA5B-4A08-84BE-EED75D43575C}" dt="2026-06-01T07:35:57.980" v="571" actId="1076"/>
          <ac:grpSpMkLst>
            <pc:docMk/>
            <pc:sldMk cId="4073356895" sldId="266"/>
            <ac:grpSpMk id="11" creationId="{7684901E-BBED-B49C-8D73-9B48DCFA1489}"/>
          </ac:grpSpMkLst>
        </pc:grpChg>
        <pc:grpChg chg="add mod">
          <ac:chgData name="Takamichi Asai" userId="3b5f7fad-e636-4c8e-833d-1467cd4f12a3" providerId="ADAL" clId="{2A663872-BA5B-4A08-84BE-EED75D43575C}" dt="2026-06-01T08:27:59.224" v="2061" actId="164"/>
          <ac:grpSpMkLst>
            <pc:docMk/>
            <pc:sldMk cId="4073356895" sldId="266"/>
            <ac:grpSpMk id="29" creationId="{6085B4A6-5234-A5A3-87CA-DBD6A246525C}"/>
          </ac:grpSpMkLst>
        </pc:grpChg>
        <pc:grpChg chg="add mod">
          <ac:chgData name="Takamichi Asai" userId="3b5f7fad-e636-4c8e-833d-1467cd4f12a3" providerId="ADAL" clId="{2A663872-BA5B-4A08-84BE-EED75D43575C}" dt="2026-06-01T08:28:11.186" v="2063" actId="12788"/>
          <ac:grpSpMkLst>
            <pc:docMk/>
            <pc:sldMk cId="4073356895" sldId="266"/>
            <ac:grpSpMk id="45" creationId="{28502532-A555-4BEE-EA94-8AF55789A6AE}"/>
          </ac:grpSpMkLst>
        </pc:grpChg>
        <pc:grpChg chg="add mod">
          <ac:chgData name="Takamichi Asai" userId="3b5f7fad-e636-4c8e-833d-1467cd4f12a3" providerId="ADAL" clId="{2A663872-BA5B-4A08-84BE-EED75D43575C}" dt="2026-06-01T08:57:07.219" v="2822" actId="1076"/>
          <ac:grpSpMkLst>
            <pc:docMk/>
            <pc:sldMk cId="4073356895" sldId="266"/>
            <ac:grpSpMk id="46" creationId="{39F89014-8DD5-B4A8-5E5B-E10A0F3387B5}"/>
          </ac:grpSpMkLst>
        </pc:grpChg>
        <pc:grpChg chg="add mod">
          <ac:chgData name="Takamichi Asai" userId="3b5f7fad-e636-4c8e-833d-1467cd4f12a3" providerId="ADAL" clId="{2A663872-BA5B-4A08-84BE-EED75D43575C}" dt="2026-06-01T08:28:11.186" v="2063" actId="12788"/>
          <ac:grpSpMkLst>
            <pc:docMk/>
            <pc:sldMk cId="4073356895" sldId="266"/>
            <ac:grpSpMk id="47" creationId="{0D167685-DF99-AB98-5862-E961161ABFCD}"/>
          </ac:grpSpMkLst>
        </pc:grpChg>
        <pc:graphicFrameChg chg="add mod modGraphic">
          <ac:chgData name="Takamichi Asai" userId="3b5f7fad-e636-4c8e-833d-1467cd4f12a3" providerId="ADAL" clId="{2A663872-BA5B-4A08-84BE-EED75D43575C}" dt="2026-06-01T08:57:07.219" v="2822" actId="1076"/>
          <ac:graphicFrameMkLst>
            <pc:docMk/>
            <pc:sldMk cId="4073356895" sldId="266"/>
            <ac:graphicFrameMk id="25" creationId="{1B92EAAF-CAB5-2C6E-AB2E-E74045FE8D84}"/>
          </ac:graphicFrameMkLst>
        </pc:graphicFrameChg>
        <pc:graphicFrameChg chg="add del mod modGraphic">
          <ac:chgData name="Takamichi Asai" userId="3b5f7fad-e636-4c8e-833d-1467cd4f12a3" providerId="ADAL" clId="{2A663872-BA5B-4A08-84BE-EED75D43575C}" dt="2026-06-01T08:57:07.219" v="2822" actId="1076"/>
          <ac:graphicFrameMkLst>
            <pc:docMk/>
            <pc:sldMk cId="4073356895" sldId="266"/>
            <ac:graphicFrameMk id="43" creationId="{98B7F138-A2EA-9EC3-F609-8BBEEB9CA12C}"/>
          </ac:graphicFrameMkLst>
        </pc:graphicFrameChg>
        <pc:picChg chg="add mod">
          <ac:chgData name="Takamichi Asai" userId="3b5f7fad-e636-4c8e-833d-1467cd4f12a3" providerId="ADAL" clId="{2A663872-BA5B-4A08-84BE-EED75D43575C}" dt="2026-06-01T08:27:45.601" v="2059" actId="12788"/>
          <ac:picMkLst>
            <pc:docMk/>
            <pc:sldMk cId="4073356895" sldId="266"/>
            <ac:picMk id="3" creationId="{0B86ED0F-F97E-BB33-A71C-01F96C02FFC9}"/>
          </ac:picMkLst>
        </pc:picChg>
        <pc:picChg chg="add mod modCrop">
          <ac:chgData name="Takamichi Asai" userId="3b5f7fad-e636-4c8e-833d-1467cd4f12a3" providerId="ADAL" clId="{2A663872-BA5B-4A08-84BE-EED75D43575C}" dt="2026-06-01T08:27:45.601" v="2059" actId="12788"/>
          <ac:picMkLst>
            <pc:docMk/>
            <pc:sldMk cId="4073356895" sldId="266"/>
            <ac:picMk id="4" creationId="{144B9CCD-AA6B-2287-38A2-574C89F94421}"/>
          </ac:picMkLst>
        </pc:picChg>
        <pc:picChg chg="add mod modCrop">
          <ac:chgData name="Takamichi Asai" userId="3b5f7fad-e636-4c8e-833d-1467cd4f12a3" providerId="ADAL" clId="{2A663872-BA5B-4A08-84BE-EED75D43575C}" dt="2026-06-01T08:27:45.601" v="2059" actId="12788"/>
          <ac:picMkLst>
            <pc:docMk/>
            <pc:sldMk cId="4073356895" sldId="266"/>
            <ac:picMk id="5" creationId="{F0EEE49B-F339-B49C-788F-648E5FDE0402}"/>
          </ac:picMkLst>
        </pc:picChg>
        <pc:picChg chg="add mod modCrop">
          <ac:chgData name="Takamichi Asai" userId="3b5f7fad-e636-4c8e-833d-1467cd4f12a3" providerId="ADAL" clId="{2A663872-BA5B-4A08-84BE-EED75D43575C}" dt="2026-06-01T08:27:52.976" v="2060" actId="164"/>
          <ac:picMkLst>
            <pc:docMk/>
            <pc:sldMk cId="4073356895" sldId="266"/>
            <ac:picMk id="17" creationId="{521822B2-FE26-E3B4-0E6B-C30142F33E2E}"/>
          </ac:picMkLst>
        </pc:picChg>
        <pc:picChg chg="add mod">
          <ac:chgData name="Takamichi Asai" userId="3b5f7fad-e636-4c8e-833d-1467cd4f12a3" providerId="ADAL" clId="{2A663872-BA5B-4A08-84BE-EED75D43575C}" dt="2026-06-01T08:57:07.219" v="2822" actId="1076"/>
          <ac:picMkLst>
            <pc:docMk/>
            <pc:sldMk cId="4073356895" sldId="266"/>
            <ac:picMk id="21" creationId="{85F241E3-CB60-2169-BE86-66775FA2A465}"/>
          </ac:picMkLst>
        </pc:picChg>
        <pc:picChg chg="add mod modCrop">
          <ac:chgData name="Takamichi Asai" userId="3b5f7fad-e636-4c8e-833d-1467cd4f12a3" providerId="ADAL" clId="{2A663872-BA5B-4A08-84BE-EED75D43575C}" dt="2026-06-01T08:27:59.224" v="2061" actId="164"/>
          <ac:picMkLst>
            <pc:docMk/>
            <pc:sldMk cId="4073356895" sldId="266"/>
            <ac:picMk id="23" creationId="{A4984A5F-13A9-888E-1F73-3BFD50E71B7B}"/>
          </ac:picMkLst>
        </pc:picChg>
        <pc:picChg chg="add mod">
          <ac:chgData name="Takamichi Asai" userId="3b5f7fad-e636-4c8e-833d-1467cd4f12a3" providerId="ADAL" clId="{2A663872-BA5B-4A08-84BE-EED75D43575C}" dt="2026-06-01T07:57:29.498" v="1181" actId="207"/>
          <ac:picMkLst>
            <pc:docMk/>
            <pc:sldMk cId="4073356895" sldId="266"/>
            <ac:picMk id="27" creationId="{CCDC2A41-7622-6595-B5C8-AEAAA3DA72D4}"/>
          </ac:picMkLst>
        </pc:picChg>
        <pc:picChg chg="add mod">
          <ac:chgData name="Takamichi Asai" userId="3b5f7fad-e636-4c8e-833d-1467cd4f12a3" providerId="ADAL" clId="{2A663872-BA5B-4A08-84BE-EED75D43575C}" dt="2026-06-01T07:57:29.498" v="1181" actId="207"/>
          <ac:picMkLst>
            <pc:docMk/>
            <pc:sldMk cId="4073356895" sldId="266"/>
            <ac:picMk id="28" creationId="{36755DDE-C446-5047-3097-75335AF6AE05}"/>
          </ac:picMkLst>
        </pc:picChg>
        <pc:picChg chg="add mod modCrop">
          <ac:chgData name="Takamichi Asai" userId="3b5f7fad-e636-4c8e-833d-1467cd4f12a3" providerId="ADAL" clId="{2A663872-BA5B-4A08-84BE-EED75D43575C}" dt="2026-06-01T08:28:04.705" v="2062" actId="164"/>
          <ac:picMkLst>
            <pc:docMk/>
            <pc:sldMk cId="4073356895" sldId="266"/>
            <ac:picMk id="32" creationId="{3AF685C8-6933-A3C8-F9A3-095B15F8CF0D}"/>
          </ac:picMkLst>
        </pc:picChg>
        <pc:picChg chg="add mod">
          <ac:chgData name="Takamichi Asai" userId="3b5f7fad-e636-4c8e-833d-1467cd4f12a3" providerId="ADAL" clId="{2A663872-BA5B-4A08-84BE-EED75D43575C}" dt="2026-06-01T08:19:22.134" v="1634" actId="1076"/>
          <ac:picMkLst>
            <pc:docMk/>
            <pc:sldMk cId="4073356895" sldId="266"/>
            <ac:picMk id="36" creationId="{AD59E299-FD13-BF92-242C-7A8122B8EB2F}"/>
          </ac:picMkLst>
        </pc:picChg>
        <pc:picChg chg="add mod">
          <ac:chgData name="Takamichi Asai" userId="3b5f7fad-e636-4c8e-833d-1467cd4f12a3" providerId="ADAL" clId="{2A663872-BA5B-4A08-84BE-EED75D43575C}" dt="2026-06-01T08:28:04.705" v="2062" actId="164"/>
          <ac:picMkLst>
            <pc:docMk/>
            <pc:sldMk cId="4073356895" sldId="266"/>
            <ac:picMk id="38" creationId="{79BAD30A-0963-3A34-35A2-7F246C64B245}"/>
          </ac:picMkLst>
        </pc:picChg>
        <pc:picChg chg="add del mod">
          <ac:chgData name="Takamichi Asai" userId="3b5f7fad-e636-4c8e-833d-1467cd4f12a3" providerId="ADAL" clId="{2A663872-BA5B-4A08-84BE-EED75D43575C}" dt="2026-06-01T08:21:55.062" v="1794" actId="478"/>
          <ac:picMkLst>
            <pc:docMk/>
            <pc:sldMk cId="4073356895" sldId="266"/>
            <ac:picMk id="39" creationId="{95161ABD-3B42-3F78-BEAE-CD15C6250119}"/>
          </ac:picMkLst>
        </pc:picChg>
        <pc:picChg chg="add mod">
          <ac:chgData name="Takamichi Asai" userId="3b5f7fad-e636-4c8e-833d-1467cd4f12a3" providerId="ADAL" clId="{2A663872-BA5B-4A08-84BE-EED75D43575C}" dt="2026-06-01T08:28:04.705" v="2062" actId="164"/>
          <ac:picMkLst>
            <pc:docMk/>
            <pc:sldMk cId="4073356895" sldId="266"/>
            <ac:picMk id="42" creationId="{7C465AF1-404E-E996-4B69-52C42D23E127}"/>
          </ac:picMkLst>
        </pc:picChg>
        <pc:picChg chg="add mod">
          <ac:chgData name="Takamichi Asai" userId="3b5f7fad-e636-4c8e-833d-1467cd4f12a3" providerId="ADAL" clId="{2A663872-BA5B-4A08-84BE-EED75D43575C}" dt="2026-06-01T08:40:06.257" v="2381" actId="12788"/>
          <ac:picMkLst>
            <pc:docMk/>
            <pc:sldMk cId="4073356895" sldId="266"/>
            <ac:picMk id="50" creationId="{6742549C-DCA3-D472-6613-6DFDE4316F5E}"/>
          </ac:picMkLst>
        </pc:picChg>
        <pc:picChg chg="add mod modCrop">
          <ac:chgData name="Takamichi Asai" userId="3b5f7fad-e636-4c8e-833d-1467cd4f12a3" providerId="ADAL" clId="{2A663872-BA5B-4A08-84BE-EED75D43575C}" dt="2026-06-01T08:40:26.471" v="2384" actId="1076"/>
          <ac:picMkLst>
            <pc:docMk/>
            <pc:sldMk cId="4073356895" sldId="266"/>
            <ac:picMk id="56" creationId="{50B7A4FA-58BB-1EC6-7CD6-DB1C1B70561E}"/>
          </ac:picMkLst>
        </pc:picChg>
        <pc:picChg chg="add mod">
          <ac:chgData name="Takamichi Asai" userId="3b5f7fad-e636-4c8e-833d-1467cd4f12a3" providerId="ADAL" clId="{2A663872-BA5B-4A08-84BE-EED75D43575C}" dt="2026-06-01T08:40:37.143" v="2386" actId="1076"/>
          <ac:picMkLst>
            <pc:docMk/>
            <pc:sldMk cId="4073356895" sldId="266"/>
            <ac:picMk id="57" creationId="{663CC0C1-6F42-898C-547C-E5EA5D0A7171}"/>
          </ac:picMkLst>
        </pc:picChg>
        <pc:cxnChg chg="add mod">
          <ac:chgData name="Takamichi Asai" userId="3b5f7fad-e636-4c8e-833d-1467cd4f12a3" providerId="ADAL" clId="{2A663872-BA5B-4A08-84BE-EED75D43575C}" dt="2026-06-01T07:12:38.827" v="108" actId="164"/>
          <ac:cxnSpMkLst>
            <pc:docMk/>
            <pc:sldMk cId="4073356895" sldId="266"/>
            <ac:cxnSpMk id="7" creationId="{81FB4F1F-344E-2898-8511-EE0A8795D881}"/>
          </ac:cxnSpMkLst>
        </pc:cxnChg>
        <pc:cxnChg chg="add mod">
          <ac:chgData name="Takamichi Asai" userId="3b5f7fad-e636-4c8e-833d-1467cd4f12a3" providerId="ADAL" clId="{2A663872-BA5B-4A08-84BE-EED75D43575C}" dt="2026-06-01T07:12:38.827" v="108" actId="164"/>
          <ac:cxnSpMkLst>
            <pc:docMk/>
            <pc:sldMk cId="4073356895" sldId="266"/>
            <ac:cxnSpMk id="8" creationId="{21CC9796-BD09-C773-FFF2-8BDA665D3DCB}"/>
          </ac:cxnSpMkLst>
        </pc:cxnChg>
        <pc:cxnChg chg="add mod">
          <ac:chgData name="Takamichi Asai" userId="3b5f7fad-e636-4c8e-833d-1467cd4f12a3" providerId="ADAL" clId="{2A663872-BA5B-4A08-84BE-EED75D43575C}" dt="2026-06-01T07:12:38.827" v="108" actId="164"/>
          <ac:cxnSpMkLst>
            <pc:docMk/>
            <pc:sldMk cId="4073356895" sldId="266"/>
            <ac:cxnSpMk id="10" creationId="{39604313-D626-A6C6-95E7-DB496752A264}"/>
          </ac:cxnSpMkLst>
        </pc:cxnChg>
      </pc:sldChg>
      <pc:sldChg chg="addSp delSp modSp new mod">
        <pc:chgData name="Takamichi Asai" userId="3b5f7fad-e636-4c8e-833d-1467cd4f12a3" providerId="ADAL" clId="{2A663872-BA5B-4A08-84BE-EED75D43575C}" dt="2026-06-01T09:50:48.201" v="4127" actId="207"/>
        <pc:sldMkLst>
          <pc:docMk/>
          <pc:sldMk cId="2011458019" sldId="267"/>
        </pc:sldMkLst>
        <pc:spChg chg="add mod">
          <ac:chgData name="Takamichi Asai" userId="3b5f7fad-e636-4c8e-833d-1467cd4f12a3" providerId="ADAL" clId="{2A663872-BA5B-4A08-84BE-EED75D43575C}" dt="2026-06-01T09:03:34.198" v="2849"/>
          <ac:spMkLst>
            <pc:docMk/>
            <pc:sldMk cId="2011458019" sldId="267"/>
            <ac:spMk id="4" creationId="{0FC49063-8CC8-7873-8DB0-236A2DEC3146}"/>
          </ac:spMkLst>
        </pc:spChg>
        <pc:spChg chg="add del mod">
          <ac:chgData name="Takamichi Asai" userId="3b5f7fad-e636-4c8e-833d-1467cd4f12a3" providerId="ADAL" clId="{2A663872-BA5B-4A08-84BE-EED75D43575C}" dt="2026-06-01T09:23:15.370" v="3289" actId="478"/>
          <ac:spMkLst>
            <pc:docMk/>
            <pc:sldMk cId="2011458019" sldId="267"/>
            <ac:spMk id="5" creationId="{40FDD94A-F7FC-3AB0-67CF-0E1467A84BE4}"/>
          </ac:spMkLst>
        </pc:spChg>
        <pc:spChg chg="add mod">
          <ac:chgData name="Takamichi Asai" userId="3b5f7fad-e636-4c8e-833d-1467cd4f12a3" providerId="ADAL" clId="{2A663872-BA5B-4A08-84BE-EED75D43575C}" dt="2026-06-01T09:14:27.331" v="2956" actId="571"/>
          <ac:spMkLst>
            <pc:docMk/>
            <pc:sldMk cId="2011458019" sldId="267"/>
            <ac:spMk id="10" creationId="{BFA39765-4F1F-A4C2-5812-C6462EEDB4D9}"/>
          </ac:spMkLst>
        </pc:spChg>
        <pc:spChg chg="add mod">
          <ac:chgData name="Takamichi Asai" userId="3b5f7fad-e636-4c8e-833d-1467cd4f12a3" providerId="ADAL" clId="{2A663872-BA5B-4A08-84BE-EED75D43575C}" dt="2026-06-01T09:24:08.571" v="3356" actId="1076"/>
          <ac:spMkLst>
            <pc:docMk/>
            <pc:sldMk cId="2011458019" sldId="267"/>
            <ac:spMk id="11" creationId="{4ABF9D3C-DF57-5BA7-3608-7A4FF062D3F8}"/>
          </ac:spMkLst>
        </pc:spChg>
        <pc:spChg chg="add mod">
          <ac:chgData name="Takamichi Asai" userId="3b5f7fad-e636-4c8e-833d-1467cd4f12a3" providerId="ADAL" clId="{2A663872-BA5B-4A08-84BE-EED75D43575C}" dt="2026-06-01T09:24:14.421" v="3357" actId="1076"/>
          <ac:spMkLst>
            <pc:docMk/>
            <pc:sldMk cId="2011458019" sldId="267"/>
            <ac:spMk id="12" creationId="{1E21B763-2756-6A07-52CF-DA2EC27B9C12}"/>
          </ac:spMkLst>
        </pc:spChg>
        <pc:spChg chg="add mod">
          <ac:chgData name="Takamichi Asai" userId="3b5f7fad-e636-4c8e-833d-1467cd4f12a3" providerId="ADAL" clId="{2A663872-BA5B-4A08-84BE-EED75D43575C}" dt="2026-06-01T09:24:14.421" v="3357" actId="1076"/>
          <ac:spMkLst>
            <pc:docMk/>
            <pc:sldMk cId="2011458019" sldId="267"/>
            <ac:spMk id="13" creationId="{566FBD40-8123-2FE1-A1E5-7593C3EBE4D9}"/>
          </ac:spMkLst>
        </pc:spChg>
        <pc:spChg chg="add mod">
          <ac:chgData name="Takamichi Asai" userId="3b5f7fad-e636-4c8e-833d-1467cd4f12a3" providerId="ADAL" clId="{2A663872-BA5B-4A08-84BE-EED75D43575C}" dt="2026-06-01T09:23:28.736" v="3291" actId="1076"/>
          <ac:spMkLst>
            <pc:docMk/>
            <pc:sldMk cId="2011458019" sldId="267"/>
            <ac:spMk id="14" creationId="{CE878953-9BAA-2530-C943-2D491622423A}"/>
          </ac:spMkLst>
        </pc:spChg>
        <pc:spChg chg="add mod">
          <ac:chgData name="Takamichi Asai" userId="3b5f7fad-e636-4c8e-833d-1467cd4f12a3" providerId="ADAL" clId="{2A663872-BA5B-4A08-84BE-EED75D43575C}" dt="2026-06-01T09:23:28.736" v="3291" actId="1076"/>
          <ac:spMkLst>
            <pc:docMk/>
            <pc:sldMk cId="2011458019" sldId="267"/>
            <ac:spMk id="15" creationId="{EBE74208-12CD-98B6-4E4A-C92850871DD1}"/>
          </ac:spMkLst>
        </pc:spChg>
        <pc:spChg chg="add mod">
          <ac:chgData name="Takamichi Asai" userId="3b5f7fad-e636-4c8e-833d-1467cd4f12a3" providerId="ADAL" clId="{2A663872-BA5B-4A08-84BE-EED75D43575C}" dt="2026-06-01T09:24:17.483" v="3358" actId="1076"/>
          <ac:spMkLst>
            <pc:docMk/>
            <pc:sldMk cId="2011458019" sldId="267"/>
            <ac:spMk id="18" creationId="{14A57E12-2EDE-6330-4932-EDC0B1F7779D}"/>
          </ac:spMkLst>
        </pc:spChg>
        <pc:spChg chg="add mod">
          <ac:chgData name="Takamichi Asai" userId="3b5f7fad-e636-4c8e-833d-1467cd4f12a3" providerId="ADAL" clId="{2A663872-BA5B-4A08-84BE-EED75D43575C}" dt="2026-06-01T09:24:28.973" v="3359" actId="1076"/>
          <ac:spMkLst>
            <pc:docMk/>
            <pc:sldMk cId="2011458019" sldId="267"/>
            <ac:spMk id="19" creationId="{43A3BB4A-5EAD-14F4-519D-4871041A6781}"/>
          </ac:spMkLst>
        </pc:spChg>
        <pc:spChg chg="add mod">
          <ac:chgData name="Takamichi Asai" userId="3b5f7fad-e636-4c8e-833d-1467cd4f12a3" providerId="ADAL" clId="{2A663872-BA5B-4A08-84BE-EED75D43575C}" dt="2026-06-01T09:24:34.801" v="3360" actId="14100"/>
          <ac:spMkLst>
            <pc:docMk/>
            <pc:sldMk cId="2011458019" sldId="267"/>
            <ac:spMk id="21" creationId="{8060E79E-2676-30D2-4A06-FB2E3D6332A2}"/>
          </ac:spMkLst>
        </pc:spChg>
        <pc:spChg chg="add mod">
          <ac:chgData name="Takamichi Asai" userId="3b5f7fad-e636-4c8e-833d-1467cd4f12a3" providerId="ADAL" clId="{2A663872-BA5B-4A08-84BE-EED75D43575C}" dt="2026-06-01T09:23:56.526" v="3354" actId="1076"/>
          <ac:spMkLst>
            <pc:docMk/>
            <pc:sldMk cId="2011458019" sldId="267"/>
            <ac:spMk id="22" creationId="{083B5F1D-000A-C7CB-41BD-FA0E8FF7D0BE}"/>
          </ac:spMkLst>
        </pc:spChg>
        <pc:spChg chg="add mod">
          <ac:chgData name="Takamichi Asai" userId="3b5f7fad-e636-4c8e-833d-1467cd4f12a3" providerId="ADAL" clId="{2A663872-BA5B-4A08-84BE-EED75D43575C}" dt="2026-06-01T09:25:36.090" v="3377"/>
          <ac:spMkLst>
            <pc:docMk/>
            <pc:sldMk cId="2011458019" sldId="267"/>
            <ac:spMk id="23" creationId="{749915FF-FAC0-17D9-2E02-48BDFE7800BF}"/>
          </ac:spMkLst>
        </pc:spChg>
        <pc:spChg chg="add mod">
          <ac:chgData name="Takamichi Asai" userId="3b5f7fad-e636-4c8e-833d-1467cd4f12a3" providerId="ADAL" clId="{2A663872-BA5B-4A08-84BE-EED75D43575C}" dt="2026-06-01T09:32:56.428" v="3438" actId="1076"/>
          <ac:spMkLst>
            <pc:docMk/>
            <pc:sldMk cId="2011458019" sldId="267"/>
            <ac:spMk id="28" creationId="{221EB849-DD82-B65C-EF60-90F2F59C0624}"/>
          </ac:spMkLst>
        </pc:spChg>
        <pc:spChg chg="add mod">
          <ac:chgData name="Takamichi Asai" userId="3b5f7fad-e636-4c8e-833d-1467cd4f12a3" providerId="ADAL" clId="{2A663872-BA5B-4A08-84BE-EED75D43575C}" dt="2026-06-01T09:50:20.089" v="4120"/>
          <ac:spMkLst>
            <pc:docMk/>
            <pc:sldMk cId="2011458019" sldId="267"/>
            <ac:spMk id="31" creationId="{F3F67FAB-BB76-58B6-A5D5-95A8F25C8089}"/>
          </ac:spMkLst>
        </pc:spChg>
        <pc:spChg chg="add del mod">
          <ac:chgData name="Takamichi Asai" userId="3b5f7fad-e636-4c8e-833d-1467cd4f12a3" providerId="ADAL" clId="{2A663872-BA5B-4A08-84BE-EED75D43575C}" dt="2026-06-01T09:38:27.804" v="3782" actId="478"/>
          <ac:spMkLst>
            <pc:docMk/>
            <pc:sldMk cId="2011458019" sldId="267"/>
            <ac:spMk id="36" creationId="{0FA86408-4E7A-F284-91DB-A780DD61D687}"/>
          </ac:spMkLst>
        </pc:spChg>
        <pc:spChg chg="add mod">
          <ac:chgData name="Takamichi Asai" userId="3b5f7fad-e636-4c8e-833d-1467cd4f12a3" providerId="ADAL" clId="{2A663872-BA5B-4A08-84BE-EED75D43575C}" dt="2026-06-01T09:41:26.882" v="4087" actId="1076"/>
          <ac:spMkLst>
            <pc:docMk/>
            <pc:sldMk cId="2011458019" sldId="267"/>
            <ac:spMk id="39" creationId="{A299B995-1163-6B9B-B204-21D4A09B44D7}"/>
          </ac:spMkLst>
        </pc:spChg>
        <pc:spChg chg="add mod">
          <ac:chgData name="Takamichi Asai" userId="3b5f7fad-e636-4c8e-833d-1467cd4f12a3" providerId="ADAL" clId="{2A663872-BA5B-4A08-84BE-EED75D43575C}" dt="2026-06-01T09:50:48.201" v="4127" actId="207"/>
          <ac:spMkLst>
            <pc:docMk/>
            <pc:sldMk cId="2011458019" sldId="267"/>
            <ac:spMk id="45" creationId="{2FD3541E-BF2F-4875-F1B2-9683F78EDFB9}"/>
          </ac:spMkLst>
        </pc:spChg>
        <pc:picChg chg="add mod">
          <ac:chgData name="Takamichi Asai" userId="3b5f7fad-e636-4c8e-833d-1467cd4f12a3" providerId="ADAL" clId="{2A663872-BA5B-4A08-84BE-EED75D43575C}" dt="2026-06-01T09:23:17.936" v="3290" actId="1076"/>
          <ac:picMkLst>
            <pc:docMk/>
            <pc:sldMk cId="2011458019" sldId="267"/>
            <ac:picMk id="3" creationId="{7BE1AF7A-E941-D3C5-3354-82594A1FFDC3}"/>
          </ac:picMkLst>
        </pc:picChg>
        <pc:picChg chg="add mod modCrop">
          <ac:chgData name="Takamichi Asai" userId="3b5f7fad-e636-4c8e-833d-1467cd4f12a3" providerId="ADAL" clId="{2A663872-BA5B-4A08-84BE-EED75D43575C}" dt="2026-06-01T09:30:53.677" v="3394" actId="14861"/>
          <ac:picMkLst>
            <pc:docMk/>
            <pc:sldMk cId="2011458019" sldId="267"/>
            <ac:picMk id="7" creationId="{8B7B6530-AF12-DFCF-FD8B-E3C61302B6AF}"/>
          </ac:picMkLst>
        </pc:picChg>
        <pc:picChg chg="add mod modCrop">
          <ac:chgData name="Takamichi Asai" userId="3b5f7fad-e636-4c8e-833d-1467cd4f12a3" providerId="ADAL" clId="{2A663872-BA5B-4A08-84BE-EED75D43575C}" dt="2026-06-01T09:30:53.677" v="3394" actId="14861"/>
          <ac:picMkLst>
            <pc:docMk/>
            <pc:sldMk cId="2011458019" sldId="267"/>
            <ac:picMk id="9" creationId="{E135CFD6-A90E-3B5A-83EB-36C596F08A42}"/>
          </ac:picMkLst>
        </pc:picChg>
        <pc:picChg chg="add mod">
          <ac:chgData name="Takamichi Asai" userId="3b5f7fad-e636-4c8e-833d-1467cd4f12a3" providerId="ADAL" clId="{2A663872-BA5B-4A08-84BE-EED75D43575C}" dt="2026-06-01T09:24:17.483" v="3358" actId="1076"/>
          <ac:picMkLst>
            <pc:docMk/>
            <pc:sldMk cId="2011458019" sldId="267"/>
            <ac:picMk id="17" creationId="{AB717E5C-0185-05D4-161A-762F6A72BA5C}"/>
          </ac:picMkLst>
        </pc:picChg>
        <pc:picChg chg="add del mod">
          <ac:chgData name="Takamichi Asai" userId="3b5f7fad-e636-4c8e-833d-1467cd4f12a3" providerId="ADAL" clId="{2A663872-BA5B-4A08-84BE-EED75D43575C}" dt="2026-06-01T09:29:57.788" v="3383" actId="478"/>
          <ac:picMkLst>
            <pc:docMk/>
            <pc:sldMk cId="2011458019" sldId="267"/>
            <ac:picMk id="25" creationId="{84207FC8-CDBA-E7B5-30CE-15547B483FA4}"/>
          </ac:picMkLst>
        </pc:picChg>
        <pc:picChg chg="add mod">
          <ac:chgData name="Takamichi Asai" userId="3b5f7fad-e636-4c8e-833d-1467cd4f12a3" providerId="ADAL" clId="{2A663872-BA5B-4A08-84BE-EED75D43575C}" dt="2026-06-01T09:30:50.625" v="3393" actId="14861"/>
          <ac:picMkLst>
            <pc:docMk/>
            <pc:sldMk cId="2011458019" sldId="267"/>
            <ac:picMk id="27" creationId="{C33740A2-746C-BAFA-590D-893A50B06EEF}"/>
          </ac:picMkLst>
        </pc:picChg>
        <pc:picChg chg="add del mod">
          <ac:chgData name="Takamichi Asai" userId="3b5f7fad-e636-4c8e-833d-1467cd4f12a3" providerId="ADAL" clId="{2A663872-BA5B-4A08-84BE-EED75D43575C}" dt="2026-06-01T09:34:15.881" v="3522" actId="478"/>
          <ac:picMkLst>
            <pc:docMk/>
            <pc:sldMk cId="2011458019" sldId="267"/>
            <ac:picMk id="30" creationId="{24286AEF-6DB4-F8DE-B85D-28E8BA84B5E8}"/>
          </ac:picMkLst>
        </pc:picChg>
        <pc:picChg chg="add del mod">
          <ac:chgData name="Takamichi Asai" userId="3b5f7fad-e636-4c8e-833d-1467cd4f12a3" providerId="ADAL" clId="{2A663872-BA5B-4A08-84BE-EED75D43575C}" dt="2026-06-01T09:45:43.634" v="4092" actId="478"/>
          <ac:picMkLst>
            <pc:docMk/>
            <pc:sldMk cId="2011458019" sldId="267"/>
            <ac:picMk id="33" creationId="{4804ED25-D642-0CDA-A7E5-78F5BA84529E}"/>
          </ac:picMkLst>
        </pc:picChg>
        <pc:picChg chg="add del mod">
          <ac:chgData name="Takamichi Asai" userId="3b5f7fad-e636-4c8e-833d-1467cd4f12a3" providerId="ADAL" clId="{2A663872-BA5B-4A08-84BE-EED75D43575C}" dt="2026-06-01T09:38:27.804" v="3782" actId="478"/>
          <ac:picMkLst>
            <pc:docMk/>
            <pc:sldMk cId="2011458019" sldId="267"/>
            <ac:picMk id="35" creationId="{363BC887-BB49-B6F1-F4D6-CA8A32F27E3F}"/>
          </ac:picMkLst>
        </pc:picChg>
        <pc:picChg chg="add del mod">
          <ac:chgData name="Takamichi Asai" userId="3b5f7fad-e636-4c8e-833d-1467cd4f12a3" providerId="ADAL" clId="{2A663872-BA5B-4A08-84BE-EED75D43575C}" dt="2026-06-01T09:46:17.379" v="4101" actId="478"/>
          <ac:picMkLst>
            <pc:docMk/>
            <pc:sldMk cId="2011458019" sldId="267"/>
            <ac:picMk id="38" creationId="{3AEEB6BB-EF4C-68E0-4123-498C07177778}"/>
          </ac:picMkLst>
        </pc:picChg>
        <pc:picChg chg="add mod">
          <ac:chgData name="Takamichi Asai" userId="3b5f7fad-e636-4c8e-833d-1467cd4f12a3" providerId="ADAL" clId="{2A663872-BA5B-4A08-84BE-EED75D43575C}" dt="2026-06-01T09:46:04.656" v="4099" actId="14100"/>
          <ac:picMkLst>
            <pc:docMk/>
            <pc:sldMk cId="2011458019" sldId="267"/>
            <ac:picMk id="41" creationId="{FA0BB3A4-2FEF-3B72-94B0-7466C59EF90D}"/>
          </ac:picMkLst>
        </pc:picChg>
        <pc:picChg chg="add mod">
          <ac:chgData name="Takamichi Asai" userId="3b5f7fad-e636-4c8e-833d-1467cd4f12a3" providerId="ADAL" clId="{2A663872-BA5B-4A08-84BE-EED75D43575C}" dt="2026-06-01T09:50:01.408" v="4109" actId="1076"/>
          <ac:picMkLst>
            <pc:docMk/>
            <pc:sldMk cId="2011458019" sldId="267"/>
            <ac:picMk id="43" creationId="{363D9640-608F-CD46-B73E-9A06A92CAF12}"/>
          </ac:picMkLst>
        </pc:picChg>
      </pc:sldChg>
      <pc:sldChg chg="addSp delSp modSp new mod">
        <pc:chgData name="Takamichi Asai" userId="3b5f7fad-e636-4c8e-833d-1467cd4f12a3" providerId="ADAL" clId="{2A663872-BA5B-4A08-84BE-EED75D43575C}" dt="2026-06-01T11:02:24.760" v="4237" actId="208"/>
        <pc:sldMkLst>
          <pc:docMk/>
          <pc:sldMk cId="2414805417" sldId="268"/>
        </pc:sldMkLst>
        <pc:spChg chg="add mod">
          <ac:chgData name="Takamichi Asai" userId="3b5f7fad-e636-4c8e-833d-1467cd4f12a3" providerId="ADAL" clId="{2A663872-BA5B-4A08-84BE-EED75D43575C}" dt="2026-06-01T10:06:12.303" v="4214" actId="14100"/>
          <ac:spMkLst>
            <pc:docMk/>
            <pc:sldMk cId="2414805417" sldId="268"/>
            <ac:spMk id="8" creationId="{874DB423-87A1-B07E-DE93-367F605B3BD0}"/>
          </ac:spMkLst>
        </pc:spChg>
        <pc:spChg chg="add mod">
          <ac:chgData name="Takamichi Asai" userId="3b5f7fad-e636-4c8e-833d-1467cd4f12a3" providerId="ADAL" clId="{2A663872-BA5B-4A08-84BE-EED75D43575C}" dt="2026-06-01T10:06:21.710" v="4215" actId="14100"/>
          <ac:spMkLst>
            <pc:docMk/>
            <pc:sldMk cId="2414805417" sldId="268"/>
            <ac:spMk id="9" creationId="{2EEAE46E-5232-36A1-7F3D-BD3D353996C5}"/>
          </ac:spMkLst>
        </pc:spChg>
        <pc:spChg chg="add mod">
          <ac:chgData name="Takamichi Asai" userId="3b5f7fad-e636-4c8e-833d-1467cd4f12a3" providerId="ADAL" clId="{2A663872-BA5B-4A08-84BE-EED75D43575C}" dt="2026-06-01T10:06:32.757" v="4217" actId="14100"/>
          <ac:spMkLst>
            <pc:docMk/>
            <pc:sldMk cId="2414805417" sldId="268"/>
            <ac:spMk id="10" creationId="{729C87C9-4F93-6997-4C22-F301E3A9BEE2}"/>
          </ac:spMkLst>
        </pc:spChg>
        <pc:spChg chg="add mod">
          <ac:chgData name="Takamichi Asai" userId="3b5f7fad-e636-4c8e-833d-1467cd4f12a3" providerId="ADAL" clId="{2A663872-BA5B-4A08-84BE-EED75D43575C}" dt="2026-06-01T10:06:40.024" v="4220" actId="14100"/>
          <ac:spMkLst>
            <pc:docMk/>
            <pc:sldMk cId="2414805417" sldId="268"/>
            <ac:spMk id="11" creationId="{DB616B07-B5CE-4D59-5DC5-22B93B23F7BB}"/>
          </ac:spMkLst>
        </pc:spChg>
        <pc:grpChg chg="add mod">
          <ac:chgData name="Takamichi Asai" userId="3b5f7fad-e636-4c8e-833d-1467cd4f12a3" providerId="ADAL" clId="{2A663872-BA5B-4A08-84BE-EED75D43575C}" dt="2026-06-01T10:52:14.640" v="4236" actId="164"/>
          <ac:grpSpMkLst>
            <pc:docMk/>
            <pc:sldMk cId="2414805417" sldId="268"/>
            <ac:grpSpMk id="2" creationId="{F14397CF-AEA7-9028-F38A-A6A67C3FA304}"/>
          </ac:grpSpMkLst>
        </pc:grpChg>
        <pc:grpChg chg="add mod ord">
          <ac:chgData name="Takamichi Asai" userId="3b5f7fad-e636-4c8e-833d-1467cd4f12a3" providerId="ADAL" clId="{2A663872-BA5B-4A08-84BE-EED75D43575C}" dt="2026-06-01T10:52:14.640" v="4236" actId="164"/>
          <ac:grpSpMkLst>
            <pc:docMk/>
            <pc:sldMk cId="2414805417" sldId="268"/>
            <ac:grpSpMk id="12" creationId="{5AE2E430-94C2-6CAB-913C-32F687E83327}"/>
          </ac:grpSpMkLst>
        </pc:grpChg>
        <pc:picChg chg="add mod">
          <ac:chgData name="Takamichi Asai" userId="3b5f7fad-e636-4c8e-833d-1467cd4f12a3" providerId="ADAL" clId="{2A663872-BA5B-4A08-84BE-EED75D43575C}" dt="2026-06-01T09:58:45.625" v="4158" actId="164"/>
          <ac:picMkLst>
            <pc:docMk/>
            <pc:sldMk cId="2414805417" sldId="268"/>
            <ac:picMk id="3" creationId="{4459CC01-435C-E3F2-5B66-ACF69057A1E2}"/>
          </ac:picMkLst>
        </pc:picChg>
        <pc:picChg chg="add mod">
          <ac:chgData name="Takamichi Asai" userId="3b5f7fad-e636-4c8e-833d-1467cd4f12a3" providerId="ADAL" clId="{2A663872-BA5B-4A08-84BE-EED75D43575C}" dt="2026-06-01T11:02:24.760" v="4237" actId="208"/>
          <ac:picMkLst>
            <pc:docMk/>
            <pc:sldMk cId="2414805417" sldId="268"/>
            <ac:picMk id="4" creationId="{FBA09D22-E5C2-8CF1-B3EB-7278C1B4B6A3}"/>
          </ac:picMkLst>
        </pc:picChg>
        <pc:picChg chg="add del mod">
          <ac:chgData name="Takamichi Asai" userId="3b5f7fad-e636-4c8e-833d-1467cd4f12a3" providerId="ADAL" clId="{2A663872-BA5B-4A08-84BE-EED75D43575C}" dt="2026-06-01T10:06:28.340" v="4216" actId="21"/>
          <ac:picMkLst>
            <pc:docMk/>
            <pc:sldMk cId="2414805417" sldId="268"/>
            <ac:picMk id="5" creationId="{BDC887A9-EBC2-D9A2-3A58-676BD369B9EF}"/>
          </ac:picMkLst>
        </pc:picChg>
        <pc:picChg chg="add mod">
          <ac:chgData name="Takamichi Asai" userId="3b5f7fad-e636-4c8e-833d-1467cd4f12a3" providerId="ADAL" clId="{2A663872-BA5B-4A08-84BE-EED75D43575C}" dt="2026-06-01T11:02:24.760" v="4237" actId="208"/>
          <ac:picMkLst>
            <pc:docMk/>
            <pc:sldMk cId="2414805417" sldId="268"/>
            <ac:picMk id="6" creationId="{87104565-295E-E465-98D8-AE583E4A2AF5}"/>
          </ac:picMkLst>
        </pc:picChg>
        <pc:picChg chg="add del mod">
          <ac:chgData name="Takamichi Asai" userId="3b5f7fad-e636-4c8e-833d-1467cd4f12a3" providerId="ADAL" clId="{2A663872-BA5B-4A08-84BE-EED75D43575C}" dt="2026-06-01T10:06:36.452" v="4219" actId="21"/>
          <ac:picMkLst>
            <pc:docMk/>
            <pc:sldMk cId="2414805417" sldId="268"/>
            <ac:picMk id="7" creationId="{AB557D90-1DEB-9DC1-4934-6A6D036AC624}"/>
          </ac:picMkLst>
        </pc:picChg>
        <pc:picChg chg="add mod">
          <ac:chgData name="Takamichi Asai" userId="3b5f7fad-e636-4c8e-833d-1467cd4f12a3" providerId="ADAL" clId="{2A663872-BA5B-4A08-84BE-EED75D43575C}" dt="2026-06-01T10:52:14.640" v="4236" actId="164"/>
          <ac:picMkLst>
            <pc:docMk/>
            <pc:sldMk cId="2414805417" sldId="268"/>
            <ac:picMk id="13" creationId="{EAAA84F5-7F57-3476-B368-71BB1C46DC4B}"/>
          </ac:picMkLst>
        </pc:picChg>
        <pc:picChg chg="add mod">
          <ac:chgData name="Takamichi Asai" userId="3b5f7fad-e636-4c8e-833d-1467cd4f12a3" providerId="ADAL" clId="{2A663872-BA5B-4A08-84BE-EED75D43575C}" dt="2026-06-01T11:02:24.760" v="4237" actId="208"/>
          <ac:picMkLst>
            <pc:docMk/>
            <pc:sldMk cId="2414805417" sldId="268"/>
            <ac:picMk id="14" creationId="{BDC887A9-EBC2-D9A2-3A58-676BD369B9EF}"/>
          </ac:picMkLst>
        </pc:picChg>
        <pc:picChg chg="add mod">
          <ac:chgData name="Takamichi Asai" userId="3b5f7fad-e636-4c8e-833d-1467cd4f12a3" providerId="ADAL" clId="{2A663872-BA5B-4A08-84BE-EED75D43575C}" dt="2026-06-01T11:02:24.760" v="4237" actId="208"/>
          <ac:picMkLst>
            <pc:docMk/>
            <pc:sldMk cId="2414805417" sldId="268"/>
            <ac:picMk id="15" creationId="{AB557D90-1DEB-9DC1-4934-6A6D036AC624}"/>
          </ac:picMkLst>
        </pc:picChg>
      </pc:sldChg>
      <pc:sldChg chg="addSp modSp new mod">
        <pc:chgData name="Takamichi Asai" userId="3b5f7fad-e636-4c8e-833d-1467cd4f12a3" providerId="ADAL" clId="{2A663872-BA5B-4A08-84BE-EED75D43575C}" dt="2026-06-01T10:52:05.560" v="4235" actId="164"/>
        <pc:sldMkLst>
          <pc:docMk/>
          <pc:sldMk cId="501644453" sldId="269"/>
        </pc:sldMkLst>
        <pc:spChg chg="add mod">
          <ac:chgData name="Takamichi Asai" userId="3b5f7fad-e636-4c8e-833d-1467cd4f12a3" providerId="ADAL" clId="{2A663872-BA5B-4A08-84BE-EED75D43575C}" dt="2026-06-01T10:52:05.560" v="4235" actId="164"/>
          <ac:spMkLst>
            <pc:docMk/>
            <pc:sldMk cId="501644453" sldId="269"/>
            <ac:spMk id="4" creationId="{B24833D6-549B-37CA-31EC-D71FC1743277}"/>
          </ac:spMkLst>
        </pc:spChg>
        <pc:spChg chg="add mod">
          <ac:chgData name="Takamichi Asai" userId="3b5f7fad-e636-4c8e-833d-1467cd4f12a3" providerId="ADAL" clId="{2A663872-BA5B-4A08-84BE-EED75D43575C}" dt="2026-06-01T10:52:05.560" v="4235" actId="164"/>
          <ac:spMkLst>
            <pc:docMk/>
            <pc:sldMk cId="501644453" sldId="269"/>
            <ac:spMk id="5" creationId="{DC7ABE22-DC7D-9CF7-AB96-F17EB83CAD1E}"/>
          </ac:spMkLst>
        </pc:spChg>
        <pc:spChg chg="mod">
          <ac:chgData name="Takamichi Asai" userId="3b5f7fad-e636-4c8e-833d-1467cd4f12a3" providerId="ADAL" clId="{2A663872-BA5B-4A08-84BE-EED75D43575C}" dt="2026-06-01T10:04:05.757" v="4198"/>
          <ac:spMkLst>
            <pc:docMk/>
            <pc:sldMk cId="501644453" sldId="269"/>
            <ac:spMk id="12" creationId="{E89CE281-E703-B712-B89B-BA31050792AF}"/>
          </ac:spMkLst>
        </pc:spChg>
        <pc:spChg chg="mod">
          <ac:chgData name="Takamichi Asai" userId="3b5f7fad-e636-4c8e-833d-1467cd4f12a3" providerId="ADAL" clId="{2A663872-BA5B-4A08-84BE-EED75D43575C}" dt="2026-06-01T10:04:05.757" v="4198"/>
          <ac:spMkLst>
            <pc:docMk/>
            <pc:sldMk cId="501644453" sldId="269"/>
            <ac:spMk id="13" creationId="{E7F563CE-C45F-335F-1903-CF1B1E62874E}"/>
          </ac:spMkLst>
        </pc:spChg>
        <pc:spChg chg="mod">
          <ac:chgData name="Takamichi Asai" userId="3b5f7fad-e636-4c8e-833d-1467cd4f12a3" providerId="ADAL" clId="{2A663872-BA5B-4A08-84BE-EED75D43575C}" dt="2026-06-01T10:04:05.757" v="4198"/>
          <ac:spMkLst>
            <pc:docMk/>
            <pc:sldMk cId="501644453" sldId="269"/>
            <ac:spMk id="14" creationId="{99429C8A-D168-9E7C-B3B2-98141D16300A}"/>
          </ac:spMkLst>
        </pc:spChg>
        <pc:spChg chg="add mod">
          <ac:chgData name="Takamichi Asai" userId="3b5f7fad-e636-4c8e-833d-1467cd4f12a3" providerId="ADAL" clId="{2A663872-BA5B-4A08-84BE-EED75D43575C}" dt="2026-06-01T10:52:05.560" v="4235" actId="164"/>
          <ac:spMkLst>
            <pc:docMk/>
            <pc:sldMk cId="501644453" sldId="269"/>
            <ac:spMk id="24" creationId="{BDAFFAE8-FAE3-9634-E09A-AB3AD7DA7165}"/>
          </ac:spMkLst>
        </pc:spChg>
        <pc:grpChg chg="add mod">
          <ac:chgData name="Takamichi Asai" userId="3b5f7fad-e636-4c8e-833d-1467cd4f12a3" providerId="ADAL" clId="{2A663872-BA5B-4A08-84BE-EED75D43575C}" dt="2026-06-01T10:52:05.560" v="4235" actId="164"/>
          <ac:grpSpMkLst>
            <pc:docMk/>
            <pc:sldMk cId="501644453" sldId="269"/>
            <ac:grpSpMk id="2" creationId="{717E0518-1619-6A2D-6D52-249502CDCB58}"/>
          </ac:grpSpMkLst>
        </pc:grpChg>
        <pc:grpChg chg="add mod">
          <ac:chgData name="Takamichi Asai" userId="3b5f7fad-e636-4c8e-833d-1467cd4f12a3" providerId="ADAL" clId="{2A663872-BA5B-4A08-84BE-EED75D43575C}" dt="2026-06-01T10:52:05.560" v="4235" actId="164"/>
          <ac:grpSpMkLst>
            <pc:docMk/>
            <pc:sldMk cId="501644453" sldId="269"/>
            <ac:grpSpMk id="6" creationId="{074AD783-0B56-A329-9F1A-B29DC36EBA8D}"/>
          </ac:grpSpMkLst>
        </pc:grpChg>
        <pc:grpChg chg="add mod">
          <ac:chgData name="Takamichi Asai" userId="3b5f7fad-e636-4c8e-833d-1467cd4f12a3" providerId="ADAL" clId="{2A663872-BA5B-4A08-84BE-EED75D43575C}" dt="2026-06-01T10:52:05.560" v="4235" actId="164"/>
          <ac:grpSpMkLst>
            <pc:docMk/>
            <pc:sldMk cId="501644453" sldId="269"/>
            <ac:grpSpMk id="10" creationId="{818BACC8-9E4B-4B17-065B-C66EDA0AF7E7}"/>
          </ac:grpSpMkLst>
        </pc:grpChg>
        <pc:grpChg chg="add mod ord">
          <ac:chgData name="Takamichi Asai" userId="3b5f7fad-e636-4c8e-833d-1467cd4f12a3" providerId="ADAL" clId="{2A663872-BA5B-4A08-84BE-EED75D43575C}" dt="2026-06-01T10:52:05.560" v="4235" actId="164"/>
          <ac:grpSpMkLst>
            <pc:docMk/>
            <pc:sldMk cId="501644453" sldId="269"/>
            <ac:grpSpMk id="15" creationId="{5E36D2AF-1388-4280-B2D0-0C1DFDB4D68A}"/>
          </ac:grpSpMkLst>
        </pc:grpChg>
        <pc:grpChg chg="mod">
          <ac:chgData name="Takamichi Asai" userId="3b5f7fad-e636-4c8e-833d-1467cd4f12a3" providerId="ADAL" clId="{2A663872-BA5B-4A08-84BE-EED75D43575C}" dt="2026-06-01T10:05:05.803" v="4200"/>
          <ac:grpSpMkLst>
            <pc:docMk/>
            <pc:sldMk cId="501644453" sldId="269"/>
            <ac:grpSpMk id="17" creationId="{0AE7DD66-EC2C-0BF1-53FB-9C074D5A57E4}"/>
          </ac:grpSpMkLst>
        </pc:grpChg>
        <pc:grpChg chg="add mod">
          <ac:chgData name="Takamichi Asai" userId="3b5f7fad-e636-4c8e-833d-1467cd4f12a3" providerId="ADAL" clId="{2A663872-BA5B-4A08-84BE-EED75D43575C}" dt="2026-06-01T10:05:19.516" v="4203" actId="571"/>
          <ac:grpSpMkLst>
            <pc:docMk/>
            <pc:sldMk cId="501644453" sldId="269"/>
            <ac:grpSpMk id="20" creationId="{44CC76D6-C4B4-C7AC-CAF6-72574A8B6461}"/>
          </ac:grpSpMkLst>
        </pc:grpChg>
        <pc:picChg chg="add mod">
          <ac:chgData name="Takamichi Asai" userId="3b5f7fad-e636-4c8e-833d-1467cd4f12a3" providerId="ADAL" clId="{2A663872-BA5B-4A08-84BE-EED75D43575C}" dt="2026-06-01T10:52:05.560" v="4235" actId="164"/>
          <ac:picMkLst>
            <pc:docMk/>
            <pc:sldMk cId="501644453" sldId="269"/>
            <ac:picMk id="3" creationId="{4A3A08E8-65B9-038B-CAEB-FD56DE7FA0B0}"/>
          </ac:picMkLst>
        </pc:picChg>
        <pc:picChg chg="mod">
          <ac:chgData name="Takamichi Asai" userId="3b5f7fad-e636-4c8e-833d-1467cd4f12a3" providerId="ADAL" clId="{2A663872-BA5B-4A08-84BE-EED75D43575C}" dt="2026-06-01T10:03:27.496" v="4194"/>
          <ac:picMkLst>
            <pc:docMk/>
            <pc:sldMk cId="501644453" sldId="269"/>
            <ac:picMk id="7" creationId="{FE89297B-6B08-593D-F430-76522A93F0AE}"/>
          </ac:picMkLst>
        </pc:picChg>
        <pc:picChg chg="mod">
          <ac:chgData name="Takamichi Asai" userId="3b5f7fad-e636-4c8e-833d-1467cd4f12a3" providerId="ADAL" clId="{2A663872-BA5B-4A08-84BE-EED75D43575C}" dt="2026-06-01T10:03:27.496" v="4194"/>
          <ac:picMkLst>
            <pc:docMk/>
            <pc:sldMk cId="501644453" sldId="269"/>
            <ac:picMk id="8" creationId="{51D5819B-796D-4D94-1750-E6ED670EA60D}"/>
          </ac:picMkLst>
        </pc:picChg>
        <pc:picChg chg="mod">
          <ac:chgData name="Takamichi Asai" userId="3b5f7fad-e636-4c8e-833d-1467cd4f12a3" providerId="ADAL" clId="{2A663872-BA5B-4A08-84BE-EED75D43575C}" dt="2026-06-01T10:03:27.496" v="4194"/>
          <ac:picMkLst>
            <pc:docMk/>
            <pc:sldMk cId="501644453" sldId="269"/>
            <ac:picMk id="9" creationId="{365BA237-0BD8-CD15-1277-9604AC75E6A4}"/>
          </ac:picMkLst>
        </pc:picChg>
        <pc:picChg chg="mod">
          <ac:chgData name="Takamichi Asai" userId="3b5f7fad-e636-4c8e-833d-1467cd4f12a3" providerId="ADAL" clId="{2A663872-BA5B-4A08-84BE-EED75D43575C}" dt="2026-06-01T10:04:05.757" v="4198"/>
          <ac:picMkLst>
            <pc:docMk/>
            <pc:sldMk cId="501644453" sldId="269"/>
            <ac:picMk id="11" creationId="{A863D090-4E67-49C2-93BF-E1F2BB40C00F}"/>
          </ac:picMkLst>
        </pc:picChg>
        <pc:picChg chg="mod">
          <ac:chgData name="Takamichi Asai" userId="3b5f7fad-e636-4c8e-833d-1467cd4f12a3" providerId="ADAL" clId="{2A663872-BA5B-4A08-84BE-EED75D43575C}" dt="2026-06-01T10:05:05.803" v="4200"/>
          <ac:picMkLst>
            <pc:docMk/>
            <pc:sldMk cId="501644453" sldId="269"/>
            <ac:picMk id="16" creationId="{A04E2448-506F-E136-40C2-87760045F8E2}"/>
          </ac:picMkLst>
        </pc:picChg>
        <pc:picChg chg="mod">
          <ac:chgData name="Takamichi Asai" userId="3b5f7fad-e636-4c8e-833d-1467cd4f12a3" providerId="ADAL" clId="{2A663872-BA5B-4A08-84BE-EED75D43575C}" dt="2026-06-01T10:05:05.803" v="4200"/>
          <ac:picMkLst>
            <pc:docMk/>
            <pc:sldMk cId="501644453" sldId="269"/>
            <ac:picMk id="18" creationId="{AE5AD5CB-F198-E2D8-4E47-33466B7EB418}"/>
          </ac:picMkLst>
        </pc:picChg>
        <pc:picChg chg="mod">
          <ac:chgData name="Takamichi Asai" userId="3b5f7fad-e636-4c8e-833d-1467cd4f12a3" providerId="ADAL" clId="{2A663872-BA5B-4A08-84BE-EED75D43575C}" dt="2026-06-01T10:05:05.803" v="4200"/>
          <ac:picMkLst>
            <pc:docMk/>
            <pc:sldMk cId="501644453" sldId="269"/>
            <ac:picMk id="19" creationId="{CD9CF620-93D1-D0B8-A068-FF1AFCDF01C3}"/>
          </ac:picMkLst>
        </pc:picChg>
        <pc:picChg chg="mod">
          <ac:chgData name="Takamichi Asai" userId="3b5f7fad-e636-4c8e-833d-1467cd4f12a3" providerId="ADAL" clId="{2A663872-BA5B-4A08-84BE-EED75D43575C}" dt="2026-06-01T10:05:19.516" v="4203" actId="571"/>
          <ac:picMkLst>
            <pc:docMk/>
            <pc:sldMk cId="501644453" sldId="269"/>
            <ac:picMk id="21" creationId="{B8721C63-FC9B-51F0-D122-84C2F832A4CA}"/>
          </ac:picMkLst>
        </pc:picChg>
        <pc:picChg chg="mod">
          <ac:chgData name="Takamichi Asai" userId="3b5f7fad-e636-4c8e-833d-1467cd4f12a3" providerId="ADAL" clId="{2A663872-BA5B-4A08-84BE-EED75D43575C}" dt="2026-06-01T10:05:19.516" v="4203" actId="571"/>
          <ac:picMkLst>
            <pc:docMk/>
            <pc:sldMk cId="501644453" sldId="269"/>
            <ac:picMk id="22" creationId="{AC1C6AB9-31B9-C261-8DB5-413E51A4A2E8}"/>
          </ac:picMkLst>
        </pc:picChg>
        <pc:picChg chg="mod">
          <ac:chgData name="Takamichi Asai" userId="3b5f7fad-e636-4c8e-833d-1467cd4f12a3" providerId="ADAL" clId="{2A663872-BA5B-4A08-84BE-EED75D43575C}" dt="2026-06-01T10:05:19.516" v="4203" actId="571"/>
          <ac:picMkLst>
            <pc:docMk/>
            <pc:sldMk cId="501644453" sldId="269"/>
            <ac:picMk id="23" creationId="{CF5782F7-9C85-3AFC-077F-CD70868B407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9D66A-2526-4FC1-89B3-0D05722C13AE}" type="datetimeFigureOut">
              <a:rPr kumimoji="1" lang="ja-JP" altLang="en-US" smtClean="0"/>
              <a:t>2026/6/1</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39F1C-8E04-474D-A6ED-5359B72CC8AF}" type="slidenum">
              <a:rPr kumimoji="1" lang="ja-JP" altLang="en-US" smtClean="0"/>
              <a:t>‹#›</a:t>
            </a:fld>
            <a:endParaRPr kumimoji="1" lang="ja-JP" altLang="en-US"/>
          </a:p>
        </p:txBody>
      </p:sp>
    </p:spTree>
    <p:extLst>
      <p:ext uri="{BB962C8B-B14F-4D97-AF65-F5344CB8AC3E}">
        <p14:creationId xmlns:p14="http://schemas.microsoft.com/office/powerpoint/2010/main" val="13892085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4455D-BDC5-67ED-F82A-463E4F02FBA3}"/>
              </a:ext>
            </a:extLst>
          </p:cNvPr>
          <p:cNvSpPr>
            <a:spLocks noGrp="1"/>
          </p:cNvSpPr>
          <p:nvPr>
            <p:ph type="ctrTitle"/>
          </p:nvPr>
        </p:nvSpPr>
        <p:spPr>
          <a:xfrm>
            <a:off x="1524000" y="1122363"/>
            <a:ext cx="9144000" cy="2387600"/>
          </a:xfrm>
        </p:spPr>
        <p:txBody>
          <a:bodyPr anchor="b"/>
          <a:lstStyle>
            <a:lvl1pPr algn="ctr">
              <a:defRPr sz="6000"/>
            </a:lvl1pPr>
          </a:lstStyle>
          <a:p>
            <a:r>
              <a:rPr kumimoji="1" lang="en-US" altLang="ja-JP"/>
              <a:t>Click to edit Master title style</a:t>
            </a:r>
            <a:endParaRPr kumimoji="1" lang="ja-JP" altLang="en-US"/>
          </a:p>
        </p:txBody>
      </p:sp>
      <p:sp>
        <p:nvSpPr>
          <p:cNvPr id="3" name="Subtitle 2">
            <a:extLst>
              <a:ext uri="{FF2B5EF4-FFF2-40B4-BE49-F238E27FC236}">
                <a16:creationId xmlns:a16="http://schemas.microsoft.com/office/drawing/2014/main" id="{87C4006C-16DA-913D-BF38-80F99A627A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a:t>Click to edit Master subtitle style</a:t>
            </a:r>
            <a:endParaRPr kumimoji="1" lang="ja-JP" altLang="en-US"/>
          </a:p>
        </p:txBody>
      </p:sp>
      <p:sp>
        <p:nvSpPr>
          <p:cNvPr id="4" name="Date Placeholder 3">
            <a:extLst>
              <a:ext uri="{FF2B5EF4-FFF2-40B4-BE49-F238E27FC236}">
                <a16:creationId xmlns:a16="http://schemas.microsoft.com/office/drawing/2014/main" id="{305A404D-72FB-9A05-F327-432885B133D3}"/>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E481C852-7027-FF48-3202-C24F01B47410}"/>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73F68EC8-9A67-E29F-A859-E61F2AC6CCFA}"/>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1061846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3157B-FAA5-B0A1-90D7-5D50ACA112B5}"/>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A452086D-E41B-D3AD-F226-1D4F6C680F52}"/>
              </a:ext>
            </a:extLst>
          </p:cNvPr>
          <p:cNvSpPr>
            <a:spLocks noGrp="1"/>
          </p:cNvSpPr>
          <p:nvPr>
            <p:ph idx="1"/>
          </p:nvPr>
        </p:nvSpPr>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E941D263-AD34-07E9-849F-E48950082F13}"/>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8C23B743-5D65-B7BC-405C-A8C0F71CCF42}"/>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CBC39E60-8C7E-5215-033A-57BFB236A771}"/>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119598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B170-4469-E74E-681E-E6CFAE545637}"/>
              </a:ext>
            </a:extLst>
          </p:cNvPr>
          <p:cNvSpPr>
            <a:spLocks noGrp="1"/>
          </p:cNvSpPr>
          <p:nvPr>
            <p:ph type="title"/>
          </p:nvPr>
        </p:nvSpPr>
        <p:spPr>
          <a:xfrm>
            <a:off x="831850" y="1709738"/>
            <a:ext cx="10515600" cy="2852737"/>
          </a:xfrm>
        </p:spPr>
        <p:txBody>
          <a:bodyPr anchor="b"/>
          <a:lstStyle>
            <a:lvl1pPr>
              <a:defRPr sz="6000"/>
            </a:lvl1p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8D8D6B2A-2FC7-112E-ECD7-2A643FB98B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en-US" altLang="ja-JP"/>
              <a:t>Click to edit Master text styles</a:t>
            </a:r>
          </a:p>
        </p:txBody>
      </p:sp>
      <p:sp>
        <p:nvSpPr>
          <p:cNvPr id="4" name="Date Placeholder 3">
            <a:extLst>
              <a:ext uri="{FF2B5EF4-FFF2-40B4-BE49-F238E27FC236}">
                <a16:creationId xmlns:a16="http://schemas.microsoft.com/office/drawing/2014/main" id="{D7AAB06D-DED3-1EFE-23E5-D4B73B9A1963}"/>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6EE318DE-C424-BAC3-68CE-18FFCD943221}"/>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1B7F7F31-AF06-E8A6-6249-0A1D3BDD62C8}"/>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331490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9D7C7-758C-0C45-3F46-AA30E2F808C4}"/>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5D51C5A1-1851-BB9C-9A0B-F381A21518B9}"/>
              </a:ext>
            </a:extLst>
          </p:cNvPr>
          <p:cNvSpPr>
            <a:spLocks noGrp="1"/>
          </p:cNvSpPr>
          <p:nvPr>
            <p:ph sz="half" idx="1"/>
          </p:nvPr>
        </p:nvSpPr>
        <p:spPr>
          <a:xfrm>
            <a:off x="838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Content Placeholder 3">
            <a:extLst>
              <a:ext uri="{FF2B5EF4-FFF2-40B4-BE49-F238E27FC236}">
                <a16:creationId xmlns:a16="http://schemas.microsoft.com/office/drawing/2014/main" id="{6D9E3885-CB6C-D805-B981-1EC2E9E52848}"/>
              </a:ext>
            </a:extLst>
          </p:cNvPr>
          <p:cNvSpPr>
            <a:spLocks noGrp="1"/>
          </p:cNvSpPr>
          <p:nvPr>
            <p:ph sz="half" idx="2"/>
          </p:nvPr>
        </p:nvSpPr>
        <p:spPr>
          <a:xfrm>
            <a:off x="6172200" y="1825625"/>
            <a:ext cx="5181600" cy="435133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Date Placeholder 4">
            <a:extLst>
              <a:ext uri="{FF2B5EF4-FFF2-40B4-BE49-F238E27FC236}">
                <a16:creationId xmlns:a16="http://schemas.microsoft.com/office/drawing/2014/main" id="{9356DE1C-42D1-A8DA-5FB5-048D8A83C62F}"/>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6" name="Footer Placeholder 5">
            <a:extLst>
              <a:ext uri="{FF2B5EF4-FFF2-40B4-BE49-F238E27FC236}">
                <a16:creationId xmlns:a16="http://schemas.microsoft.com/office/drawing/2014/main" id="{ABD2E4B2-573E-EC82-451D-235D759E6451}"/>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B42DF2E1-1B14-FB05-CC3B-E98A62B1B3D3}"/>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1654521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03270-EAB0-6DEE-A4FF-7C8A15AB3ADC}"/>
              </a:ext>
            </a:extLst>
          </p:cNvPr>
          <p:cNvSpPr>
            <a:spLocks noGrp="1"/>
          </p:cNvSpPr>
          <p:nvPr>
            <p:ph type="title"/>
          </p:nvPr>
        </p:nvSpPr>
        <p:spPr>
          <a:xfrm>
            <a:off x="839788" y="365125"/>
            <a:ext cx="10515600" cy="1325563"/>
          </a:xfrm>
        </p:spPr>
        <p:txBody>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472D0614-C4EC-A353-628D-4451FED135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4" name="Content Placeholder 3">
            <a:extLst>
              <a:ext uri="{FF2B5EF4-FFF2-40B4-BE49-F238E27FC236}">
                <a16:creationId xmlns:a16="http://schemas.microsoft.com/office/drawing/2014/main" id="{3ADB5898-9802-1E7B-58B2-75BF1301FD43}"/>
              </a:ext>
            </a:extLst>
          </p:cNvPr>
          <p:cNvSpPr>
            <a:spLocks noGrp="1"/>
          </p:cNvSpPr>
          <p:nvPr>
            <p:ph sz="half" idx="2"/>
          </p:nvPr>
        </p:nvSpPr>
        <p:spPr>
          <a:xfrm>
            <a:off x="839788" y="2505075"/>
            <a:ext cx="5157787"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Text Placeholder 4">
            <a:extLst>
              <a:ext uri="{FF2B5EF4-FFF2-40B4-BE49-F238E27FC236}">
                <a16:creationId xmlns:a16="http://schemas.microsoft.com/office/drawing/2014/main" id="{A35279F8-34E4-847C-1A0F-7DFDAC7F8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Click to edit Master text styles</a:t>
            </a:r>
          </a:p>
        </p:txBody>
      </p:sp>
      <p:sp>
        <p:nvSpPr>
          <p:cNvPr id="6" name="Content Placeholder 5">
            <a:extLst>
              <a:ext uri="{FF2B5EF4-FFF2-40B4-BE49-F238E27FC236}">
                <a16:creationId xmlns:a16="http://schemas.microsoft.com/office/drawing/2014/main" id="{01C1045D-8DE3-2DF2-0156-34CD8675DAB2}"/>
              </a:ext>
            </a:extLst>
          </p:cNvPr>
          <p:cNvSpPr>
            <a:spLocks noGrp="1"/>
          </p:cNvSpPr>
          <p:nvPr>
            <p:ph sz="quarter" idx="4"/>
          </p:nvPr>
        </p:nvSpPr>
        <p:spPr>
          <a:xfrm>
            <a:off x="6172200" y="2505075"/>
            <a:ext cx="5183188" cy="3684588"/>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Date Placeholder 6">
            <a:extLst>
              <a:ext uri="{FF2B5EF4-FFF2-40B4-BE49-F238E27FC236}">
                <a16:creationId xmlns:a16="http://schemas.microsoft.com/office/drawing/2014/main" id="{93A511A3-D947-F6F3-CD1B-9614F10C2679}"/>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8" name="Footer Placeholder 7">
            <a:extLst>
              <a:ext uri="{FF2B5EF4-FFF2-40B4-BE49-F238E27FC236}">
                <a16:creationId xmlns:a16="http://schemas.microsoft.com/office/drawing/2014/main" id="{2206219D-ECEF-37CD-DAA2-91EB55858014}"/>
              </a:ext>
            </a:extLst>
          </p:cNvPr>
          <p:cNvSpPr>
            <a:spLocks noGrp="1"/>
          </p:cNvSpPr>
          <p:nvPr>
            <p:ph type="ftr" sz="quarter" idx="11"/>
          </p:nvPr>
        </p:nvSpPr>
        <p:spPr/>
        <p:txBody>
          <a:bodyPr/>
          <a:lstStyle/>
          <a:p>
            <a:endParaRPr kumimoji="1" lang="ja-JP" altLang="en-US"/>
          </a:p>
        </p:txBody>
      </p:sp>
      <p:sp>
        <p:nvSpPr>
          <p:cNvPr id="9" name="Slide Number Placeholder 8">
            <a:extLst>
              <a:ext uri="{FF2B5EF4-FFF2-40B4-BE49-F238E27FC236}">
                <a16:creationId xmlns:a16="http://schemas.microsoft.com/office/drawing/2014/main" id="{D77EEBCA-CA23-A7AB-9DB2-FE670E21D5AD}"/>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1437157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B16C2-BB7B-E472-F768-53E1755A07E6}"/>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Date Placeholder 2">
            <a:extLst>
              <a:ext uri="{FF2B5EF4-FFF2-40B4-BE49-F238E27FC236}">
                <a16:creationId xmlns:a16="http://schemas.microsoft.com/office/drawing/2014/main" id="{7E3F356F-0E9B-B40C-EA03-FA8F6AA4AF17}"/>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4" name="Footer Placeholder 3">
            <a:extLst>
              <a:ext uri="{FF2B5EF4-FFF2-40B4-BE49-F238E27FC236}">
                <a16:creationId xmlns:a16="http://schemas.microsoft.com/office/drawing/2014/main" id="{2071ED53-DCD6-9A08-DE30-E8859979A398}"/>
              </a:ext>
            </a:extLst>
          </p:cNvPr>
          <p:cNvSpPr>
            <a:spLocks noGrp="1"/>
          </p:cNvSpPr>
          <p:nvPr>
            <p:ph type="ftr" sz="quarter" idx="11"/>
          </p:nvPr>
        </p:nvSpPr>
        <p:spPr/>
        <p:txBody>
          <a:bodyPr/>
          <a:lstStyle/>
          <a:p>
            <a:endParaRPr kumimoji="1" lang="ja-JP" altLang="en-US"/>
          </a:p>
        </p:txBody>
      </p:sp>
      <p:sp>
        <p:nvSpPr>
          <p:cNvPr id="5" name="Slide Number Placeholder 4">
            <a:extLst>
              <a:ext uri="{FF2B5EF4-FFF2-40B4-BE49-F238E27FC236}">
                <a16:creationId xmlns:a16="http://schemas.microsoft.com/office/drawing/2014/main" id="{66BD5E12-1CCD-20C4-23D9-49F935A481AF}"/>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262751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6427F5-C726-CCAC-6912-A177DD936304}"/>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3" name="Footer Placeholder 2">
            <a:extLst>
              <a:ext uri="{FF2B5EF4-FFF2-40B4-BE49-F238E27FC236}">
                <a16:creationId xmlns:a16="http://schemas.microsoft.com/office/drawing/2014/main" id="{2E46F90B-11D5-C703-2BC6-DE9CD7731160}"/>
              </a:ext>
            </a:extLst>
          </p:cNvPr>
          <p:cNvSpPr>
            <a:spLocks noGrp="1"/>
          </p:cNvSpPr>
          <p:nvPr>
            <p:ph type="ftr" sz="quarter" idx="1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A53786FF-25BE-74EA-A52A-11A71EBA0ACA}"/>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2043492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E732-F6C6-BB8F-22B2-091D97C60776}"/>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Content Placeholder 2">
            <a:extLst>
              <a:ext uri="{FF2B5EF4-FFF2-40B4-BE49-F238E27FC236}">
                <a16:creationId xmlns:a16="http://schemas.microsoft.com/office/drawing/2014/main" id="{457C56E6-B61E-5FA6-2623-DE2024239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Text Placeholder 3">
            <a:extLst>
              <a:ext uri="{FF2B5EF4-FFF2-40B4-BE49-F238E27FC236}">
                <a16:creationId xmlns:a16="http://schemas.microsoft.com/office/drawing/2014/main" id="{DBBE465A-3FFC-E3F5-68EA-6A500896A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14D807B2-F5C1-5A48-CA9F-5103CD0D90AD}"/>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6" name="Footer Placeholder 5">
            <a:extLst>
              <a:ext uri="{FF2B5EF4-FFF2-40B4-BE49-F238E27FC236}">
                <a16:creationId xmlns:a16="http://schemas.microsoft.com/office/drawing/2014/main" id="{956E14D4-B616-4869-DCA9-4A9705A8467F}"/>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A4166B42-0C39-AB6C-A642-F3AB5CE294E7}"/>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4060877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DD640-2C8E-DBFC-A80A-65E03E9A93C2}"/>
              </a:ext>
            </a:extLst>
          </p:cNvPr>
          <p:cNvSpPr>
            <a:spLocks noGrp="1"/>
          </p:cNvSpPr>
          <p:nvPr>
            <p:ph type="title"/>
          </p:nvPr>
        </p:nvSpPr>
        <p:spPr>
          <a:xfrm>
            <a:off x="839788" y="457200"/>
            <a:ext cx="3932237" cy="1600200"/>
          </a:xfrm>
        </p:spPr>
        <p:txBody>
          <a:bodyPr anchor="b"/>
          <a:lstStyle>
            <a:lvl1pPr>
              <a:defRPr sz="3200"/>
            </a:lvl1pPr>
          </a:lstStyle>
          <a:p>
            <a:r>
              <a:rPr kumimoji="1" lang="en-US" altLang="ja-JP"/>
              <a:t>Click to edit Master title style</a:t>
            </a:r>
            <a:endParaRPr kumimoji="1" lang="ja-JP" altLang="en-US"/>
          </a:p>
        </p:txBody>
      </p:sp>
      <p:sp>
        <p:nvSpPr>
          <p:cNvPr id="3" name="Picture Placeholder 2">
            <a:extLst>
              <a:ext uri="{FF2B5EF4-FFF2-40B4-BE49-F238E27FC236}">
                <a16:creationId xmlns:a16="http://schemas.microsoft.com/office/drawing/2014/main" id="{91D0B822-23DC-1701-B9F0-62652A4759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Text Placeholder 3">
            <a:extLst>
              <a:ext uri="{FF2B5EF4-FFF2-40B4-BE49-F238E27FC236}">
                <a16:creationId xmlns:a16="http://schemas.microsoft.com/office/drawing/2014/main" id="{64093FED-B089-DA7C-B977-6F46A577B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a:t>Click to edit Master text styles</a:t>
            </a:r>
          </a:p>
        </p:txBody>
      </p:sp>
      <p:sp>
        <p:nvSpPr>
          <p:cNvPr id="5" name="Date Placeholder 4">
            <a:extLst>
              <a:ext uri="{FF2B5EF4-FFF2-40B4-BE49-F238E27FC236}">
                <a16:creationId xmlns:a16="http://schemas.microsoft.com/office/drawing/2014/main" id="{BEFFFDF7-63E8-A891-71B6-3484A32ACD3D}"/>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6" name="Footer Placeholder 5">
            <a:extLst>
              <a:ext uri="{FF2B5EF4-FFF2-40B4-BE49-F238E27FC236}">
                <a16:creationId xmlns:a16="http://schemas.microsoft.com/office/drawing/2014/main" id="{01061D88-1573-3604-4B2C-932C0FB3A8E4}"/>
              </a:ext>
            </a:extLst>
          </p:cNvPr>
          <p:cNvSpPr>
            <a:spLocks noGrp="1"/>
          </p:cNvSpPr>
          <p:nvPr>
            <p:ph type="ftr" sz="quarter" idx="11"/>
          </p:nvPr>
        </p:nvSpPr>
        <p:spPr/>
        <p:txBody>
          <a:bodyPr/>
          <a:lstStyle/>
          <a:p>
            <a:endParaRPr kumimoji="1" lang="ja-JP" altLang="en-US"/>
          </a:p>
        </p:txBody>
      </p:sp>
      <p:sp>
        <p:nvSpPr>
          <p:cNvPr id="7" name="Slide Number Placeholder 6">
            <a:extLst>
              <a:ext uri="{FF2B5EF4-FFF2-40B4-BE49-F238E27FC236}">
                <a16:creationId xmlns:a16="http://schemas.microsoft.com/office/drawing/2014/main" id="{F51E88E0-2BE3-24DB-EDDF-4C48396E9352}"/>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3007630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936E-2052-2136-D338-C27D0F9690B9}"/>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E2A41418-360C-08D9-CB33-CC2B13F618EA}"/>
              </a:ext>
            </a:extLst>
          </p:cNvPr>
          <p:cNvSpPr>
            <a:spLocks noGrp="1"/>
          </p:cNvSpPr>
          <p:nvPr>
            <p:ph type="body" orient="vert" idx="1"/>
          </p:nvPr>
        </p:nvSpPr>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A4C02F3C-ED0B-41A6-600B-60AD602CF011}"/>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B35066DC-4316-1202-5FCA-A896495C1321}"/>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00AAE3B0-93F9-7EC7-65AD-5F5A25319A01}"/>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2409061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DBA4C-0BD9-5498-56E5-44CA209AC5AE}"/>
              </a:ext>
            </a:extLst>
          </p:cNvPr>
          <p:cNvSpPr>
            <a:spLocks noGrp="1"/>
          </p:cNvSpPr>
          <p:nvPr>
            <p:ph type="title" orient="vert"/>
          </p:nvPr>
        </p:nvSpPr>
        <p:spPr>
          <a:xfrm>
            <a:off x="8724900" y="365125"/>
            <a:ext cx="2628900" cy="5811838"/>
          </a:xfrm>
        </p:spPr>
        <p:txBody>
          <a:bodyPr vert="eaVert"/>
          <a:lstStyle/>
          <a:p>
            <a:r>
              <a:rPr kumimoji="1" lang="en-US" altLang="ja-JP"/>
              <a:t>Click to edit Master title style</a:t>
            </a:r>
            <a:endParaRPr kumimoji="1" lang="ja-JP" altLang="en-US"/>
          </a:p>
        </p:txBody>
      </p:sp>
      <p:sp>
        <p:nvSpPr>
          <p:cNvPr id="3" name="Vertical Text Placeholder 2">
            <a:extLst>
              <a:ext uri="{FF2B5EF4-FFF2-40B4-BE49-F238E27FC236}">
                <a16:creationId xmlns:a16="http://schemas.microsoft.com/office/drawing/2014/main" id="{FD32B74D-4F1E-B9E7-D480-7D64FF8B5E4F}"/>
              </a:ext>
            </a:extLst>
          </p:cNvPr>
          <p:cNvSpPr>
            <a:spLocks noGrp="1"/>
          </p:cNvSpPr>
          <p:nvPr>
            <p:ph type="body" orient="vert" idx="1"/>
          </p:nvPr>
        </p:nvSpPr>
        <p:spPr>
          <a:xfrm>
            <a:off x="838200" y="365125"/>
            <a:ext cx="7734300" cy="5811838"/>
          </a:xfrm>
        </p:spPr>
        <p:txBody>
          <a:bodyPr vert="eaVert"/>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93395AD5-9C21-91B5-A768-AFF3DFACEA36}"/>
              </a:ext>
            </a:extLst>
          </p:cNvPr>
          <p:cNvSpPr>
            <a:spLocks noGrp="1"/>
          </p:cNvSpPr>
          <p:nvPr>
            <p:ph type="dt" sz="half" idx="10"/>
          </p:nvPr>
        </p:nvSpPr>
        <p:spPr/>
        <p:txBody>
          <a:body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1692B3AA-CBA0-6381-89AF-376C95B4A8A8}"/>
              </a:ext>
            </a:extLst>
          </p:cNvPr>
          <p:cNvSpPr>
            <a:spLocks noGrp="1"/>
          </p:cNvSpPr>
          <p:nvPr>
            <p:ph type="ftr" sz="quarter" idx="11"/>
          </p:nvPr>
        </p:nvSpPr>
        <p:spPr/>
        <p:txBody>
          <a:bodyPr/>
          <a:lstStyle/>
          <a:p>
            <a:endParaRPr kumimoji="1" lang="ja-JP" altLang="en-US"/>
          </a:p>
        </p:txBody>
      </p:sp>
      <p:sp>
        <p:nvSpPr>
          <p:cNvPr id="6" name="Slide Number Placeholder 5">
            <a:extLst>
              <a:ext uri="{FF2B5EF4-FFF2-40B4-BE49-F238E27FC236}">
                <a16:creationId xmlns:a16="http://schemas.microsoft.com/office/drawing/2014/main" id="{7CE32E04-42B1-BA36-441D-387AA6CC7C09}"/>
              </a:ext>
            </a:extLst>
          </p:cNvPr>
          <p:cNvSpPr>
            <a:spLocks noGrp="1"/>
          </p:cNvSpPr>
          <p:nvPr>
            <p:ph type="sldNum" sz="quarter" idx="12"/>
          </p:nvPr>
        </p:nvSpPr>
        <p:spPr/>
        <p:txBody>
          <a:body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1508741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E7D3CB-FCB1-00F3-C01A-E852F90CF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en-US" altLang="ja-JP"/>
              <a:t>Click to edit Master title style</a:t>
            </a:r>
            <a:endParaRPr kumimoji="1" lang="ja-JP" altLang="en-US"/>
          </a:p>
        </p:txBody>
      </p:sp>
      <p:sp>
        <p:nvSpPr>
          <p:cNvPr id="3" name="Text Placeholder 2">
            <a:extLst>
              <a:ext uri="{FF2B5EF4-FFF2-40B4-BE49-F238E27FC236}">
                <a16:creationId xmlns:a16="http://schemas.microsoft.com/office/drawing/2014/main" id="{480FB55E-D393-B455-205F-076CE17AA3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a:extLst>
              <a:ext uri="{FF2B5EF4-FFF2-40B4-BE49-F238E27FC236}">
                <a16:creationId xmlns:a16="http://schemas.microsoft.com/office/drawing/2014/main" id="{0EFD5A3C-D5FE-2994-EE8C-46EDCBA9B0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E79B65-5D6B-4729-97EE-BDFF2B52EAE5}" type="datetimeFigureOut">
              <a:rPr kumimoji="1" lang="ja-JP" altLang="en-US" smtClean="0"/>
              <a:t>2026/6/1</a:t>
            </a:fld>
            <a:endParaRPr kumimoji="1" lang="ja-JP" altLang="en-US"/>
          </a:p>
        </p:txBody>
      </p:sp>
      <p:sp>
        <p:nvSpPr>
          <p:cNvPr id="5" name="Footer Placeholder 4">
            <a:extLst>
              <a:ext uri="{FF2B5EF4-FFF2-40B4-BE49-F238E27FC236}">
                <a16:creationId xmlns:a16="http://schemas.microsoft.com/office/drawing/2014/main" id="{B20D5388-9652-5A2F-52A3-E0BE92B18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a:extLst>
              <a:ext uri="{FF2B5EF4-FFF2-40B4-BE49-F238E27FC236}">
                <a16:creationId xmlns:a16="http://schemas.microsoft.com/office/drawing/2014/main" id="{5F2AAFBB-0F5C-093B-1514-A53DB3BCA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841C9-C8A6-463B-8D9B-A65E865B5BD6}" type="slidenum">
              <a:rPr kumimoji="1" lang="ja-JP" altLang="en-US" smtClean="0"/>
              <a:t>‹#›</a:t>
            </a:fld>
            <a:endParaRPr kumimoji="1" lang="ja-JP" altLang="en-US"/>
          </a:p>
        </p:txBody>
      </p:sp>
    </p:spTree>
    <p:extLst>
      <p:ext uri="{BB962C8B-B14F-4D97-AF65-F5344CB8AC3E}">
        <p14:creationId xmlns:p14="http://schemas.microsoft.com/office/powerpoint/2010/main" val="268166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D82475-5603-8C6C-7870-30DD4C3E63FA}"/>
              </a:ext>
            </a:extLst>
          </p:cNvPr>
          <p:cNvSpPr txBox="1"/>
          <p:nvPr/>
        </p:nvSpPr>
        <p:spPr>
          <a:xfrm>
            <a:off x="580445" y="429370"/>
            <a:ext cx="4309607" cy="369332"/>
          </a:xfrm>
          <a:prstGeom prst="rect">
            <a:avLst/>
          </a:prstGeom>
          <a:noFill/>
        </p:spPr>
        <p:txBody>
          <a:bodyPr wrap="square" rtlCol="0">
            <a:spAutoFit/>
          </a:bodyPr>
          <a:lstStyle/>
          <a:p>
            <a:r>
              <a:rPr kumimoji="1" lang="ja-JP" altLang="en-US" dirty="0"/>
              <a:t>取扱説明書</a:t>
            </a:r>
          </a:p>
        </p:txBody>
      </p:sp>
      <p:pic>
        <p:nvPicPr>
          <p:cNvPr id="4" name="Picture 3">
            <a:extLst>
              <a:ext uri="{FF2B5EF4-FFF2-40B4-BE49-F238E27FC236}">
                <a16:creationId xmlns:a16="http://schemas.microsoft.com/office/drawing/2014/main" id="{1CE08612-12A9-FD81-5C8E-A2607145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1575879"/>
            <a:ext cx="4426085" cy="4426085"/>
          </a:xfrm>
          <a:prstGeom prst="rect">
            <a:avLst/>
          </a:prstGeom>
        </p:spPr>
      </p:pic>
      <p:pic>
        <p:nvPicPr>
          <p:cNvPr id="6" name="Picture 5">
            <a:extLst>
              <a:ext uri="{FF2B5EF4-FFF2-40B4-BE49-F238E27FC236}">
                <a16:creationId xmlns:a16="http://schemas.microsoft.com/office/drawing/2014/main" id="{D0854AB7-8CFB-F2B0-D232-10C57A13BFF4}"/>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838199" y="1410509"/>
            <a:ext cx="4426085" cy="4426085"/>
          </a:xfrm>
          <a:prstGeom prst="rect">
            <a:avLst/>
          </a:prstGeom>
        </p:spPr>
      </p:pic>
      <p:sp>
        <p:nvSpPr>
          <p:cNvPr id="13" name="Rectangle 12">
            <a:extLst>
              <a:ext uri="{FF2B5EF4-FFF2-40B4-BE49-F238E27FC236}">
                <a16:creationId xmlns:a16="http://schemas.microsoft.com/office/drawing/2014/main" id="{96AC0A3D-24FD-A099-2DB5-353B14B6DE79}"/>
              </a:ext>
            </a:extLst>
          </p:cNvPr>
          <p:cNvSpPr/>
          <p:nvPr/>
        </p:nvSpPr>
        <p:spPr>
          <a:xfrm>
            <a:off x="1993900" y="1302019"/>
            <a:ext cx="139700" cy="2296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50345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38567D-BB87-35D0-FFE6-4D1454CBBEAB}"/>
              </a:ext>
            </a:extLst>
          </p:cNvPr>
          <p:cNvSpPr txBox="1"/>
          <p:nvPr/>
        </p:nvSpPr>
        <p:spPr>
          <a:xfrm>
            <a:off x="243319" y="431664"/>
            <a:ext cx="1784721" cy="369332"/>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取り付け方法</a:t>
            </a:r>
          </a:p>
        </p:txBody>
      </p:sp>
      <p:pic>
        <p:nvPicPr>
          <p:cNvPr id="3" name="Picture 2">
            <a:extLst>
              <a:ext uri="{FF2B5EF4-FFF2-40B4-BE49-F238E27FC236}">
                <a16:creationId xmlns:a16="http://schemas.microsoft.com/office/drawing/2014/main" id="{0B86ED0F-F97E-BB33-A71C-01F96C02F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621" y="3212682"/>
            <a:ext cx="1194727" cy="1792091"/>
          </a:xfrm>
          <a:prstGeom prst="rect">
            <a:avLst/>
          </a:prstGeom>
        </p:spPr>
      </p:pic>
      <p:pic>
        <p:nvPicPr>
          <p:cNvPr id="4" name="Picture 3">
            <a:extLst>
              <a:ext uri="{FF2B5EF4-FFF2-40B4-BE49-F238E27FC236}">
                <a16:creationId xmlns:a16="http://schemas.microsoft.com/office/drawing/2014/main" id="{144B9CCD-AA6B-2287-38A2-574C89F94421}"/>
              </a:ext>
            </a:extLst>
          </p:cNvPr>
          <p:cNvPicPr>
            <a:picLocks noChangeAspect="1"/>
          </p:cNvPicPr>
          <p:nvPr/>
        </p:nvPicPr>
        <p:blipFill>
          <a:blip r:embed="rId3"/>
          <a:srcRect l="40487" t="36589" r="40487" b="27018"/>
          <a:stretch>
            <a:fillRect/>
          </a:stretch>
        </p:blipFill>
        <p:spPr>
          <a:xfrm>
            <a:off x="821200" y="973730"/>
            <a:ext cx="753569" cy="2146301"/>
          </a:xfrm>
          <a:prstGeom prst="rect">
            <a:avLst/>
          </a:prstGeom>
        </p:spPr>
      </p:pic>
      <p:pic>
        <p:nvPicPr>
          <p:cNvPr id="5" name="Picture 4">
            <a:extLst>
              <a:ext uri="{FF2B5EF4-FFF2-40B4-BE49-F238E27FC236}">
                <a16:creationId xmlns:a16="http://schemas.microsoft.com/office/drawing/2014/main" id="{F0EEE49B-F339-B49C-788F-648E5FDE0402}"/>
              </a:ext>
            </a:extLst>
          </p:cNvPr>
          <p:cNvPicPr>
            <a:picLocks noChangeAspect="1"/>
          </p:cNvPicPr>
          <p:nvPr/>
        </p:nvPicPr>
        <p:blipFill>
          <a:blip r:embed="rId4"/>
          <a:srcRect l="39218" r="39218" b="70863"/>
          <a:stretch>
            <a:fillRect/>
          </a:stretch>
        </p:blipFill>
        <p:spPr>
          <a:xfrm>
            <a:off x="888226" y="4826925"/>
            <a:ext cx="619516" cy="1226634"/>
          </a:xfrm>
          <a:prstGeom prst="rect">
            <a:avLst/>
          </a:prstGeom>
        </p:spPr>
      </p:pic>
      <p:grpSp>
        <p:nvGrpSpPr>
          <p:cNvPr id="11" name="Group 10">
            <a:extLst>
              <a:ext uri="{FF2B5EF4-FFF2-40B4-BE49-F238E27FC236}">
                <a16:creationId xmlns:a16="http://schemas.microsoft.com/office/drawing/2014/main" id="{7684901E-BBED-B49C-8D73-9B48DCFA1489}"/>
              </a:ext>
            </a:extLst>
          </p:cNvPr>
          <p:cNvGrpSpPr/>
          <p:nvPr/>
        </p:nvGrpSpPr>
        <p:grpSpPr>
          <a:xfrm>
            <a:off x="1571699" y="1967393"/>
            <a:ext cx="152400" cy="517140"/>
            <a:chOff x="5041900" y="1040606"/>
            <a:chExt cx="152400" cy="705644"/>
          </a:xfrm>
        </p:grpSpPr>
        <p:cxnSp>
          <p:nvCxnSpPr>
            <p:cNvPr id="7" name="Straight Connector 6">
              <a:extLst>
                <a:ext uri="{FF2B5EF4-FFF2-40B4-BE49-F238E27FC236}">
                  <a16:creationId xmlns:a16="http://schemas.microsoft.com/office/drawing/2014/main" id="{81FB4F1F-344E-2898-8511-EE0A8795D881}"/>
                </a:ext>
              </a:extLst>
            </p:cNvPr>
            <p:cNvCxnSpPr>
              <a:cxnSpLocks/>
            </p:cNvCxnSpPr>
            <p:nvPr/>
          </p:nvCxnSpPr>
          <p:spPr>
            <a:xfrm>
              <a:off x="5041900" y="1041400"/>
              <a:ext cx="1524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1CC9796-BD09-C773-FFF2-8BDA665D3DCB}"/>
                </a:ext>
              </a:extLst>
            </p:cNvPr>
            <p:cNvCxnSpPr>
              <a:cxnSpLocks/>
            </p:cNvCxnSpPr>
            <p:nvPr/>
          </p:nvCxnSpPr>
          <p:spPr>
            <a:xfrm>
              <a:off x="5041900" y="1746250"/>
              <a:ext cx="1524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9604313-D626-A6C6-95E7-DB496752A264}"/>
                </a:ext>
              </a:extLst>
            </p:cNvPr>
            <p:cNvCxnSpPr>
              <a:cxnSpLocks/>
            </p:cNvCxnSpPr>
            <p:nvPr/>
          </p:nvCxnSpPr>
          <p:spPr>
            <a:xfrm>
              <a:off x="5118100" y="1040606"/>
              <a:ext cx="0" cy="704850"/>
            </a:xfrm>
            <a:prstGeom prst="straightConnector1">
              <a:avLst/>
            </a:prstGeom>
            <a:ln>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4ED4066F-E2DE-1985-DF17-04E5B2DE1E3B}"/>
              </a:ext>
            </a:extLst>
          </p:cNvPr>
          <p:cNvSpPr txBox="1"/>
          <p:nvPr/>
        </p:nvSpPr>
        <p:spPr>
          <a:xfrm>
            <a:off x="1782438" y="2072075"/>
            <a:ext cx="1290961" cy="307777"/>
          </a:xfrm>
          <a:prstGeom prst="rect">
            <a:avLst/>
          </a:prstGeom>
          <a:noFill/>
        </p:spPr>
        <p:txBody>
          <a:bodyPr wrap="square" rtlCol="0">
            <a:spAutoFit/>
          </a:bodyPr>
          <a:lstStyle/>
          <a:p>
            <a:r>
              <a:rPr kumimoji="1" lang="ja-JP" altLang="en-US" sz="700" b="1" dirty="0">
                <a:latin typeface="メイリオ" panose="020B0604030504040204" pitchFamily="50" charset="-128"/>
                <a:ea typeface="メイリオ" panose="020B0604030504040204" pitchFamily="50" charset="-128"/>
              </a:rPr>
              <a:t>グリップの</a:t>
            </a:r>
            <a:r>
              <a:rPr kumimoji="1" lang="en-US" altLang="ja-JP" sz="700" b="1" dirty="0">
                <a:latin typeface="メイリオ" panose="020B0604030504040204" pitchFamily="50" charset="-128"/>
                <a:ea typeface="メイリオ" panose="020B0604030504040204" pitchFamily="50" charset="-128"/>
              </a:rPr>
              <a:t>5cm</a:t>
            </a:r>
            <a:r>
              <a:rPr kumimoji="1" lang="ja-JP" altLang="en-US" sz="700" b="1" dirty="0">
                <a:latin typeface="メイリオ" panose="020B0604030504040204" pitchFamily="50" charset="-128"/>
                <a:ea typeface="メイリオ" panose="020B0604030504040204" pitchFamily="50" charset="-128"/>
              </a:rPr>
              <a:t>ほど上</a:t>
            </a:r>
            <a:r>
              <a:rPr kumimoji="1" lang="ja-JP" altLang="en-US" sz="700" dirty="0">
                <a:latin typeface="メイリオ" panose="020B0604030504040204" pitchFamily="50" charset="-128"/>
                <a:ea typeface="メイリオ" panose="020B0604030504040204" pitchFamily="50" charset="-128"/>
              </a:rPr>
              <a:t>に巻き付けます。</a:t>
            </a:r>
          </a:p>
        </p:txBody>
      </p:sp>
      <p:sp>
        <p:nvSpPr>
          <p:cNvPr id="13" name="TextBox 12">
            <a:extLst>
              <a:ext uri="{FF2B5EF4-FFF2-40B4-BE49-F238E27FC236}">
                <a16:creationId xmlns:a16="http://schemas.microsoft.com/office/drawing/2014/main" id="{0EC4AC9C-473E-15E3-3AF3-B9635208F938}"/>
              </a:ext>
            </a:extLst>
          </p:cNvPr>
          <p:cNvSpPr txBox="1"/>
          <p:nvPr/>
        </p:nvSpPr>
        <p:spPr>
          <a:xfrm>
            <a:off x="1782439" y="3718883"/>
            <a:ext cx="1363232" cy="307777"/>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ゴムバンドをギュッと締めて上面で留めてください。</a:t>
            </a:r>
          </a:p>
        </p:txBody>
      </p:sp>
      <p:sp>
        <p:nvSpPr>
          <p:cNvPr id="14" name="TextBox 13">
            <a:extLst>
              <a:ext uri="{FF2B5EF4-FFF2-40B4-BE49-F238E27FC236}">
                <a16:creationId xmlns:a16="http://schemas.microsoft.com/office/drawing/2014/main" id="{FF606793-F22B-7100-9E12-7230CA49EA53}"/>
              </a:ext>
            </a:extLst>
          </p:cNvPr>
          <p:cNvSpPr txBox="1"/>
          <p:nvPr/>
        </p:nvSpPr>
        <p:spPr>
          <a:xfrm>
            <a:off x="1727348" y="5067441"/>
            <a:ext cx="1497444" cy="738664"/>
          </a:xfrm>
          <a:prstGeom prst="rect">
            <a:avLst/>
          </a:prstGeom>
          <a:noFill/>
        </p:spPr>
        <p:txBody>
          <a:bodyPr wrap="square" rtlCol="0">
            <a:spAutoFit/>
          </a:bodyPr>
          <a:lstStyle/>
          <a:p>
            <a:r>
              <a:rPr lang="ja-JP" altLang="en-US" sz="1200" dirty="0">
                <a:latin typeface="メイリオ" panose="020B0604030504040204" pitchFamily="50" charset="-128"/>
                <a:ea typeface="メイリオ" panose="020B0604030504040204" pitchFamily="50" charset="-128"/>
              </a:rPr>
              <a:t>⚠️</a:t>
            </a:r>
            <a:br>
              <a:rPr lang="en-US" altLang="ja-JP" sz="1200" dirty="0">
                <a:latin typeface="メイリオ" panose="020B0604030504040204" pitchFamily="50" charset="-128"/>
                <a:ea typeface="メイリオ" panose="020B0604030504040204" pitchFamily="50" charset="-128"/>
              </a:rPr>
            </a:br>
            <a:r>
              <a:rPr lang="ja-JP" altLang="en-US" sz="800" b="1" dirty="0">
                <a:solidFill>
                  <a:srgbClr val="FF0000"/>
                </a:solidFill>
                <a:latin typeface="メイリオ" panose="020B0604030504040204" pitchFamily="50" charset="-128"/>
                <a:ea typeface="メイリオ" panose="020B0604030504040204" pitchFamily="50" charset="-128"/>
              </a:rPr>
              <a:t>先端には絶対に取り付けないでください。</a:t>
            </a:r>
            <a:br>
              <a:rPr lang="en-US" altLang="ja-JP" sz="700" dirty="0">
                <a:latin typeface="メイリオ" panose="020B0604030504040204" pitchFamily="50" charset="-128"/>
                <a:ea typeface="メイリオ" panose="020B0604030504040204" pitchFamily="50" charset="-128"/>
              </a:rPr>
            </a:br>
            <a:r>
              <a:rPr lang="ja-JP" altLang="en-US" sz="700" dirty="0">
                <a:latin typeface="メイリオ" panose="020B0604030504040204" pitchFamily="50" charset="-128"/>
                <a:ea typeface="メイリオ" panose="020B0604030504040204" pitchFamily="50" charset="-128"/>
              </a:rPr>
              <a:t>（遠心力に耐えられず、スッポ抜けて飛んでいきます）</a:t>
            </a:r>
            <a:endParaRPr kumimoji="1" lang="ja-JP" altLang="en-US" sz="700" dirty="0">
              <a:latin typeface="メイリオ" panose="020B0604030504040204" pitchFamily="50" charset="-128"/>
              <a:ea typeface="メイリオ" panose="020B0604030504040204" pitchFamily="50" charset="-128"/>
            </a:endParaRPr>
          </a:p>
        </p:txBody>
      </p:sp>
      <p:sp>
        <p:nvSpPr>
          <p:cNvPr id="15" name="&quot;Not Allowed&quot; Symbol 14">
            <a:extLst>
              <a:ext uri="{FF2B5EF4-FFF2-40B4-BE49-F238E27FC236}">
                <a16:creationId xmlns:a16="http://schemas.microsoft.com/office/drawing/2014/main" id="{D0399FED-7A95-22C6-59A4-523C5D22ABE5}"/>
              </a:ext>
            </a:extLst>
          </p:cNvPr>
          <p:cNvSpPr/>
          <p:nvPr/>
        </p:nvSpPr>
        <p:spPr>
          <a:xfrm>
            <a:off x="435743" y="4913989"/>
            <a:ext cx="488741" cy="488741"/>
          </a:xfrm>
          <a:prstGeom prst="noSmoking">
            <a:avLst/>
          </a:prstGeom>
          <a:solidFill>
            <a:srgbClr val="FF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TextBox 15">
            <a:extLst>
              <a:ext uri="{FF2B5EF4-FFF2-40B4-BE49-F238E27FC236}">
                <a16:creationId xmlns:a16="http://schemas.microsoft.com/office/drawing/2014/main" id="{4CC601D7-68BE-EA42-EF6A-80CE2A233CEF}"/>
              </a:ext>
            </a:extLst>
          </p:cNvPr>
          <p:cNvSpPr txBox="1"/>
          <p:nvPr/>
        </p:nvSpPr>
        <p:spPr>
          <a:xfrm>
            <a:off x="3145080" y="431664"/>
            <a:ext cx="1784721" cy="369332"/>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rPr>
              <a:t>使い方</a:t>
            </a:r>
            <a:endParaRPr kumimoji="1" lang="ja-JP" altLang="en-US" b="1" dirty="0">
              <a:latin typeface="メイリオ" panose="020B0604030504040204" pitchFamily="50" charset="-128"/>
              <a:ea typeface="メイリオ" panose="020B0604030504040204" pitchFamily="50" charset="-128"/>
            </a:endParaRPr>
          </a:p>
        </p:txBody>
      </p:sp>
      <p:sp>
        <p:nvSpPr>
          <p:cNvPr id="19" name="TextBox 18">
            <a:extLst>
              <a:ext uri="{FF2B5EF4-FFF2-40B4-BE49-F238E27FC236}">
                <a16:creationId xmlns:a16="http://schemas.microsoft.com/office/drawing/2014/main" id="{B3C915FD-6D41-EDCC-4D1C-7705D6E137A4}"/>
              </a:ext>
            </a:extLst>
          </p:cNvPr>
          <p:cNvSpPr txBox="1"/>
          <p:nvPr/>
        </p:nvSpPr>
        <p:spPr>
          <a:xfrm>
            <a:off x="5028861" y="1217893"/>
            <a:ext cx="1868460" cy="523220"/>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電源をオンします。</a:t>
            </a:r>
            <a:br>
              <a:rPr kumimoji="1" lang="en-US" altLang="ja-JP" sz="700" dirty="0">
                <a:latin typeface="メイリオ" panose="020B0604030504040204" pitchFamily="50" charset="-128"/>
                <a:ea typeface="メイリオ" panose="020B0604030504040204" pitchFamily="50" charset="-128"/>
              </a:rPr>
            </a:br>
            <a:endParaRPr kumimoji="1" lang="en-US" altLang="ja-JP" sz="700" dirty="0">
              <a:latin typeface="メイリオ" panose="020B0604030504040204" pitchFamily="50" charset="-128"/>
              <a:ea typeface="メイリオ" panose="020B0604030504040204" pitchFamily="50" charset="-128"/>
            </a:endParaRPr>
          </a:p>
          <a:p>
            <a:r>
              <a:rPr lang="en-US" altLang="ja-JP" sz="700" dirty="0">
                <a:latin typeface="メイリオ" panose="020B0604030504040204" pitchFamily="50" charset="-128"/>
                <a:ea typeface="メイリオ" panose="020B0604030504040204" pitchFamily="50" charset="-128"/>
              </a:rPr>
              <a:t>0</a:t>
            </a:r>
            <a:r>
              <a:rPr lang="ja-JP" altLang="en-US" sz="700" dirty="0">
                <a:latin typeface="メイリオ" panose="020B0604030504040204" pitchFamily="50" charset="-128"/>
                <a:ea typeface="メイリオ" panose="020B0604030504040204" pitchFamily="50" charset="-128"/>
              </a:rPr>
              <a:t> </a:t>
            </a:r>
            <a:r>
              <a:rPr kumimoji="1" lang="ja-JP" altLang="en-US" sz="700" dirty="0">
                <a:latin typeface="メイリオ" panose="020B0604030504040204" pitchFamily="50" charset="-128"/>
                <a:ea typeface="メイリオ" panose="020B0604030504040204" pitchFamily="50" charset="-128"/>
              </a:rPr>
              <a:t>～</a:t>
            </a:r>
            <a:r>
              <a:rPr kumimoji="1" lang="en-US" altLang="ja-JP" sz="700" dirty="0">
                <a:latin typeface="メイリオ" panose="020B0604030504040204" pitchFamily="50" charset="-128"/>
                <a:ea typeface="メイリオ" panose="020B0604030504040204" pitchFamily="50" charset="-128"/>
              </a:rPr>
              <a:t>100</a:t>
            </a:r>
            <a:r>
              <a:rPr kumimoji="1" lang="ja-JP" altLang="en-US" sz="700" dirty="0">
                <a:latin typeface="メイリオ" panose="020B0604030504040204" pitchFamily="50" charset="-128"/>
                <a:ea typeface="メイリオ" panose="020B0604030504040204" pitchFamily="50" charset="-128"/>
              </a:rPr>
              <a:t> の数字が</a:t>
            </a:r>
            <a:r>
              <a:rPr kumimoji="1" lang="en-US" altLang="ja-JP" sz="700" dirty="0">
                <a:latin typeface="メイリオ" panose="020B0604030504040204" pitchFamily="50" charset="-128"/>
                <a:ea typeface="メイリオ" panose="020B0604030504040204" pitchFamily="50" charset="-128"/>
              </a:rPr>
              <a:t>1</a:t>
            </a:r>
            <a:r>
              <a:rPr kumimoji="1" lang="ja-JP" altLang="en-US" sz="700" dirty="0">
                <a:latin typeface="メイリオ" panose="020B0604030504040204" pitchFamily="50" charset="-128"/>
                <a:ea typeface="メイリオ" panose="020B0604030504040204" pitchFamily="50" charset="-128"/>
              </a:rPr>
              <a:t>秒表示されますが、これは電池残量です。</a:t>
            </a:r>
            <a:endParaRPr kumimoji="1" lang="en-US" altLang="ja-JP" sz="700" dirty="0">
              <a:latin typeface="メイリオ" panose="020B0604030504040204" pitchFamily="50" charset="-128"/>
              <a:ea typeface="メイリオ" panose="020B0604030504040204" pitchFamily="50" charset="-128"/>
            </a:endParaRPr>
          </a:p>
        </p:txBody>
      </p:sp>
      <p:pic>
        <p:nvPicPr>
          <p:cNvPr id="21" name="Picture 20">
            <a:extLst>
              <a:ext uri="{FF2B5EF4-FFF2-40B4-BE49-F238E27FC236}">
                <a16:creationId xmlns:a16="http://schemas.microsoft.com/office/drawing/2014/main" id="{85F241E3-CB60-2169-BE86-66775FA2A465}"/>
              </a:ext>
            </a:extLst>
          </p:cNvPr>
          <p:cNvPicPr>
            <a:picLocks noChangeAspect="1"/>
          </p:cNvPicPr>
          <p:nvPr/>
        </p:nvPicPr>
        <p:blipFill>
          <a:blip r:embed="rId5">
            <a:duotone>
              <a:schemeClr val="accent1">
                <a:shade val="45000"/>
                <a:satMod val="135000"/>
              </a:schemeClr>
              <a:prstClr val="white"/>
            </a:duotone>
          </a:blip>
          <a:stretch>
            <a:fillRect/>
          </a:stretch>
        </p:blipFill>
        <p:spPr>
          <a:xfrm>
            <a:off x="3588348" y="2120792"/>
            <a:ext cx="1364369" cy="1364369"/>
          </a:xfrm>
          <a:prstGeom prst="rect">
            <a:avLst/>
          </a:prstGeom>
          <a:effectLst>
            <a:outerShdw blurRad="50800" dist="38100" dir="2700000" algn="tl" rotWithShape="0">
              <a:prstClr val="black">
                <a:alpha val="40000"/>
              </a:prstClr>
            </a:outerShdw>
          </a:effectLst>
        </p:spPr>
      </p:pic>
      <p:sp>
        <p:nvSpPr>
          <p:cNvPr id="22" name="TextBox 21">
            <a:extLst>
              <a:ext uri="{FF2B5EF4-FFF2-40B4-BE49-F238E27FC236}">
                <a16:creationId xmlns:a16="http://schemas.microsoft.com/office/drawing/2014/main" id="{3849823A-AEE7-0D8E-0122-C54BF63114F2}"/>
              </a:ext>
            </a:extLst>
          </p:cNvPr>
          <p:cNvSpPr txBox="1"/>
          <p:nvPr/>
        </p:nvSpPr>
        <p:spPr>
          <a:xfrm>
            <a:off x="5028861" y="2702948"/>
            <a:ext cx="1363232" cy="200055"/>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そのまま振ります。</a:t>
            </a:r>
          </a:p>
        </p:txBody>
      </p:sp>
      <p:sp>
        <p:nvSpPr>
          <p:cNvPr id="24" name="TextBox 23">
            <a:extLst>
              <a:ext uri="{FF2B5EF4-FFF2-40B4-BE49-F238E27FC236}">
                <a16:creationId xmlns:a16="http://schemas.microsoft.com/office/drawing/2014/main" id="{E1249B91-D804-F442-82CB-2A7AA9164E1C}"/>
              </a:ext>
            </a:extLst>
          </p:cNvPr>
          <p:cNvSpPr txBox="1"/>
          <p:nvPr/>
        </p:nvSpPr>
        <p:spPr>
          <a:xfrm>
            <a:off x="5050749" y="3660999"/>
            <a:ext cx="1781719" cy="200055"/>
          </a:xfrm>
          <a:prstGeom prst="rect">
            <a:avLst/>
          </a:prstGeom>
          <a:noFill/>
        </p:spPr>
        <p:txBody>
          <a:bodyPr wrap="square" rtlCol="0">
            <a:spAutoFit/>
          </a:bodyPr>
          <a:lstStyle/>
          <a:p>
            <a:r>
              <a:rPr kumimoji="1" lang="ja-JP" altLang="en-US" sz="700" b="1" dirty="0">
                <a:latin typeface="メイリオ" panose="020B0604030504040204" pitchFamily="50" charset="-128"/>
                <a:ea typeface="メイリオ" panose="020B0604030504040204" pitchFamily="50" charset="-128"/>
              </a:rPr>
              <a:t>音が鳴ってスコアが表示されます。</a:t>
            </a:r>
          </a:p>
        </p:txBody>
      </p:sp>
      <p:graphicFrame>
        <p:nvGraphicFramePr>
          <p:cNvPr id="25" name="Table 24">
            <a:extLst>
              <a:ext uri="{FF2B5EF4-FFF2-40B4-BE49-F238E27FC236}">
                <a16:creationId xmlns:a16="http://schemas.microsoft.com/office/drawing/2014/main" id="{1B92EAAF-CAB5-2C6E-AB2E-E74045FE8D84}"/>
              </a:ext>
            </a:extLst>
          </p:cNvPr>
          <p:cNvGraphicFramePr>
            <a:graphicFrameLocks noGrp="1"/>
          </p:cNvGraphicFramePr>
          <p:nvPr>
            <p:extLst>
              <p:ext uri="{D42A27DB-BD31-4B8C-83A1-F6EECF244321}">
                <p14:modId xmlns:p14="http://schemas.microsoft.com/office/powerpoint/2010/main" val="1438881345"/>
              </p:ext>
            </p:extLst>
          </p:nvPr>
        </p:nvGraphicFramePr>
        <p:xfrm>
          <a:off x="5160933" y="3933053"/>
          <a:ext cx="1736388" cy="792480"/>
        </p:xfrm>
        <a:graphic>
          <a:graphicData uri="http://schemas.openxmlformats.org/drawingml/2006/table">
            <a:tbl>
              <a:tblPr bandRow="1">
                <a:tableStyleId>{5C22544A-7EE6-4342-B048-85BDC9FD1C3A}</a:tableStyleId>
              </a:tblPr>
              <a:tblGrid>
                <a:gridCol w="568643">
                  <a:extLst>
                    <a:ext uri="{9D8B030D-6E8A-4147-A177-3AD203B41FA5}">
                      <a16:colId xmlns:a16="http://schemas.microsoft.com/office/drawing/2014/main" val="2179658956"/>
                    </a:ext>
                  </a:extLst>
                </a:gridCol>
                <a:gridCol w="1167745">
                  <a:extLst>
                    <a:ext uri="{9D8B030D-6E8A-4147-A177-3AD203B41FA5}">
                      <a16:colId xmlns:a16="http://schemas.microsoft.com/office/drawing/2014/main" val="970438828"/>
                    </a:ext>
                  </a:extLst>
                </a:gridCol>
              </a:tblGrid>
              <a:tr h="130446">
                <a:tc>
                  <a:txBody>
                    <a:bodyPr/>
                    <a:lstStyle/>
                    <a:p>
                      <a:r>
                        <a:rPr kumimoji="1" lang="ja-JP" altLang="en-US" sz="700" dirty="0">
                          <a:latin typeface="メイリオ" panose="020B0604030504040204" pitchFamily="50" charset="-128"/>
                          <a:ea typeface="メイリオ" panose="020B0604030504040204" pitchFamily="50" charset="-128"/>
                        </a:rPr>
                        <a:t>ピッ</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700" dirty="0">
                          <a:latin typeface="メイリオ" panose="020B0604030504040204" pitchFamily="50" charset="-128"/>
                          <a:ea typeface="メイリオ" panose="020B0604030504040204" pitchFamily="50" charset="-128"/>
                        </a:rPr>
                        <a:t>普通のスイング</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9856299"/>
                  </a:ext>
                </a:extLst>
              </a:tr>
              <a:tr h="130446">
                <a:tc>
                  <a:txBody>
                    <a:bodyPr/>
                    <a:lstStyle/>
                    <a:p>
                      <a:r>
                        <a:rPr kumimoji="1" lang="ja-JP" altLang="en-US" sz="700" dirty="0">
                          <a:latin typeface="メイリオ" panose="020B0604030504040204" pitchFamily="50" charset="-128"/>
                          <a:ea typeface="メイリオ" panose="020B0604030504040204" pitchFamily="50" charset="-128"/>
                        </a:rPr>
                        <a:t>ピピッ</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700" dirty="0">
                          <a:latin typeface="メイリオ" panose="020B0604030504040204" pitchFamily="50" charset="-128"/>
                          <a:ea typeface="メイリオ" panose="020B0604030504040204" pitchFamily="50" charset="-128"/>
                        </a:rPr>
                        <a:t>平均以上の良いスイング</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58015"/>
                  </a:ext>
                </a:extLst>
              </a:tr>
              <a:tr h="130446">
                <a:tc>
                  <a:txBody>
                    <a:bodyPr/>
                    <a:lstStyle/>
                    <a:p>
                      <a:r>
                        <a:rPr kumimoji="1" lang="ja-JP" altLang="en-US" sz="700" dirty="0">
                          <a:latin typeface="メイリオ" panose="020B0604030504040204" pitchFamily="50" charset="-128"/>
                          <a:ea typeface="メイリオ" panose="020B0604030504040204" pitchFamily="50" charset="-128"/>
                        </a:rPr>
                        <a:t>ピピピッ</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700" dirty="0">
                          <a:latin typeface="メイリオ" panose="020B0604030504040204" pitchFamily="50" charset="-128"/>
                          <a:ea typeface="メイリオ" panose="020B0604030504040204" pitchFamily="50" charset="-128"/>
                        </a:rPr>
                        <a:t>ベストスコアを更新</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1429823"/>
                  </a:ext>
                </a:extLst>
              </a:tr>
              <a:tr h="130446">
                <a:tc>
                  <a:txBody>
                    <a:bodyPr/>
                    <a:lstStyle/>
                    <a:p>
                      <a:r>
                        <a:rPr kumimoji="1" lang="ja-JP" altLang="en-US" sz="700" dirty="0">
                          <a:latin typeface="メイリオ" panose="020B0604030504040204" pitchFamily="50" charset="-128"/>
                          <a:ea typeface="メイリオ" panose="020B0604030504040204" pitchFamily="50" charset="-128"/>
                        </a:rPr>
                        <a:t>ピーッ</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700" dirty="0">
                          <a:latin typeface="メイリオ" panose="020B0604030504040204" pitchFamily="50" charset="-128"/>
                          <a:ea typeface="メイリオ" panose="020B0604030504040204" pitchFamily="50" charset="-128"/>
                        </a:rPr>
                        <a:t>50</a:t>
                      </a:r>
                      <a:r>
                        <a:rPr kumimoji="1" lang="ja-JP" altLang="en-US" sz="700" dirty="0">
                          <a:latin typeface="メイリオ" panose="020B0604030504040204" pitchFamily="50" charset="-128"/>
                          <a:ea typeface="メイリオ" panose="020B0604030504040204" pitchFamily="50" charset="-128"/>
                        </a:rPr>
                        <a:t>スイングをお知らせ</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095679"/>
                  </a:ext>
                </a:extLst>
              </a:tr>
            </a:tbl>
          </a:graphicData>
        </a:graphic>
      </p:graphicFrame>
      <p:grpSp>
        <p:nvGrpSpPr>
          <p:cNvPr id="46" name="Group 45">
            <a:extLst>
              <a:ext uri="{FF2B5EF4-FFF2-40B4-BE49-F238E27FC236}">
                <a16:creationId xmlns:a16="http://schemas.microsoft.com/office/drawing/2014/main" id="{39F89014-8DD5-B4A8-5E5B-E10A0F3387B5}"/>
              </a:ext>
            </a:extLst>
          </p:cNvPr>
          <p:cNvGrpSpPr/>
          <p:nvPr/>
        </p:nvGrpSpPr>
        <p:grpSpPr>
          <a:xfrm>
            <a:off x="3588348" y="3933053"/>
            <a:ext cx="1364368" cy="554367"/>
            <a:chOff x="4678374" y="3933053"/>
            <a:chExt cx="1364368" cy="554367"/>
          </a:xfrm>
        </p:grpSpPr>
        <p:pic>
          <p:nvPicPr>
            <p:cNvPr id="23" name="Picture 22">
              <a:extLst>
                <a:ext uri="{FF2B5EF4-FFF2-40B4-BE49-F238E27FC236}">
                  <a16:creationId xmlns:a16="http://schemas.microsoft.com/office/drawing/2014/main" id="{A4984A5F-13A9-888E-1F73-3BFD50E71B7B}"/>
                </a:ext>
              </a:extLst>
            </p:cNvPr>
            <p:cNvPicPr>
              <a:picLocks noChangeAspect="1"/>
            </p:cNvPicPr>
            <p:nvPr/>
          </p:nvPicPr>
          <p:blipFill>
            <a:blip r:embed="rId6"/>
            <a:srcRect l="9730" t="19701" r="17421" b="58099"/>
            <a:stretch>
              <a:fillRect/>
            </a:stretch>
          </p:blipFill>
          <p:spPr>
            <a:xfrm>
              <a:off x="4678374" y="3933053"/>
              <a:ext cx="1364368" cy="554367"/>
            </a:xfrm>
            <a:prstGeom prst="rect">
              <a:avLst/>
            </a:prstGeom>
            <a:effectLst>
              <a:outerShdw blurRad="50800" dist="38100" dir="5400000" algn="t" rotWithShape="0">
                <a:prstClr val="black">
                  <a:alpha val="40000"/>
                </a:prstClr>
              </a:outerShdw>
            </a:effectLst>
          </p:spPr>
        </p:pic>
        <p:grpSp>
          <p:nvGrpSpPr>
            <p:cNvPr id="29" name="Group 28">
              <a:extLst>
                <a:ext uri="{FF2B5EF4-FFF2-40B4-BE49-F238E27FC236}">
                  <a16:creationId xmlns:a16="http://schemas.microsoft.com/office/drawing/2014/main" id="{6085B4A6-5234-A5A3-87CA-DBD6A246525C}"/>
                </a:ext>
              </a:extLst>
            </p:cNvPr>
            <p:cNvGrpSpPr/>
            <p:nvPr/>
          </p:nvGrpSpPr>
          <p:grpSpPr>
            <a:xfrm>
              <a:off x="5616436" y="3933053"/>
              <a:ext cx="426306" cy="316386"/>
              <a:chOff x="5576551" y="4345284"/>
              <a:chExt cx="426306" cy="316386"/>
            </a:xfrm>
            <a:solidFill>
              <a:schemeClr val="bg1"/>
            </a:solidFill>
          </p:grpSpPr>
          <p:pic>
            <p:nvPicPr>
              <p:cNvPr id="27" name="Graphic 26" descr="Music note with solid fill">
                <a:extLst>
                  <a:ext uri="{FF2B5EF4-FFF2-40B4-BE49-F238E27FC236}">
                    <a16:creationId xmlns:a16="http://schemas.microsoft.com/office/drawing/2014/main" id="{CCDC2A41-7622-6595-B5C8-AEAAA3DA72D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76551" y="4361322"/>
                <a:ext cx="300348" cy="300348"/>
              </a:xfrm>
              <a:prstGeom prst="rect">
                <a:avLst/>
              </a:prstGeom>
              <a:effectLst>
                <a:outerShdw blurRad="50800" dist="38100" dir="2700000" algn="tl" rotWithShape="0">
                  <a:prstClr val="black">
                    <a:alpha val="40000"/>
                  </a:prstClr>
                </a:outerShdw>
              </a:effectLst>
            </p:spPr>
          </p:pic>
          <p:pic>
            <p:nvPicPr>
              <p:cNvPr id="28" name="Graphic 27" descr="Music note with solid fill">
                <a:extLst>
                  <a:ext uri="{FF2B5EF4-FFF2-40B4-BE49-F238E27FC236}">
                    <a16:creationId xmlns:a16="http://schemas.microsoft.com/office/drawing/2014/main" id="{36755DDE-C446-5047-3097-75335AF6AE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02509" y="4345284"/>
                <a:ext cx="300348" cy="300348"/>
              </a:xfrm>
              <a:prstGeom prst="rect">
                <a:avLst/>
              </a:prstGeom>
              <a:effectLst>
                <a:outerShdw blurRad="50800" dist="38100" dir="2700000" algn="tl" rotWithShape="0">
                  <a:prstClr val="black">
                    <a:alpha val="40000"/>
                  </a:prstClr>
                </a:outerShdw>
              </a:effectLst>
            </p:spPr>
          </p:pic>
        </p:grpSp>
      </p:grpSp>
      <p:grpSp>
        <p:nvGrpSpPr>
          <p:cNvPr id="45" name="Group 44">
            <a:extLst>
              <a:ext uri="{FF2B5EF4-FFF2-40B4-BE49-F238E27FC236}">
                <a16:creationId xmlns:a16="http://schemas.microsoft.com/office/drawing/2014/main" id="{28502532-A555-4BEE-EA94-8AF55789A6AE}"/>
              </a:ext>
            </a:extLst>
          </p:cNvPr>
          <p:cNvGrpSpPr/>
          <p:nvPr/>
        </p:nvGrpSpPr>
        <p:grpSpPr>
          <a:xfrm>
            <a:off x="3692626" y="1010723"/>
            <a:ext cx="1155813" cy="934907"/>
            <a:chOff x="4708363" y="1010723"/>
            <a:chExt cx="1155813" cy="934907"/>
          </a:xfrm>
        </p:grpSpPr>
        <p:pic>
          <p:nvPicPr>
            <p:cNvPr id="17" name="Picture 16">
              <a:extLst>
                <a:ext uri="{FF2B5EF4-FFF2-40B4-BE49-F238E27FC236}">
                  <a16:creationId xmlns:a16="http://schemas.microsoft.com/office/drawing/2014/main" id="{521822B2-FE26-E3B4-0E6B-C30142F33E2E}"/>
                </a:ext>
              </a:extLst>
            </p:cNvPr>
            <p:cNvPicPr>
              <a:picLocks noChangeAspect="1"/>
            </p:cNvPicPr>
            <p:nvPr/>
          </p:nvPicPr>
          <p:blipFill>
            <a:blip r:embed="rId8"/>
            <a:srcRect l="25888" t="31432" r="26010" b="21558"/>
            <a:stretch>
              <a:fillRect/>
            </a:stretch>
          </p:blipFill>
          <p:spPr>
            <a:xfrm>
              <a:off x="4708363" y="1010723"/>
              <a:ext cx="1125294" cy="824803"/>
            </a:xfrm>
            <a:prstGeom prst="rect">
              <a:avLst/>
            </a:prstGeom>
            <a:effectLst>
              <a:outerShdw blurRad="50800" dist="38100" dir="2700000" algn="tl" rotWithShape="0">
                <a:prstClr val="black">
                  <a:alpha val="40000"/>
                </a:prstClr>
              </a:outerShdw>
            </a:effectLst>
          </p:spPr>
        </p:pic>
        <p:sp>
          <p:nvSpPr>
            <p:cNvPr id="18" name="Arrow: Left 17">
              <a:extLst>
                <a:ext uri="{FF2B5EF4-FFF2-40B4-BE49-F238E27FC236}">
                  <a16:creationId xmlns:a16="http://schemas.microsoft.com/office/drawing/2014/main" id="{E48E8071-63E9-FCEB-5916-467BD9511B2B}"/>
                </a:ext>
              </a:extLst>
            </p:cNvPr>
            <p:cNvSpPr/>
            <p:nvPr/>
          </p:nvSpPr>
          <p:spPr>
            <a:xfrm>
              <a:off x="5185887" y="1757497"/>
              <a:ext cx="430549" cy="188133"/>
            </a:xfrm>
            <a:prstGeom prst="leftArrow">
              <a:avLst>
                <a:gd name="adj1" fmla="val 50400"/>
                <a:gd name="adj2" fmla="val 81930"/>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endParaRPr kumimoji="1" lang="en-US" altLang="ja-JP" sz="800" b="1" dirty="0">
                <a:latin typeface="メイリオ" panose="020B0604030504040204" pitchFamily="50" charset="-128"/>
                <a:ea typeface="メイリオ" panose="020B0604030504040204" pitchFamily="50" charset="-128"/>
              </a:endParaRPr>
            </a:p>
          </p:txBody>
        </p:sp>
        <p:sp>
          <p:nvSpPr>
            <p:cNvPr id="30" name="TextBox 29">
              <a:extLst>
                <a:ext uri="{FF2B5EF4-FFF2-40B4-BE49-F238E27FC236}">
                  <a16:creationId xmlns:a16="http://schemas.microsoft.com/office/drawing/2014/main" id="{72A4EEAC-6C4E-8D4E-B7C9-520AA9B1782C}"/>
                </a:ext>
              </a:extLst>
            </p:cNvPr>
            <p:cNvSpPr txBox="1"/>
            <p:nvPr/>
          </p:nvSpPr>
          <p:spPr>
            <a:xfrm>
              <a:off x="5111611" y="1573156"/>
              <a:ext cx="333906" cy="200055"/>
            </a:xfrm>
            <a:prstGeom prst="rect">
              <a:avLst/>
            </a:prstGeom>
            <a:noFill/>
          </p:spPr>
          <p:txBody>
            <a:bodyPr wrap="square" rtlCol="0">
              <a:spAutoFit/>
            </a:bodyPr>
            <a:lstStyle/>
            <a:p>
              <a:r>
                <a:rPr kumimoji="1" lang="en-US" altLang="ja-JP" sz="700" b="1" dirty="0">
                  <a:solidFill>
                    <a:schemeClr val="bg1"/>
                  </a:solidFill>
                  <a:latin typeface="メイリオ" panose="020B0604030504040204" pitchFamily="50" charset="-128"/>
                  <a:ea typeface="メイリオ" panose="020B0604030504040204" pitchFamily="50" charset="-128"/>
                </a:rPr>
                <a:t>ON</a:t>
              </a:r>
              <a:endParaRPr kumimoji="1" lang="ja-JP" altLang="en-US" sz="700" b="1" dirty="0">
                <a:solidFill>
                  <a:schemeClr val="bg1"/>
                </a:solidFill>
                <a:latin typeface="メイリオ" panose="020B0604030504040204" pitchFamily="50" charset="-128"/>
                <a:ea typeface="メイリオ" panose="020B0604030504040204" pitchFamily="50" charset="-128"/>
              </a:endParaRPr>
            </a:p>
          </p:txBody>
        </p:sp>
        <p:sp>
          <p:nvSpPr>
            <p:cNvPr id="31" name="TextBox 30">
              <a:extLst>
                <a:ext uri="{FF2B5EF4-FFF2-40B4-BE49-F238E27FC236}">
                  <a16:creationId xmlns:a16="http://schemas.microsoft.com/office/drawing/2014/main" id="{200FB411-E3D8-9704-5DAE-8D340B70A6D6}"/>
                </a:ext>
              </a:extLst>
            </p:cNvPr>
            <p:cNvSpPr txBox="1"/>
            <p:nvPr/>
          </p:nvSpPr>
          <p:spPr>
            <a:xfrm>
              <a:off x="5433628" y="1573156"/>
              <a:ext cx="430548" cy="200055"/>
            </a:xfrm>
            <a:prstGeom prst="rect">
              <a:avLst/>
            </a:prstGeom>
            <a:noFill/>
          </p:spPr>
          <p:txBody>
            <a:bodyPr wrap="square" rtlCol="0">
              <a:spAutoFit/>
            </a:bodyPr>
            <a:lstStyle/>
            <a:p>
              <a:r>
                <a:rPr kumimoji="1" lang="en-US" altLang="ja-JP" sz="700" b="1" dirty="0">
                  <a:solidFill>
                    <a:schemeClr val="bg1"/>
                  </a:solidFill>
                  <a:latin typeface="メイリオ" panose="020B0604030504040204" pitchFamily="50" charset="-128"/>
                  <a:ea typeface="メイリオ" panose="020B0604030504040204" pitchFamily="50" charset="-128"/>
                </a:rPr>
                <a:t>OFF</a:t>
              </a:r>
              <a:endParaRPr kumimoji="1" lang="ja-JP" altLang="en-US" sz="700" b="1" dirty="0">
                <a:solidFill>
                  <a:schemeClr val="bg1"/>
                </a:solidFill>
                <a:latin typeface="メイリオ" panose="020B0604030504040204" pitchFamily="50" charset="-128"/>
                <a:ea typeface="メイリオ" panose="020B0604030504040204" pitchFamily="50" charset="-128"/>
              </a:endParaRPr>
            </a:p>
          </p:txBody>
        </p:sp>
      </p:grpSp>
      <p:sp>
        <p:nvSpPr>
          <p:cNvPr id="40" name="TextBox 39">
            <a:extLst>
              <a:ext uri="{FF2B5EF4-FFF2-40B4-BE49-F238E27FC236}">
                <a16:creationId xmlns:a16="http://schemas.microsoft.com/office/drawing/2014/main" id="{0A6533FB-8265-4324-DFCA-2A5C0B283424}"/>
              </a:ext>
            </a:extLst>
          </p:cNvPr>
          <p:cNvSpPr txBox="1"/>
          <p:nvPr/>
        </p:nvSpPr>
        <p:spPr>
          <a:xfrm>
            <a:off x="5034039" y="5261504"/>
            <a:ext cx="1863282" cy="415498"/>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本体をトンと</a:t>
            </a:r>
            <a:r>
              <a:rPr kumimoji="1" lang="ja-JP" altLang="en-US" sz="700" b="1" dirty="0">
                <a:latin typeface="メイリオ" panose="020B0604030504040204" pitchFamily="50" charset="-128"/>
                <a:ea typeface="メイリオ" panose="020B0604030504040204" pitchFamily="50" charset="-128"/>
              </a:rPr>
              <a:t>指でタップ</a:t>
            </a:r>
            <a:r>
              <a:rPr kumimoji="1" lang="ja-JP" altLang="en-US" sz="700" dirty="0">
                <a:latin typeface="メイリオ" panose="020B0604030504040204" pitchFamily="50" charset="-128"/>
                <a:ea typeface="メイリオ" panose="020B0604030504040204" pitchFamily="50" charset="-128"/>
              </a:rPr>
              <a:t>すると、これまでの記録を確認出来ます。</a:t>
            </a:r>
            <a:endParaRPr kumimoji="1" lang="en-US" altLang="ja-JP" sz="700" dirty="0">
              <a:latin typeface="メイリオ" panose="020B0604030504040204" pitchFamily="50" charset="-128"/>
              <a:ea typeface="メイリオ" panose="020B0604030504040204" pitchFamily="50" charset="-128"/>
            </a:endParaRPr>
          </a:p>
          <a:p>
            <a:r>
              <a:rPr kumimoji="1" lang="ja-JP" altLang="en-US" sz="700" dirty="0">
                <a:latin typeface="メイリオ" panose="020B0604030504040204" pitchFamily="50" charset="-128"/>
                <a:ea typeface="メイリオ" panose="020B0604030504040204" pitchFamily="50" charset="-128"/>
              </a:rPr>
              <a:t>またはバットをタップしても反応します。</a:t>
            </a:r>
          </a:p>
        </p:txBody>
      </p:sp>
      <p:grpSp>
        <p:nvGrpSpPr>
          <p:cNvPr id="47" name="Group 46">
            <a:extLst>
              <a:ext uri="{FF2B5EF4-FFF2-40B4-BE49-F238E27FC236}">
                <a16:creationId xmlns:a16="http://schemas.microsoft.com/office/drawing/2014/main" id="{0D167685-DF99-AB98-5862-E961161ABFCD}"/>
              </a:ext>
            </a:extLst>
          </p:cNvPr>
          <p:cNvGrpSpPr/>
          <p:nvPr/>
        </p:nvGrpSpPr>
        <p:grpSpPr>
          <a:xfrm>
            <a:off x="3870866" y="5293669"/>
            <a:ext cx="799332" cy="1223912"/>
            <a:chOff x="5000711" y="5293669"/>
            <a:chExt cx="799332" cy="1223912"/>
          </a:xfrm>
        </p:grpSpPr>
        <p:pic>
          <p:nvPicPr>
            <p:cNvPr id="32" name="Picture 31">
              <a:extLst>
                <a:ext uri="{FF2B5EF4-FFF2-40B4-BE49-F238E27FC236}">
                  <a16:creationId xmlns:a16="http://schemas.microsoft.com/office/drawing/2014/main" id="{3AF685C8-6933-A3C8-F9A3-095B15F8CF0D}"/>
                </a:ext>
              </a:extLst>
            </p:cNvPr>
            <p:cNvPicPr>
              <a:picLocks noChangeAspect="1"/>
            </p:cNvPicPr>
            <p:nvPr/>
          </p:nvPicPr>
          <p:blipFill>
            <a:blip r:embed="rId3"/>
            <a:srcRect l="40487" t="36589" r="40487" b="44787"/>
            <a:stretch>
              <a:fillRect/>
            </a:stretch>
          </p:blipFill>
          <p:spPr>
            <a:xfrm>
              <a:off x="5000711" y="5293669"/>
              <a:ext cx="753569" cy="1098344"/>
            </a:xfrm>
            <a:prstGeom prst="rect">
              <a:avLst/>
            </a:prstGeom>
          </p:spPr>
        </p:pic>
        <p:pic>
          <p:nvPicPr>
            <p:cNvPr id="38" name="Graphic 37" descr="Double Tap Gesture with solid fill">
              <a:extLst>
                <a:ext uri="{FF2B5EF4-FFF2-40B4-BE49-F238E27FC236}">
                  <a16:creationId xmlns:a16="http://schemas.microsoft.com/office/drawing/2014/main" id="{79BAD30A-0963-3A34-35A2-7F246C64B24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8687406">
              <a:off x="5232659" y="5950197"/>
              <a:ext cx="567384" cy="567384"/>
            </a:xfrm>
            <a:prstGeom prst="rect">
              <a:avLst/>
            </a:prstGeom>
            <a:effectLst>
              <a:outerShdw blurRad="50800" dist="38100" dir="2700000" algn="tl" rotWithShape="0">
                <a:prstClr val="black">
                  <a:alpha val="40000"/>
                </a:prstClr>
              </a:outerShdw>
            </a:effectLst>
          </p:spPr>
        </p:pic>
        <p:pic>
          <p:nvPicPr>
            <p:cNvPr id="42" name="Graphic 41" descr="Double Tap Gesture with solid fill">
              <a:extLst>
                <a:ext uri="{FF2B5EF4-FFF2-40B4-BE49-F238E27FC236}">
                  <a16:creationId xmlns:a16="http://schemas.microsoft.com/office/drawing/2014/main" id="{7C465AF1-404E-E996-4B69-52C42D23E12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8687406">
              <a:off x="5232659" y="5393310"/>
              <a:ext cx="567384" cy="567384"/>
            </a:xfrm>
            <a:prstGeom prst="rect">
              <a:avLst/>
            </a:prstGeom>
            <a:effectLst>
              <a:outerShdw blurRad="50800" dist="38100" dir="2700000" algn="tl" rotWithShape="0">
                <a:prstClr val="black">
                  <a:alpha val="40000"/>
                </a:prstClr>
              </a:outerShdw>
            </a:effectLst>
          </p:spPr>
        </p:pic>
      </p:grpSp>
      <p:graphicFrame>
        <p:nvGraphicFramePr>
          <p:cNvPr id="43" name="Table 42">
            <a:extLst>
              <a:ext uri="{FF2B5EF4-FFF2-40B4-BE49-F238E27FC236}">
                <a16:creationId xmlns:a16="http://schemas.microsoft.com/office/drawing/2014/main" id="{98B7F138-A2EA-9EC3-F609-8BBEEB9CA12C}"/>
              </a:ext>
            </a:extLst>
          </p:cNvPr>
          <p:cNvGraphicFramePr>
            <a:graphicFrameLocks noGrp="1"/>
          </p:cNvGraphicFramePr>
          <p:nvPr>
            <p:extLst>
              <p:ext uri="{D42A27DB-BD31-4B8C-83A1-F6EECF244321}">
                <p14:modId xmlns:p14="http://schemas.microsoft.com/office/powerpoint/2010/main" val="1269294162"/>
              </p:ext>
            </p:extLst>
          </p:nvPr>
        </p:nvGraphicFramePr>
        <p:xfrm>
          <a:off x="5160933" y="5709643"/>
          <a:ext cx="1736388" cy="609600"/>
        </p:xfrm>
        <a:graphic>
          <a:graphicData uri="http://schemas.openxmlformats.org/drawingml/2006/table">
            <a:tbl>
              <a:tblPr bandRow="1">
                <a:tableStyleId>{5C22544A-7EE6-4342-B048-85BDC9FD1C3A}</a:tableStyleId>
              </a:tblPr>
              <a:tblGrid>
                <a:gridCol w="568643">
                  <a:extLst>
                    <a:ext uri="{9D8B030D-6E8A-4147-A177-3AD203B41FA5}">
                      <a16:colId xmlns:a16="http://schemas.microsoft.com/office/drawing/2014/main" val="2179658956"/>
                    </a:ext>
                  </a:extLst>
                </a:gridCol>
                <a:gridCol w="1167745">
                  <a:extLst>
                    <a:ext uri="{9D8B030D-6E8A-4147-A177-3AD203B41FA5}">
                      <a16:colId xmlns:a16="http://schemas.microsoft.com/office/drawing/2014/main" val="970438828"/>
                    </a:ext>
                  </a:extLst>
                </a:gridCol>
              </a:tblGrid>
              <a:tr h="130446">
                <a:tc>
                  <a:txBody>
                    <a:bodyPr/>
                    <a:lstStyle/>
                    <a:p>
                      <a:r>
                        <a:rPr kumimoji="1" lang="ja-JP" altLang="en-US" sz="700" dirty="0">
                          <a:latin typeface="メイリオ" panose="020B0604030504040204" pitchFamily="50" charset="-128"/>
                          <a:ea typeface="メイリオ" panose="020B0604030504040204" pitchFamily="50" charset="-128"/>
                        </a:rPr>
                        <a:t>トン</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700" dirty="0">
                          <a:latin typeface="メイリオ" panose="020B0604030504040204" pitchFamily="50" charset="-128"/>
                          <a:ea typeface="メイリオ" panose="020B0604030504040204" pitchFamily="50" charset="-128"/>
                        </a:rPr>
                        <a:t>スイング回数</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9856299"/>
                  </a:ext>
                </a:extLst>
              </a:tr>
              <a:tr h="130446">
                <a:tc>
                  <a:txBody>
                    <a:bodyPr/>
                    <a:lstStyle/>
                    <a:p>
                      <a:r>
                        <a:rPr kumimoji="1" lang="ja-JP" altLang="en-US" sz="700" dirty="0">
                          <a:latin typeface="メイリオ" panose="020B0604030504040204" pitchFamily="50" charset="-128"/>
                          <a:ea typeface="メイリオ" panose="020B0604030504040204" pitchFamily="50" charset="-128"/>
                        </a:rPr>
                        <a:t>トントン</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700" dirty="0">
                          <a:latin typeface="メイリオ" panose="020B0604030504040204" pitchFamily="50" charset="-128"/>
                          <a:ea typeface="メイリオ" panose="020B0604030504040204" pitchFamily="50" charset="-128"/>
                        </a:rPr>
                        <a:t>平均スコア（</a:t>
                      </a:r>
                      <a:r>
                        <a:rPr kumimoji="1" lang="en-US" altLang="ja-JP" sz="700" dirty="0">
                          <a:latin typeface="メイリオ" panose="020B0604030504040204" pitchFamily="50" charset="-128"/>
                          <a:ea typeface="メイリオ" panose="020B0604030504040204" pitchFamily="50" charset="-128"/>
                        </a:rPr>
                        <a:t>1</a:t>
                      </a:r>
                      <a:r>
                        <a:rPr kumimoji="1" lang="ja-JP" altLang="en-US" sz="700" dirty="0">
                          <a:latin typeface="メイリオ" panose="020B0604030504040204" pitchFamily="50" charset="-128"/>
                          <a:ea typeface="メイリオ" panose="020B0604030504040204" pitchFamily="50" charset="-128"/>
                        </a:rPr>
                        <a:t>秒）</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ベストスコア（</a:t>
                      </a:r>
                      <a:r>
                        <a:rPr kumimoji="1" lang="en-US" altLang="ja-JP" sz="700" dirty="0">
                          <a:latin typeface="メイリオ" panose="020B0604030504040204" pitchFamily="50" charset="-128"/>
                          <a:ea typeface="メイリオ" panose="020B0604030504040204" pitchFamily="50" charset="-128"/>
                        </a:rPr>
                        <a:t>1</a:t>
                      </a:r>
                      <a:r>
                        <a:rPr kumimoji="1" lang="ja-JP" altLang="en-US" sz="700" dirty="0">
                          <a:latin typeface="メイリオ" panose="020B0604030504040204" pitchFamily="50" charset="-128"/>
                          <a:ea typeface="メイリオ" panose="020B0604030504040204" pitchFamily="50" charset="-128"/>
                        </a:rPr>
                        <a:t>秒）</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58015"/>
                  </a:ext>
                </a:extLst>
              </a:tr>
            </a:tbl>
          </a:graphicData>
        </a:graphic>
      </p:graphicFrame>
      <p:sp>
        <p:nvSpPr>
          <p:cNvPr id="44" name="TextBox 43">
            <a:extLst>
              <a:ext uri="{FF2B5EF4-FFF2-40B4-BE49-F238E27FC236}">
                <a16:creationId xmlns:a16="http://schemas.microsoft.com/office/drawing/2014/main" id="{0952983C-55C3-8ACE-A68A-1BFD7CF0DB65}"/>
              </a:ext>
            </a:extLst>
          </p:cNvPr>
          <p:cNvSpPr txBox="1"/>
          <p:nvPr/>
        </p:nvSpPr>
        <p:spPr>
          <a:xfrm>
            <a:off x="5050749" y="6351884"/>
            <a:ext cx="2078925" cy="276999"/>
          </a:xfrm>
          <a:prstGeom prst="rect">
            <a:avLst/>
          </a:prstGeom>
          <a:noFill/>
        </p:spPr>
        <p:txBody>
          <a:bodyPr wrap="square" rtlCol="0">
            <a:spAutoFit/>
          </a:bodyPr>
          <a:lstStyle/>
          <a:p>
            <a:r>
              <a:rPr kumimoji="1" lang="ja-JP" altLang="en-US" sz="1200" b="1" dirty="0">
                <a:solidFill>
                  <a:srgbClr val="FF0000"/>
                </a:solidFill>
                <a:latin typeface="メイリオ" panose="020B0604030504040204" pitchFamily="50" charset="-128"/>
                <a:ea typeface="メイリオ" panose="020B0604030504040204" pitchFamily="50" charset="-128"/>
              </a:rPr>
              <a:t>⚠️</a:t>
            </a:r>
            <a:r>
              <a:rPr kumimoji="1" lang="ja-JP" altLang="en-US" sz="700" b="1" dirty="0">
                <a:solidFill>
                  <a:srgbClr val="FF0000"/>
                </a:solidFill>
                <a:latin typeface="メイリオ" panose="020B0604030504040204" pitchFamily="50" charset="-128"/>
                <a:ea typeface="メイリオ" panose="020B0604030504040204" pitchFamily="50" charset="-128"/>
              </a:rPr>
              <a:t>電源オフすると記録はリセットされます。</a:t>
            </a:r>
          </a:p>
        </p:txBody>
      </p:sp>
      <p:sp>
        <p:nvSpPr>
          <p:cNvPr id="48" name="TextBox 47">
            <a:extLst>
              <a:ext uri="{FF2B5EF4-FFF2-40B4-BE49-F238E27FC236}">
                <a16:creationId xmlns:a16="http://schemas.microsoft.com/office/drawing/2014/main" id="{F97959B6-B19D-0C4C-046C-837424A41A18}"/>
              </a:ext>
            </a:extLst>
          </p:cNvPr>
          <p:cNvSpPr txBox="1"/>
          <p:nvPr/>
        </p:nvSpPr>
        <p:spPr>
          <a:xfrm>
            <a:off x="7182489" y="431664"/>
            <a:ext cx="1784721" cy="369332"/>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rPr>
              <a:t>電池交換</a:t>
            </a:r>
            <a:endParaRPr kumimoji="1" lang="ja-JP" altLang="en-US" b="1" dirty="0">
              <a:latin typeface="メイリオ" panose="020B0604030504040204" pitchFamily="50" charset="-128"/>
              <a:ea typeface="メイリオ" panose="020B0604030504040204" pitchFamily="50" charset="-128"/>
            </a:endParaRPr>
          </a:p>
        </p:txBody>
      </p:sp>
      <p:sp>
        <p:nvSpPr>
          <p:cNvPr id="49" name="TextBox 48">
            <a:extLst>
              <a:ext uri="{FF2B5EF4-FFF2-40B4-BE49-F238E27FC236}">
                <a16:creationId xmlns:a16="http://schemas.microsoft.com/office/drawing/2014/main" id="{A1A65A68-3EDD-80F2-FE8A-1E48BCA8E12A}"/>
              </a:ext>
            </a:extLst>
          </p:cNvPr>
          <p:cNvSpPr txBox="1"/>
          <p:nvPr/>
        </p:nvSpPr>
        <p:spPr>
          <a:xfrm>
            <a:off x="7524389" y="782870"/>
            <a:ext cx="3363561" cy="707886"/>
          </a:xfrm>
          <a:prstGeom prst="rect">
            <a:avLst/>
          </a:prstGeom>
          <a:noFill/>
        </p:spPr>
        <p:txBody>
          <a:bodyPr wrap="square" rtlCol="0">
            <a:spAutoFit/>
          </a:bodyPr>
          <a:lstStyle/>
          <a:p>
            <a:r>
              <a:rPr kumimoji="1" lang="ja-JP" altLang="en-US" sz="800" dirty="0">
                <a:latin typeface="メイリオ" panose="020B0604030504040204" pitchFamily="50" charset="-128"/>
                <a:ea typeface="メイリオ" panose="020B0604030504040204" pitchFamily="50" charset="-128"/>
              </a:rPr>
              <a:t>表示が不安定、音が小さい、</a:t>
            </a:r>
            <a:r>
              <a:rPr kumimoji="1" lang="ja-JP" altLang="en-US" sz="800" b="1" dirty="0">
                <a:latin typeface="メイリオ" panose="020B0604030504040204" pitchFamily="50" charset="-128"/>
                <a:ea typeface="メイリオ" panose="020B0604030504040204" pitchFamily="50" charset="-128"/>
              </a:rPr>
              <a:t>使用中にリセットがかかる</a:t>
            </a:r>
            <a:r>
              <a:rPr kumimoji="1" lang="ja-JP" altLang="en-US" sz="800" dirty="0">
                <a:latin typeface="メイリオ" panose="020B0604030504040204" pitchFamily="50" charset="-128"/>
                <a:ea typeface="メイリオ" panose="020B0604030504040204" pitchFamily="50" charset="-128"/>
              </a:rPr>
              <a:t>、といった場合は電池交換の合図になります。</a:t>
            </a:r>
            <a:br>
              <a:rPr kumimoji="1" lang="ja-JP" altLang="en-US" sz="800" dirty="0">
                <a:latin typeface="メイリオ" panose="020B0604030504040204" pitchFamily="50" charset="-128"/>
                <a:ea typeface="メイリオ" panose="020B0604030504040204" pitchFamily="50" charset="-128"/>
              </a:rPr>
            </a:br>
            <a:endParaRPr kumimoji="1" lang="ja-JP" altLang="en-US" sz="800" dirty="0">
              <a:latin typeface="メイリオ" panose="020B0604030504040204" pitchFamily="50" charset="-128"/>
              <a:ea typeface="メイリオ" panose="020B0604030504040204" pitchFamily="50" charset="-128"/>
            </a:endParaRPr>
          </a:p>
          <a:p>
            <a:r>
              <a:rPr kumimoji="1" lang="en-US" altLang="ja-JP" sz="800" dirty="0">
                <a:latin typeface="メイリオ" panose="020B0604030504040204" pitchFamily="50" charset="-128"/>
                <a:ea typeface="メイリオ" panose="020B0604030504040204" pitchFamily="50" charset="-128"/>
              </a:rPr>
              <a:t>※ </a:t>
            </a:r>
            <a:r>
              <a:rPr kumimoji="1" lang="ja-JP" altLang="en-US" sz="800" dirty="0">
                <a:latin typeface="メイリオ" panose="020B0604030504040204" pitchFamily="50" charset="-128"/>
                <a:ea typeface="メイリオ" panose="020B0604030504040204" pitchFamily="50" charset="-128"/>
              </a:rPr>
              <a:t>電源オン時に表示される電池残量は目安です。正確な残量計ではありません。</a:t>
            </a:r>
          </a:p>
        </p:txBody>
      </p:sp>
      <p:pic>
        <p:nvPicPr>
          <p:cNvPr id="50" name="Picture 49">
            <a:extLst>
              <a:ext uri="{FF2B5EF4-FFF2-40B4-BE49-F238E27FC236}">
                <a16:creationId xmlns:a16="http://schemas.microsoft.com/office/drawing/2014/main" id="{6742549C-DCA3-D472-6613-6DFDE4316F5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97187" y="1526348"/>
            <a:ext cx="1188888" cy="1188888"/>
          </a:xfrm>
          <a:prstGeom prst="rect">
            <a:avLst/>
          </a:prstGeom>
        </p:spPr>
      </p:pic>
      <p:sp>
        <p:nvSpPr>
          <p:cNvPr id="51" name="Oval 50">
            <a:extLst>
              <a:ext uri="{FF2B5EF4-FFF2-40B4-BE49-F238E27FC236}">
                <a16:creationId xmlns:a16="http://schemas.microsoft.com/office/drawing/2014/main" id="{4EE56C35-4940-C81A-898A-F473CE99D77F}"/>
              </a:ext>
            </a:extLst>
          </p:cNvPr>
          <p:cNvSpPr/>
          <p:nvPr/>
        </p:nvSpPr>
        <p:spPr>
          <a:xfrm>
            <a:off x="7704240" y="1540835"/>
            <a:ext cx="179453" cy="179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Oval 51">
            <a:extLst>
              <a:ext uri="{FF2B5EF4-FFF2-40B4-BE49-F238E27FC236}">
                <a16:creationId xmlns:a16="http://schemas.microsoft.com/office/drawing/2014/main" id="{2F584901-9E4F-26CF-2B2E-D4728D36E107}"/>
              </a:ext>
            </a:extLst>
          </p:cNvPr>
          <p:cNvSpPr/>
          <p:nvPr/>
        </p:nvSpPr>
        <p:spPr>
          <a:xfrm>
            <a:off x="8300687" y="1540835"/>
            <a:ext cx="179453" cy="179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Oval 52">
            <a:extLst>
              <a:ext uri="{FF2B5EF4-FFF2-40B4-BE49-F238E27FC236}">
                <a16:creationId xmlns:a16="http://schemas.microsoft.com/office/drawing/2014/main" id="{1CD2D33D-A62B-B28F-274C-F93B44FE0A99}"/>
              </a:ext>
            </a:extLst>
          </p:cNvPr>
          <p:cNvSpPr/>
          <p:nvPr/>
        </p:nvSpPr>
        <p:spPr>
          <a:xfrm>
            <a:off x="7704240" y="2414831"/>
            <a:ext cx="179453" cy="179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Oval 53">
            <a:extLst>
              <a:ext uri="{FF2B5EF4-FFF2-40B4-BE49-F238E27FC236}">
                <a16:creationId xmlns:a16="http://schemas.microsoft.com/office/drawing/2014/main" id="{491E1FFA-AE8A-4343-74ED-A6F3F5E3B8D8}"/>
              </a:ext>
            </a:extLst>
          </p:cNvPr>
          <p:cNvSpPr/>
          <p:nvPr/>
        </p:nvSpPr>
        <p:spPr>
          <a:xfrm>
            <a:off x="8300687" y="2414831"/>
            <a:ext cx="179453" cy="179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TextBox 54">
            <a:extLst>
              <a:ext uri="{FF2B5EF4-FFF2-40B4-BE49-F238E27FC236}">
                <a16:creationId xmlns:a16="http://schemas.microsoft.com/office/drawing/2014/main" id="{3EB08440-4FB0-01BD-8ED9-8F041863EF06}"/>
              </a:ext>
            </a:extLst>
          </p:cNvPr>
          <p:cNvSpPr txBox="1"/>
          <p:nvPr/>
        </p:nvSpPr>
        <p:spPr>
          <a:xfrm>
            <a:off x="8846487" y="1879101"/>
            <a:ext cx="1781163" cy="307777"/>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裏面の四隅のネジを外して、ケースを開けます。</a:t>
            </a:r>
            <a:endParaRPr kumimoji="1" lang="en-US" altLang="ja-JP" sz="700" dirty="0">
              <a:latin typeface="メイリオ" panose="020B0604030504040204" pitchFamily="50" charset="-128"/>
              <a:ea typeface="メイリオ" panose="020B0604030504040204" pitchFamily="50" charset="-128"/>
            </a:endParaRPr>
          </a:p>
        </p:txBody>
      </p:sp>
      <p:pic>
        <p:nvPicPr>
          <p:cNvPr id="56" name="Picture 55">
            <a:extLst>
              <a:ext uri="{FF2B5EF4-FFF2-40B4-BE49-F238E27FC236}">
                <a16:creationId xmlns:a16="http://schemas.microsoft.com/office/drawing/2014/main" id="{50B7A4FA-58BB-1EC6-7CD6-DB1C1B70561E}"/>
              </a:ext>
            </a:extLst>
          </p:cNvPr>
          <p:cNvPicPr>
            <a:picLocks noChangeAspect="1"/>
          </p:cNvPicPr>
          <p:nvPr/>
        </p:nvPicPr>
        <p:blipFill>
          <a:blip r:embed="rId11"/>
          <a:srcRect l="15765" r="15766" b="38394"/>
          <a:stretch>
            <a:fillRect/>
          </a:stretch>
        </p:blipFill>
        <p:spPr>
          <a:xfrm>
            <a:off x="7480405" y="2696635"/>
            <a:ext cx="1188888" cy="1426288"/>
          </a:xfrm>
          <a:prstGeom prst="rect">
            <a:avLst/>
          </a:prstGeom>
        </p:spPr>
      </p:pic>
      <p:pic>
        <p:nvPicPr>
          <p:cNvPr id="57" name="Picture 56">
            <a:extLst>
              <a:ext uri="{FF2B5EF4-FFF2-40B4-BE49-F238E27FC236}">
                <a16:creationId xmlns:a16="http://schemas.microsoft.com/office/drawing/2014/main" id="{663CC0C1-6F42-898C-547C-E5EA5D0A7171}"/>
              </a:ext>
            </a:extLst>
          </p:cNvPr>
          <p:cNvPicPr>
            <a:picLocks noChangeAspect="1"/>
          </p:cNvPicPr>
          <p:nvPr/>
        </p:nvPicPr>
        <p:blipFill>
          <a:blip r:embed="rId12"/>
          <a:srcRect l="34773" t="62508" r="34520" b="11279"/>
          <a:stretch>
            <a:fillRect/>
          </a:stretch>
        </p:blipFill>
        <p:spPr>
          <a:xfrm>
            <a:off x="7721374" y="4137292"/>
            <a:ext cx="740515" cy="743803"/>
          </a:xfrm>
          <a:prstGeom prst="rect">
            <a:avLst/>
          </a:prstGeom>
          <a:effectLst>
            <a:outerShdw blurRad="50800" dist="38100" dir="2700000" algn="tl" rotWithShape="0">
              <a:prstClr val="black">
                <a:alpha val="40000"/>
              </a:prstClr>
            </a:outerShdw>
          </a:effectLst>
        </p:spPr>
      </p:pic>
      <p:sp>
        <p:nvSpPr>
          <p:cNvPr id="60" name="Arrow: Left 59">
            <a:extLst>
              <a:ext uri="{FF2B5EF4-FFF2-40B4-BE49-F238E27FC236}">
                <a16:creationId xmlns:a16="http://schemas.microsoft.com/office/drawing/2014/main" id="{F698BDAB-8E61-5B66-9AF5-CD6E0CC86F8E}"/>
              </a:ext>
            </a:extLst>
          </p:cNvPr>
          <p:cNvSpPr/>
          <p:nvPr/>
        </p:nvSpPr>
        <p:spPr>
          <a:xfrm rot="5400000">
            <a:off x="7953410" y="3861603"/>
            <a:ext cx="430549" cy="188133"/>
          </a:xfrm>
          <a:prstGeom prst="leftArrow">
            <a:avLst>
              <a:gd name="adj1" fmla="val 50400"/>
              <a:gd name="adj2" fmla="val 81930"/>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endParaRPr kumimoji="1" lang="en-US" altLang="ja-JP" sz="800" b="1" dirty="0">
              <a:latin typeface="メイリオ" panose="020B0604030504040204" pitchFamily="50" charset="-128"/>
              <a:ea typeface="メイリオ" panose="020B0604030504040204" pitchFamily="50" charset="-128"/>
            </a:endParaRPr>
          </a:p>
        </p:txBody>
      </p:sp>
      <p:sp>
        <p:nvSpPr>
          <p:cNvPr id="61" name="Arrow: Left 60">
            <a:extLst>
              <a:ext uri="{FF2B5EF4-FFF2-40B4-BE49-F238E27FC236}">
                <a16:creationId xmlns:a16="http://schemas.microsoft.com/office/drawing/2014/main" id="{5780FE41-0F65-FEF2-9088-02B3C0947838}"/>
              </a:ext>
            </a:extLst>
          </p:cNvPr>
          <p:cNvSpPr/>
          <p:nvPr/>
        </p:nvSpPr>
        <p:spPr>
          <a:xfrm rot="16200000">
            <a:off x="7762485" y="3873460"/>
            <a:ext cx="430549" cy="188133"/>
          </a:xfrm>
          <a:prstGeom prst="leftArrow">
            <a:avLst>
              <a:gd name="adj1" fmla="val 50400"/>
              <a:gd name="adj2" fmla="val 81930"/>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endParaRPr kumimoji="1" lang="en-US" altLang="ja-JP" sz="800" b="1" dirty="0">
              <a:latin typeface="メイリオ" panose="020B0604030504040204" pitchFamily="50" charset="-128"/>
              <a:ea typeface="メイリオ" panose="020B0604030504040204" pitchFamily="50" charset="-128"/>
            </a:endParaRPr>
          </a:p>
        </p:txBody>
      </p:sp>
      <p:sp>
        <p:nvSpPr>
          <p:cNvPr id="62" name="TextBox 61">
            <a:extLst>
              <a:ext uri="{FF2B5EF4-FFF2-40B4-BE49-F238E27FC236}">
                <a16:creationId xmlns:a16="http://schemas.microsoft.com/office/drawing/2014/main" id="{1C440D6D-3E19-DDB1-0414-790B0CCFBD2E}"/>
              </a:ext>
            </a:extLst>
          </p:cNvPr>
          <p:cNvSpPr txBox="1"/>
          <p:nvPr/>
        </p:nvSpPr>
        <p:spPr>
          <a:xfrm>
            <a:off x="8846487" y="3374369"/>
            <a:ext cx="1781163" cy="415498"/>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電池ホルダーがあるので電池を抜いて交換してください。</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（後ろから押すと出てきます）</a:t>
            </a:r>
            <a:endParaRPr kumimoji="1" lang="en-US" altLang="ja-JP" sz="700" dirty="0">
              <a:latin typeface="メイリオ" panose="020B0604030504040204" pitchFamily="50" charset="-128"/>
              <a:ea typeface="メイリオ" panose="020B0604030504040204" pitchFamily="50" charset="-128"/>
            </a:endParaRPr>
          </a:p>
        </p:txBody>
      </p:sp>
      <p:sp>
        <p:nvSpPr>
          <p:cNvPr id="63" name="TextBox 62">
            <a:extLst>
              <a:ext uri="{FF2B5EF4-FFF2-40B4-BE49-F238E27FC236}">
                <a16:creationId xmlns:a16="http://schemas.microsoft.com/office/drawing/2014/main" id="{B2D9FD8F-0BF0-1396-E82C-27B07601B93E}"/>
              </a:ext>
            </a:extLst>
          </p:cNvPr>
          <p:cNvSpPr txBox="1"/>
          <p:nvPr/>
        </p:nvSpPr>
        <p:spPr>
          <a:xfrm>
            <a:off x="8846487" y="4301444"/>
            <a:ext cx="1957245" cy="338554"/>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対応している電池は「</a:t>
            </a:r>
            <a:r>
              <a:rPr kumimoji="1" lang="en-US" altLang="ja-JP" sz="900" b="1" dirty="0">
                <a:solidFill>
                  <a:srgbClr val="FF0000"/>
                </a:solidFill>
                <a:latin typeface="メイリオ" panose="020B0604030504040204" pitchFamily="50" charset="-128"/>
                <a:ea typeface="メイリオ" panose="020B0604030504040204" pitchFamily="50" charset="-128"/>
              </a:rPr>
              <a:t>CR2450</a:t>
            </a:r>
            <a:r>
              <a:rPr kumimoji="1" lang="ja-JP" altLang="en-US" sz="700" dirty="0">
                <a:latin typeface="メイリオ" panose="020B0604030504040204" pitchFamily="50" charset="-128"/>
                <a:ea typeface="メイリオ" panose="020B0604030504040204" pitchFamily="50" charset="-128"/>
              </a:rPr>
              <a:t>」です。</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（ダイソーで</a:t>
            </a:r>
            <a:r>
              <a:rPr kumimoji="1" lang="en-US" altLang="ja-JP" sz="700" dirty="0">
                <a:latin typeface="メイリオ" panose="020B0604030504040204" pitchFamily="50" charset="-128"/>
                <a:ea typeface="メイリオ" panose="020B0604030504040204" pitchFamily="50" charset="-128"/>
              </a:rPr>
              <a:t>100</a:t>
            </a:r>
            <a:r>
              <a:rPr kumimoji="1" lang="ja-JP" altLang="en-US" sz="700" dirty="0">
                <a:latin typeface="メイリオ" panose="020B0604030504040204" pitchFamily="50" charset="-128"/>
                <a:ea typeface="メイリオ" panose="020B0604030504040204" pitchFamily="50" charset="-128"/>
              </a:rPr>
              <a:t>円で売ってます）</a:t>
            </a:r>
            <a:endParaRPr kumimoji="1" lang="en-US" altLang="ja-JP" sz="700" dirty="0">
              <a:latin typeface="メイリオ" panose="020B0604030504040204" pitchFamily="50" charset="-128"/>
              <a:ea typeface="メイリオ" panose="020B0604030504040204" pitchFamily="50" charset="-128"/>
            </a:endParaRPr>
          </a:p>
        </p:txBody>
      </p:sp>
      <p:sp>
        <p:nvSpPr>
          <p:cNvPr id="67" name="TextBox 66">
            <a:extLst>
              <a:ext uri="{FF2B5EF4-FFF2-40B4-BE49-F238E27FC236}">
                <a16:creationId xmlns:a16="http://schemas.microsoft.com/office/drawing/2014/main" id="{C31D2046-ED8B-A8F3-B7BC-6809AF2352F9}"/>
              </a:ext>
            </a:extLst>
          </p:cNvPr>
          <p:cNvSpPr txBox="1"/>
          <p:nvPr/>
        </p:nvSpPr>
        <p:spPr>
          <a:xfrm>
            <a:off x="7546668" y="4997183"/>
            <a:ext cx="3459170" cy="461665"/>
          </a:xfrm>
          <a:prstGeom prst="rect">
            <a:avLst/>
          </a:prstGeom>
          <a:noFill/>
        </p:spPr>
        <p:txBody>
          <a:bodyPr wrap="square">
            <a:spAutoFit/>
          </a:bodyPr>
          <a:lstStyle/>
          <a:p>
            <a:r>
              <a:rPr lang="ja-JP" altLang="en-US" sz="800" dirty="0">
                <a:latin typeface="メイリオ" panose="020B0604030504040204" pitchFamily="50" charset="-128"/>
                <a:ea typeface="メイリオ" panose="020B0604030504040204" pitchFamily="50" charset="-128"/>
              </a:rPr>
              <a:t>しばらく動きがない状態が続くと、本体は省電力状態になります。</a:t>
            </a:r>
          </a:p>
          <a:p>
            <a:r>
              <a:rPr lang="ja-JP" altLang="en-US" sz="800" dirty="0">
                <a:latin typeface="メイリオ" panose="020B0604030504040204" pitchFamily="50" charset="-128"/>
                <a:ea typeface="メイリオ" panose="020B0604030504040204" pitchFamily="50" charset="-128"/>
              </a:rPr>
              <a:t>省電力状態から再開する場合は、</a:t>
            </a:r>
            <a:r>
              <a:rPr lang="ja-JP" altLang="en-US" sz="800" b="1" dirty="0">
                <a:latin typeface="メイリオ" panose="020B0604030504040204" pitchFamily="50" charset="-128"/>
                <a:ea typeface="メイリオ" panose="020B0604030504040204" pitchFamily="50" charset="-128"/>
              </a:rPr>
              <a:t>電源スイッチを一度オフにしてから、もう一度オン</a:t>
            </a:r>
            <a:r>
              <a:rPr lang="ja-JP" altLang="en-US" sz="800" dirty="0">
                <a:latin typeface="メイリオ" panose="020B0604030504040204" pitchFamily="50" charset="-128"/>
                <a:ea typeface="メイリオ" panose="020B0604030504040204" pitchFamily="50" charset="-128"/>
              </a:rPr>
              <a:t>にします。</a:t>
            </a:r>
          </a:p>
        </p:txBody>
      </p:sp>
      <p:sp>
        <p:nvSpPr>
          <p:cNvPr id="68" name="TextBox 67">
            <a:extLst>
              <a:ext uri="{FF2B5EF4-FFF2-40B4-BE49-F238E27FC236}">
                <a16:creationId xmlns:a16="http://schemas.microsoft.com/office/drawing/2014/main" id="{8E0AF0CB-B72D-1C09-8780-1F9B02D18C67}"/>
              </a:ext>
            </a:extLst>
          </p:cNvPr>
          <p:cNvSpPr txBox="1"/>
          <p:nvPr/>
        </p:nvSpPr>
        <p:spPr>
          <a:xfrm>
            <a:off x="8240194" y="5514258"/>
            <a:ext cx="3781668" cy="1215717"/>
          </a:xfrm>
          <a:prstGeom prst="rect">
            <a:avLst/>
          </a:prstGeom>
          <a:noFill/>
          <a:ln>
            <a:solidFill>
              <a:schemeClr val="tx1"/>
            </a:solidFill>
          </a:ln>
        </p:spPr>
        <p:txBody>
          <a:bodyPr wrap="square" rtlCol="0">
            <a:spAutoFit/>
          </a:bodyPr>
          <a:lstStyle/>
          <a:p>
            <a:r>
              <a:rPr kumimoji="1" lang="ja-JP" altLang="en-US" sz="1000" b="1" dirty="0">
                <a:latin typeface="メイリオ" panose="020B0604030504040204" pitchFamily="50" charset="-128"/>
                <a:ea typeface="メイリオ" panose="020B0604030504040204" pitchFamily="50" charset="-128"/>
              </a:rPr>
              <a:t>⚠️</a:t>
            </a:r>
            <a:r>
              <a:rPr kumimoji="1" lang="ja-JP" altLang="en-US" sz="700" b="1" dirty="0">
                <a:latin typeface="メイリオ" panose="020B0604030504040204" pitchFamily="50" charset="-128"/>
                <a:ea typeface="メイリオ" panose="020B0604030504040204" pitchFamily="50" charset="-128"/>
              </a:rPr>
              <a:t> 使用上の注意</a:t>
            </a:r>
            <a:br>
              <a:rPr kumimoji="1" lang="en-US" altLang="ja-JP" sz="700" b="1" dirty="0">
                <a:latin typeface="メイリオ" panose="020B0604030504040204" pitchFamily="50" charset="-128"/>
                <a:ea typeface="メイリオ" panose="020B0604030504040204" pitchFamily="50" charset="-128"/>
              </a:rPr>
            </a:br>
            <a:endParaRPr kumimoji="1" lang="en-US" altLang="ja-JP" sz="700" b="1"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ja-JP" altLang="en-US" sz="700" dirty="0">
                <a:latin typeface="メイリオ" panose="020B0604030504040204" pitchFamily="50" charset="-128"/>
                <a:ea typeface="メイリオ" panose="020B0604030504040204" pitchFamily="50" charset="-128"/>
              </a:rPr>
              <a:t>取り付け</a:t>
            </a:r>
            <a:r>
              <a:rPr lang="ja-JP" altLang="ja-JP" sz="700" dirty="0">
                <a:latin typeface="メイリオ" panose="020B0604030504040204" pitchFamily="50" charset="-128"/>
                <a:ea typeface="メイリオ" panose="020B0604030504040204" pitchFamily="50" charset="-128"/>
              </a:rPr>
              <a:t>がゆるい状態で使うと、スイング中に外れて飛ぶ可能性があります。</a:t>
            </a:r>
            <a:br>
              <a:rPr lang="en-US" altLang="ja-JP" sz="700" dirty="0">
                <a:latin typeface="メイリオ" panose="020B0604030504040204" pitchFamily="50" charset="-128"/>
                <a:ea typeface="メイリオ" panose="020B0604030504040204" pitchFamily="50" charset="-128"/>
              </a:rPr>
            </a:br>
            <a:r>
              <a:rPr lang="ja-JP" altLang="ja-JP" sz="700" dirty="0">
                <a:latin typeface="メイリオ" panose="020B0604030504040204" pitchFamily="50" charset="-128"/>
                <a:ea typeface="メイリオ" panose="020B0604030504040204" pitchFamily="50" charset="-128"/>
              </a:rPr>
              <a:t>使用前に、本体がバットにしっかり固定されているか確認してから使</a:t>
            </a:r>
            <a:r>
              <a:rPr lang="ja-JP" altLang="en-US" sz="700" dirty="0">
                <a:latin typeface="メイリオ" panose="020B0604030504040204" pitchFamily="50" charset="-128"/>
                <a:ea typeface="メイリオ" panose="020B0604030504040204" pitchFamily="50" charset="-128"/>
              </a:rPr>
              <a:t>ってください。</a:t>
            </a:r>
            <a:br>
              <a:rPr lang="en-US" altLang="ja-JP" sz="700" dirty="0">
                <a:latin typeface="メイリオ" panose="020B0604030504040204" pitchFamily="50" charset="-128"/>
                <a:ea typeface="メイリオ" panose="020B0604030504040204" pitchFamily="50" charset="-128"/>
              </a:rPr>
            </a:br>
            <a:endParaRPr lang="en-US" altLang="ja-JP" sz="700"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kumimoji="1" lang="ja-JP" altLang="en-US" sz="700" dirty="0">
                <a:latin typeface="メイリオ" panose="020B0604030504040204" pitchFamily="50" charset="-128"/>
                <a:ea typeface="メイリオ" panose="020B0604030504040204" pitchFamily="50" charset="-128"/>
              </a:rPr>
              <a:t>装着した状態でボールやその他のものを打たない</a:t>
            </a:r>
            <a:r>
              <a:rPr lang="ja-JP" altLang="en-US" sz="700" dirty="0">
                <a:latin typeface="メイリオ" panose="020B0604030504040204" pitchFamily="50" charset="-128"/>
                <a:ea typeface="メイリオ" panose="020B0604030504040204" pitchFamily="50" charset="-128"/>
              </a:rPr>
              <a:t>でください。</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衝撃に耐えられずすぐに壊れます。</a:t>
            </a:r>
            <a:br>
              <a:rPr kumimoji="1" lang="en-US" altLang="ja-JP" sz="700" dirty="0">
                <a:latin typeface="メイリオ" panose="020B0604030504040204" pitchFamily="50" charset="-128"/>
                <a:ea typeface="メイリオ" panose="020B0604030504040204" pitchFamily="50" charset="-128"/>
              </a:rPr>
            </a:br>
            <a:endParaRPr lang="en-US" altLang="ja-JP" sz="700"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ja-JP" altLang="ja-JP" sz="700" dirty="0">
                <a:latin typeface="メイリオ" panose="020B0604030504040204" pitchFamily="50" charset="-128"/>
                <a:ea typeface="メイリオ" panose="020B0604030504040204" pitchFamily="50" charset="-128"/>
              </a:rPr>
              <a:t>本体は防水仕様ではありません。</a:t>
            </a:r>
            <a:br>
              <a:rPr lang="en-US" altLang="ja-JP" sz="700" dirty="0">
                <a:latin typeface="メイリオ" panose="020B0604030504040204" pitchFamily="50" charset="-128"/>
                <a:ea typeface="メイリオ" panose="020B0604030504040204" pitchFamily="50" charset="-128"/>
              </a:rPr>
            </a:br>
            <a:r>
              <a:rPr lang="ja-JP" altLang="ja-JP" sz="700" dirty="0">
                <a:latin typeface="メイリオ" panose="020B0604030504040204" pitchFamily="50" charset="-128"/>
                <a:ea typeface="メイリオ" panose="020B0604030504040204" pitchFamily="50" charset="-128"/>
              </a:rPr>
              <a:t>雨、水、汗で濡れた状態、砂や泥が多い場所での使用は避けた方が安全です。</a:t>
            </a:r>
            <a:endParaRPr lang="en-US" altLang="ja-JP"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73356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E1AF7A-E941-D3C5-3354-82594A1FF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60" y="881742"/>
            <a:ext cx="1034074" cy="1034074"/>
          </a:xfrm>
          <a:prstGeom prst="rect">
            <a:avLst/>
          </a:prstGeom>
        </p:spPr>
      </p:pic>
      <p:sp>
        <p:nvSpPr>
          <p:cNvPr id="4" name="TextBox 3">
            <a:extLst>
              <a:ext uri="{FF2B5EF4-FFF2-40B4-BE49-F238E27FC236}">
                <a16:creationId xmlns:a16="http://schemas.microsoft.com/office/drawing/2014/main" id="{0FC49063-8CC8-7873-8DB0-236A2DEC3146}"/>
              </a:ext>
            </a:extLst>
          </p:cNvPr>
          <p:cNvSpPr txBox="1"/>
          <p:nvPr/>
        </p:nvSpPr>
        <p:spPr>
          <a:xfrm>
            <a:off x="243319" y="431664"/>
            <a:ext cx="1784721" cy="369332"/>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専用記録アプリ</a:t>
            </a:r>
          </a:p>
        </p:txBody>
      </p:sp>
      <p:pic>
        <p:nvPicPr>
          <p:cNvPr id="7" name="Picture 6">
            <a:extLst>
              <a:ext uri="{FF2B5EF4-FFF2-40B4-BE49-F238E27FC236}">
                <a16:creationId xmlns:a16="http://schemas.microsoft.com/office/drawing/2014/main" id="{8B7B6530-AF12-DFCF-FD8B-E3C61302B6AF}"/>
              </a:ext>
            </a:extLst>
          </p:cNvPr>
          <p:cNvPicPr>
            <a:picLocks noChangeAspect="1"/>
          </p:cNvPicPr>
          <p:nvPr/>
        </p:nvPicPr>
        <p:blipFill>
          <a:blip r:embed="rId3">
            <a:extLst>
              <a:ext uri="{28A0092B-C50C-407E-A947-70E740481C1C}">
                <a14:useLocalDpi xmlns:a14="http://schemas.microsoft.com/office/drawing/2010/main" val="0"/>
              </a:ext>
            </a:extLst>
          </a:blip>
          <a:srcRect t="89440"/>
          <a:stretch>
            <a:fillRect/>
          </a:stretch>
        </p:blipFill>
        <p:spPr>
          <a:xfrm>
            <a:off x="2447674" y="1140126"/>
            <a:ext cx="1616074" cy="369332"/>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E135CFD6-A90E-3B5A-83EB-36C596F08A42}"/>
              </a:ext>
            </a:extLst>
          </p:cNvPr>
          <p:cNvPicPr>
            <a:picLocks noChangeAspect="1"/>
          </p:cNvPicPr>
          <p:nvPr/>
        </p:nvPicPr>
        <p:blipFill>
          <a:blip r:embed="rId4">
            <a:extLst>
              <a:ext uri="{28A0092B-C50C-407E-A947-70E740481C1C}">
                <a14:useLocalDpi xmlns:a14="http://schemas.microsoft.com/office/drawing/2010/main" val="0"/>
              </a:ext>
            </a:extLst>
          </a:blip>
          <a:srcRect t="28613" b="28564"/>
          <a:stretch>
            <a:fillRect/>
          </a:stretch>
        </p:blipFill>
        <p:spPr>
          <a:xfrm>
            <a:off x="2447675" y="1692246"/>
            <a:ext cx="1616074" cy="1497752"/>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4ABF9D3C-DF57-5BA7-3608-7A4FF062D3F8}"/>
              </a:ext>
            </a:extLst>
          </p:cNvPr>
          <p:cNvSpPr txBox="1"/>
          <p:nvPr/>
        </p:nvSpPr>
        <p:spPr>
          <a:xfrm>
            <a:off x="2279027" y="554202"/>
            <a:ext cx="1363232" cy="307777"/>
          </a:xfrm>
          <a:prstGeom prst="rect">
            <a:avLst/>
          </a:prstGeom>
          <a:noFill/>
        </p:spPr>
        <p:txBody>
          <a:bodyPr wrap="square" rtlCol="0">
            <a:spAutoFit/>
          </a:bodyPr>
          <a:lstStyle/>
          <a:p>
            <a:r>
              <a:rPr kumimoji="1" lang="en-US" altLang="ja-JP" sz="1400" b="1" dirty="0">
                <a:latin typeface="メイリオ" panose="020B0604030504040204" pitchFamily="50" charset="-128"/>
                <a:ea typeface="メイリオ" panose="020B0604030504040204" pitchFamily="50" charset="-128"/>
              </a:rPr>
              <a:t>iOS</a:t>
            </a:r>
            <a:r>
              <a:rPr kumimoji="1" lang="ja-JP" altLang="en-US" sz="1400" b="1" dirty="0">
                <a:latin typeface="メイリオ" panose="020B0604030504040204" pitchFamily="50" charset="-128"/>
                <a:ea typeface="メイリオ" panose="020B0604030504040204" pitchFamily="50" charset="-128"/>
              </a:rPr>
              <a:t>の場合</a:t>
            </a:r>
          </a:p>
        </p:txBody>
      </p:sp>
      <p:sp>
        <p:nvSpPr>
          <p:cNvPr id="12" name="Oval 11">
            <a:extLst>
              <a:ext uri="{FF2B5EF4-FFF2-40B4-BE49-F238E27FC236}">
                <a16:creationId xmlns:a16="http://schemas.microsoft.com/office/drawing/2014/main" id="{1E21B763-2756-6A07-52CF-DA2EC27B9C12}"/>
              </a:ext>
            </a:extLst>
          </p:cNvPr>
          <p:cNvSpPr/>
          <p:nvPr/>
        </p:nvSpPr>
        <p:spPr>
          <a:xfrm>
            <a:off x="3139873" y="1233395"/>
            <a:ext cx="220521" cy="2205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TextBox 12">
            <a:extLst>
              <a:ext uri="{FF2B5EF4-FFF2-40B4-BE49-F238E27FC236}">
                <a16:creationId xmlns:a16="http://schemas.microsoft.com/office/drawing/2014/main" id="{566FBD40-8123-2FE1-A1E5-7593C3EBE4D9}"/>
              </a:ext>
            </a:extLst>
          </p:cNvPr>
          <p:cNvSpPr txBox="1"/>
          <p:nvPr/>
        </p:nvSpPr>
        <p:spPr>
          <a:xfrm>
            <a:off x="4231963" y="1233395"/>
            <a:ext cx="1363232" cy="200055"/>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共有マークを選択。</a:t>
            </a:r>
          </a:p>
        </p:txBody>
      </p:sp>
      <p:sp>
        <p:nvSpPr>
          <p:cNvPr id="14" name="Rectangle: Rounded Corners 13">
            <a:extLst>
              <a:ext uri="{FF2B5EF4-FFF2-40B4-BE49-F238E27FC236}">
                <a16:creationId xmlns:a16="http://schemas.microsoft.com/office/drawing/2014/main" id="{CE878953-9BAA-2530-C943-2D491622423A}"/>
              </a:ext>
            </a:extLst>
          </p:cNvPr>
          <p:cNvSpPr/>
          <p:nvPr/>
        </p:nvSpPr>
        <p:spPr>
          <a:xfrm>
            <a:off x="2545978" y="2956129"/>
            <a:ext cx="1408309" cy="22052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Box 14">
            <a:extLst>
              <a:ext uri="{FF2B5EF4-FFF2-40B4-BE49-F238E27FC236}">
                <a16:creationId xmlns:a16="http://schemas.microsoft.com/office/drawing/2014/main" id="{EBE74208-12CD-98B6-4E4A-C92850871DD1}"/>
              </a:ext>
            </a:extLst>
          </p:cNvPr>
          <p:cNvSpPr txBox="1"/>
          <p:nvPr/>
        </p:nvSpPr>
        <p:spPr>
          <a:xfrm>
            <a:off x="4231963" y="2234081"/>
            <a:ext cx="1708300" cy="307777"/>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「もっと見る」を押すと出てくる「</a:t>
            </a:r>
            <a:r>
              <a:rPr kumimoji="1" lang="ja-JP" altLang="en-US" sz="700" b="1" dirty="0">
                <a:latin typeface="メイリオ" panose="020B0604030504040204" pitchFamily="50" charset="-128"/>
                <a:ea typeface="メイリオ" panose="020B0604030504040204" pitchFamily="50" charset="-128"/>
              </a:rPr>
              <a:t>ホーム画面に追加</a:t>
            </a:r>
            <a:r>
              <a:rPr kumimoji="1" lang="ja-JP" altLang="en-US" sz="700" dirty="0">
                <a:latin typeface="メイリオ" panose="020B0604030504040204" pitchFamily="50" charset="-128"/>
                <a:ea typeface="メイリオ" panose="020B0604030504040204" pitchFamily="50" charset="-128"/>
              </a:rPr>
              <a:t>」を選択。</a:t>
            </a:r>
          </a:p>
        </p:txBody>
      </p:sp>
      <p:pic>
        <p:nvPicPr>
          <p:cNvPr id="17" name="Picture 16">
            <a:extLst>
              <a:ext uri="{FF2B5EF4-FFF2-40B4-BE49-F238E27FC236}">
                <a16:creationId xmlns:a16="http://schemas.microsoft.com/office/drawing/2014/main" id="{AB717E5C-0185-05D4-161A-762F6A72BA5C}"/>
              </a:ext>
            </a:extLst>
          </p:cNvPr>
          <p:cNvPicPr>
            <a:picLocks noChangeAspect="1"/>
          </p:cNvPicPr>
          <p:nvPr/>
        </p:nvPicPr>
        <p:blipFill>
          <a:blip r:embed="rId5"/>
          <a:stretch>
            <a:fillRect/>
          </a:stretch>
        </p:blipFill>
        <p:spPr>
          <a:xfrm>
            <a:off x="2687211" y="3282943"/>
            <a:ext cx="968352" cy="968352"/>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14A57E12-2EDE-6330-4932-EDC0B1F7779D}"/>
              </a:ext>
            </a:extLst>
          </p:cNvPr>
          <p:cNvSpPr txBox="1"/>
          <p:nvPr/>
        </p:nvSpPr>
        <p:spPr>
          <a:xfrm>
            <a:off x="4231963" y="3613230"/>
            <a:ext cx="1708300" cy="415498"/>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インストール完了。</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ホーム画面に追加されたアイコンをタップして開始。</a:t>
            </a:r>
          </a:p>
        </p:txBody>
      </p:sp>
      <p:sp>
        <p:nvSpPr>
          <p:cNvPr id="19" name="TextBox 18">
            <a:extLst>
              <a:ext uri="{FF2B5EF4-FFF2-40B4-BE49-F238E27FC236}">
                <a16:creationId xmlns:a16="http://schemas.microsoft.com/office/drawing/2014/main" id="{43A3BB4A-5EAD-14F4-519D-4871041A6781}"/>
              </a:ext>
            </a:extLst>
          </p:cNvPr>
          <p:cNvSpPr txBox="1"/>
          <p:nvPr/>
        </p:nvSpPr>
        <p:spPr>
          <a:xfrm>
            <a:off x="2447674" y="4453881"/>
            <a:ext cx="1839110" cy="307777"/>
          </a:xfrm>
          <a:prstGeom prst="rect">
            <a:avLst/>
          </a:prstGeom>
          <a:noFill/>
        </p:spPr>
        <p:txBody>
          <a:bodyPr wrap="square" rtlCol="0">
            <a:spAutoFit/>
          </a:bodyPr>
          <a:lstStyle/>
          <a:p>
            <a:r>
              <a:rPr kumimoji="1" lang="en-US" altLang="ja-JP" sz="1400" b="1" dirty="0">
                <a:latin typeface="メイリオ" panose="020B0604030504040204" pitchFamily="50" charset="-128"/>
                <a:ea typeface="メイリオ" panose="020B0604030504040204" pitchFamily="50" charset="-128"/>
              </a:rPr>
              <a:t>Android</a:t>
            </a:r>
            <a:r>
              <a:rPr kumimoji="1" lang="ja-JP" altLang="en-US" sz="1400" b="1" dirty="0">
                <a:latin typeface="メイリオ" panose="020B0604030504040204" pitchFamily="50" charset="-128"/>
                <a:ea typeface="メイリオ" panose="020B0604030504040204" pitchFamily="50" charset="-128"/>
              </a:rPr>
              <a:t>の場合</a:t>
            </a:r>
          </a:p>
        </p:txBody>
      </p:sp>
      <p:sp>
        <p:nvSpPr>
          <p:cNvPr id="21" name="TextBox 20">
            <a:extLst>
              <a:ext uri="{FF2B5EF4-FFF2-40B4-BE49-F238E27FC236}">
                <a16:creationId xmlns:a16="http://schemas.microsoft.com/office/drawing/2014/main" id="{8060E79E-2676-30D2-4A06-FB2E3D6332A2}"/>
              </a:ext>
            </a:extLst>
          </p:cNvPr>
          <p:cNvSpPr txBox="1"/>
          <p:nvPr/>
        </p:nvSpPr>
        <p:spPr>
          <a:xfrm>
            <a:off x="2616503" y="4768884"/>
            <a:ext cx="3323760" cy="1523494"/>
          </a:xfrm>
          <a:prstGeom prst="rect">
            <a:avLst/>
          </a:prstGeom>
          <a:noFill/>
        </p:spPr>
        <p:txBody>
          <a:bodyPr wrap="square">
            <a:spAutoFit/>
          </a:bodyPr>
          <a:lstStyle/>
          <a:p>
            <a:pPr>
              <a:spcBef>
                <a:spcPts val="900"/>
              </a:spcBef>
              <a:spcAft>
                <a:spcPts val="900"/>
              </a:spcAft>
              <a:buFont typeface="+mj-lt"/>
              <a:buAutoNum type="arabicPeriod"/>
            </a:pPr>
            <a:r>
              <a:rPr lang="ja-JP" altLang="ja-JP" sz="800" b="0" u="none" strike="noStrike" dirty="0">
                <a:effectLst/>
                <a:latin typeface="メイリオ" panose="020B0604030504040204" pitchFamily="50" charset="-128"/>
                <a:ea typeface="メイリオ" panose="020B0604030504040204" pitchFamily="50" charset="-128"/>
              </a:rPr>
              <a:t>画面右上にある </a:t>
            </a:r>
            <a:r>
              <a:rPr lang="ja-JP" altLang="ja-JP" sz="800" b="1" u="none" strike="noStrike" dirty="0">
                <a:effectLst/>
                <a:latin typeface="メイリオ" panose="020B0604030504040204" pitchFamily="50" charset="-128"/>
                <a:ea typeface="メイリオ" panose="020B0604030504040204" pitchFamily="50" charset="-128"/>
              </a:rPr>
              <a:t>「︙」（メニューアイコン）</a:t>
            </a:r>
            <a:r>
              <a:rPr lang="ja-JP" altLang="ja-JP" sz="800" b="0" u="none" strike="noStrike" dirty="0">
                <a:effectLst/>
                <a:latin typeface="メイリオ" panose="020B0604030504040204" pitchFamily="50" charset="-128"/>
                <a:ea typeface="メイリオ" panose="020B0604030504040204" pitchFamily="50" charset="-128"/>
              </a:rPr>
              <a:t> をタップします。</a:t>
            </a:r>
          </a:p>
          <a:p>
            <a:pPr>
              <a:spcBef>
                <a:spcPts val="900"/>
              </a:spcBef>
              <a:spcAft>
                <a:spcPts val="900"/>
              </a:spcAft>
              <a:buFont typeface="+mj-lt"/>
              <a:buAutoNum type="arabicPeriod"/>
            </a:pPr>
            <a:r>
              <a:rPr lang="ja-JP" altLang="ja-JP" sz="800" b="0" u="none" strike="noStrike" dirty="0">
                <a:effectLst/>
                <a:latin typeface="メイリオ" panose="020B0604030504040204" pitchFamily="50" charset="-128"/>
                <a:ea typeface="メイリオ" panose="020B0604030504040204" pitchFamily="50" charset="-128"/>
              </a:rPr>
              <a:t>メニューの中にある </a:t>
            </a:r>
            <a:r>
              <a:rPr lang="ja-JP" altLang="ja-JP" sz="800" b="1" u="none" strike="noStrike" dirty="0">
                <a:effectLst/>
                <a:latin typeface="メイリオ" panose="020B0604030504040204" pitchFamily="50" charset="-128"/>
                <a:ea typeface="メイリオ" panose="020B0604030504040204" pitchFamily="50" charset="-128"/>
              </a:rPr>
              <a:t>「アプリをインストール」</a:t>
            </a:r>
            <a:r>
              <a:rPr lang="ja-JP" altLang="ja-JP" sz="800" b="0" u="none" strike="noStrike" dirty="0">
                <a:effectLst/>
                <a:latin typeface="メイリオ" panose="020B0604030504040204" pitchFamily="50" charset="-128"/>
                <a:ea typeface="メイリオ" panose="020B0604030504040204" pitchFamily="50" charset="-128"/>
              </a:rPr>
              <a:t> または </a:t>
            </a:r>
            <a:r>
              <a:rPr lang="ja-JP" altLang="ja-JP" sz="800" b="1" u="none" strike="noStrike" dirty="0">
                <a:effectLst/>
                <a:latin typeface="メイリオ" panose="020B0604030504040204" pitchFamily="50" charset="-128"/>
                <a:ea typeface="メイリオ" panose="020B0604030504040204" pitchFamily="50" charset="-128"/>
              </a:rPr>
              <a:t>「ホーム画面に追加」</a:t>
            </a:r>
            <a:r>
              <a:rPr lang="ja-JP" altLang="ja-JP" sz="800" b="0" u="none" strike="noStrike" dirty="0">
                <a:effectLst/>
                <a:latin typeface="メイリオ" panose="020B0604030504040204" pitchFamily="50" charset="-128"/>
                <a:ea typeface="メイリオ" panose="020B0604030504040204" pitchFamily="50" charset="-128"/>
              </a:rPr>
              <a:t> を選択します。</a:t>
            </a:r>
          </a:p>
          <a:p>
            <a:pPr>
              <a:spcBef>
                <a:spcPts val="900"/>
              </a:spcBef>
              <a:spcAft>
                <a:spcPts val="900"/>
              </a:spcAft>
              <a:buFont typeface="+mj-lt"/>
              <a:buAutoNum type="arabicPeriod"/>
            </a:pPr>
            <a:r>
              <a:rPr lang="ja-JP" altLang="ja-JP" sz="800" b="0" u="none" strike="noStrike" dirty="0">
                <a:effectLst/>
                <a:latin typeface="メイリオ" panose="020B0604030504040204" pitchFamily="50" charset="-128"/>
                <a:ea typeface="メイリオ" panose="020B0604030504040204" pitchFamily="50" charset="-128"/>
              </a:rPr>
              <a:t>確認画面で </a:t>
            </a:r>
            <a:r>
              <a:rPr lang="ja-JP" altLang="ja-JP" sz="800" b="1" u="none" strike="noStrike" dirty="0">
                <a:effectLst/>
                <a:latin typeface="メイリオ" panose="020B0604030504040204" pitchFamily="50" charset="-128"/>
                <a:ea typeface="メイリオ" panose="020B0604030504040204" pitchFamily="50" charset="-128"/>
              </a:rPr>
              <a:t>「インストール」</a:t>
            </a:r>
            <a:r>
              <a:rPr lang="ja-JP" altLang="ja-JP" sz="800" b="0" u="none" strike="noStrike" dirty="0">
                <a:effectLst/>
                <a:latin typeface="メイリオ" panose="020B0604030504040204" pitchFamily="50" charset="-128"/>
                <a:ea typeface="メイリオ" panose="020B0604030504040204" pitchFamily="50" charset="-128"/>
              </a:rPr>
              <a:t> をタップします。</a:t>
            </a:r>
          </a:p>
          <a:p>
            <a:pPr>
              <a:spcBef>
                <a:spcPts val="900"/>
              </a:spcBef>
              <a:spcAft>
                <a:spcPts val="1200"/>
              </a:spcAft>
              <a:buNone/>
            </a:pPr>
            <a:r>
              <a:rPr lang="ja-JP" altLang="ja-JP" sz="800" b="0" u="none" strike="noStrike" dirty="0">
                <a:effectLst/>
                <a:latin typeface="メイリオ" panose="020B0604030504040204" pitchFamily="50" charset="-128"/>
                <a:ea typeface="メイリオ" panose="020B0604030504040204" pitchFamily="50" charset="-128"/>
              </a:rPr>
              <a:t>インストールが完了すると、アプリ一覧やホーム画面にアイコンが追加され、単体のアプリとして起動できるようになります。</a:t>
            </a:r>
          </a:p>
        </p:txBody>
      </p:sp>
      <p:sp>
        <p:nvSpPr>
          <p:cNvPr id="22" name="TextBox 21">
            <a:extLst>
              <a:ext uri="{FF2B5EF4-FFF2-40B4-BE49-F238E27FC236}">
                <a16:creationId xmlns:a16="http://schemas.microsoft.com/office/drawing/2014/main" id="{083B5F1D-000A-C7CB-41BD-FA0E8FF7D0BE}"/>
              </a:ext>
            </a:extLst>
          </p:cNvPr>
          <p:cNvSpPr txBox="1"/>
          <p:nvPr/>
        </p:nvSpPr>
        <p:spPr>
          <a:xfrm>
            <a:off x="403553" y="1957480"/>
            <a:ext cx="1438596" cy="307777"/>
          </a:xfrm>
          <a:prstGeom prst="rect">
            <a:avLst/>
          </a:prstGeom>
          <a:noFill/>
        </p:spPr>
        <p:txBody>
          <a:bodyPr wrap="square" rtlCol="0">
            <a:spAutoFit/>
          </a:bodyPr>
          <a:lstStyle/>
          <a:p>
            <a:r>
              <a:rPr kumimoji="1" lang="en-US" altLang="ja-JP" sz="700" dirty="0">
                <a:latin typeface="メイリオ" panose="020B0604030504040204" pitchFamily="50" charset="-128"/>
                <a:ea typeface="メイリオ" panose="020B0604030504040204" pitchFamily="50" charset="-128"/>
              </a:rPr>
              <a:t>QR</a:t>
            </a:r>
            <a:r>
              <a:rPr kumimoji="1" lang="ja-JP" altLang="en-US" sz="700" dirty="0">
                <a:latin typeface="メイリオ" panose="020B0604030504040204" pitchFamily="50" charset="-128"/>
                <a:ea typeface="メイリオ" panose="020B0604030504040204" pitchFamily="50" charset="-128"/>
              </a:rPr>
              <a:t>コードを読んでください。ブラウザが開きます。</a:t>
            </a:r>
          </a:p>
        </p:txBody>
      </p:sp>
      <p:sp>
        <p:nvSpPr>
          <p:cNvPr id="23" name="TextBox 22">
            <a:extLst>
              <a:ext uri="{FF2B5EF4-FFF2-40B4-BE49-F238E27FC236}">
                <a16:creationId xmlns:a16="http://schemas.microsoft.com/office/drawing/2014/main" id="{749915FF-FAC0-17D9-2E02-48BDFE7800BF}"/>
              </a:ext>
            </a:extLst>
          </p:cNvPr>
          <p:cNvSpPr txBox="1"/>
          <p:nvPr/>
        </p:nvSpPr>
        <p:spPr>
          <a:xfrm>
            <a:off x="6483932" y="554202"/>
            <a:ext cx="1363232" cy="307777"/>
          </a:xfrm>
          <a:prstGeom prst="rect">
            <a:avLst/>
          </a:prstGeom>
          <a:noFill/>
        </p:spPr>
        <p:txBody>
          <a:bodyPr wrap="square" rtlCol="0">
            <a:spAutoFit/>
          </a:bodyPr>
          <a:lstStyle/>
          <a:p>
            <a:r>
              <a:rPr kumimoji="1" lang="ja-JP" altLang="en-US" sz="1400" b="1" dirty="0">
                <a:latin typeface="メイリオ" panose="020B0604030504040204" pitchFamily="50" charset="-128"/>
                <a:ea typeface="メイリオ" panose="020B0604030504040204" pitchFamily="50" charset="-128"/>
              </a:rPr>
              <a:t>使い方</a:t>
            </a:r>
          </a:p>
        </p:txBody>
      </p:sp>
      <p:pic>
        <p:nvPicPr>
          <p:cNvPr id="27" name="Picture 26">
            <a:extLst>
              <a:ext uri="{FF2B5EF4-FFF2-40B4-BE49-F238E27FC236}">
                <a16:creationId xmlns:a16="http://schemas.microsoft.com/office/drawing/2014/main" id="{C33740A2-746C-BAFA-590D-893A50B06EEF}"/>
              </a:ext>
            </a:extLst>
          </p:cNvPr>
          <p:cNvPicPr>
            <a:picLocks noChangeAspect="1"/>
          </p:cNvPicPr>
          <p:nvPr/>
        </p:nvPicPr>
        <p:blipFill>
          <a:blip r:embed="rId6"/>
          <a:stretch>
            <a:fillRect/>
          </a:stretch>
        </p:blipFill>
        <p:spPr>
          <a:xfrm>
            <a:off x="6726093" y="861980"/>
            <a:ext cx="1832765" cy="1781104"/>
          </a:xfrm>
          <a:prstGeom prst="roundRect">
            <a:avLst>
              <a:gd name="adj" fmla="val 3183"/>
            </a:avLst>
          </a:prstGeom>
          <a:ln>
            <a:solidFill>
              <a:schemeClr val="bg1">
                <a:lumMod val="95000"/>
              </a:schemeClr>
            </a:solidFill>
          </a:ln>
          <a:effectLst>
            <a:outerShdw blurRad="50800" dist="38100" dir="2700000" algn="tl" rotWithShape="0">
              <a:prstClr val="black">
                <a:alpha val="40000"/>
              </a:prstClr>
            </a:outerShdw>
          </a:effectLst>
        </p:spPr>
      </p:pic>
      <p:sp>
        <p:nvSpPr>
          <p:cNvPr id="28" name="TextBox 27">
            <a:extLst>
              <a:ext uri="{FF2B5EF4-FFF2-40B4-BE49-F238E27FC236}">
                <a16:creationId xmlns:a16="http://schemas.microsoft.com/office/drawing/2014/main" id="{221EB849-DD82-B65C-EF60-90F2F59C0624}"/>
              </a:ext>
            </a:extLst>
          </p:cNvPr>
          <p:cNvSpPr txBox="1"/>
          <p:nvPr/>
        </p:nvSpPr>
        <p:spPr>
          <a:xfrm>
            <a:off x="8835606" y="1598643"/>
            <a:ext cx="1708300" cy="200055"/>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名前とバットを登録します。</a:t>
            </a:r>
          </a:p>
        </p:txBody>
      </p:sp>
      <p:sp>
        <p:nvSpPr>
          <p:cNvPr id="31" name="TextBox 30">
            <a:extLst>
              <a:ext uri="{FF2B5EF4-FFF2-40B4-BE49-F238E27FC236}">
                <a16:creationId xmlns:a16="http://schemas.microsoft.com/office/drawing/2014/main" id="{F3F67FAB-BB76-58B6-A5D5-95A8F25C8089}"/>
              </a:ext>
            </a:extLst>
          </p:cNvPr>
          <p:cNvSpPr txBox="1"/>
          <p:nvPr/>
        </p:nvSpPr>
        <p:spPr>
          <a:xfrm>
            <a:off x="8835605" y="3066389"/>
            <a:ext cx="2944803" cy="738664"/>
          </a:xfrm>
          <a:prstGeom prst="rect">
            <a:avLst/>
          </a:prstGeom>
          <a:noFill/>
        </p:spPr>
        <p:txBody>
          <a:bodyPr wrap="square" rtlCol="0">
            <a:spAutoFit/>
          </a:bodyPr>
          <a:lstStyle/>
          <a:p>
            <a:r>
              <a:rPr lang="ja-JP" altLang="en-US" sz="700" dirty="0">
                <a:latin typeface="メイリオ" panose="020B0604030504040204" pitchFamily="50" charset="-128"/>
                <a:ea typeface="メイリオ" panose="020B0604030504040204" pitchFamily="50" charset="-128"/>
              </a:rPr>
              <a:t>メニューから「バッジ」へ進みます。</a:t>
            </a:r>
            <a:br>
              <a:rPr lang="en-US" altLang="ja-JP" sz="700" dirty="0">
                <a:latin typeface="メイリオ" panose="020B0604030504040204" pitchFamily="50" charset="-128"/>
                <a:ea typeface="メイリオ" panose="020B0604030504040204" pitchFamily="50" charset="-128"/>
              </a:rPr>
            </a:br>
            <a:br>
              <a:rPr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目標とごほうびを決めてあげてください。</a:t>
            </a:r>
            <a:br>
              <a:rPr kumimoji="1" lang="en-US" altLang="ja-JP" sz="700" dirty="0">
                <a:latin typeface="メイリオ" panose="020B0604030504040204" pitchFamily="50" charset="-128"/>
                <a:ea typeface="メイリオ" panose="020B0604030504040204" pitchFamily="50" charset="-128"/>
              </a:rPr>
            </a:br>
            <a:r>
              <a:rPr lang="en-US" altLang="ja-JP" sz="700" dirty="0">
                <a:latin typeface="メイリオ" panose="020B0604030504040204" pitchFamily="50" charset="-128"/>
                <a:ea typeface="メイリオ" panose="020B0604030504040204" pitchFamily="50" charset="-128"/>
              </a:rPr>
              <a:t>※</a:t>
            </a:r>
            <a:r>
              <a:rPr lang="ja-JP" altLang="en-US" sz="700" dirty="0">
                <a:latin typeface="メイリオ" panose="020B0604030504040204" pitchFamily="50" charset="-128"/>
                <a:ea typeface="メイリオ" panose="020B0604030504040204" pitchFamily="50" charset="-128"/>
              </a:rPr>
              <a:t> 最初は目標</a:t>
            </a:r>
            <a:r>
              <a:rPr lang="en-US" altLang="ja-JP" sz="700" dirty="0">
                <a:latin typeface="メイリオ" panose="020B0604030504040204" pitchFamily="50" charset="-128"/>
                <a:ea typeface="メイリオ" panose="020B0604030504040204" pitchFamily="50" charset="-128"/>
              </a:rPr>
              <a:t>100</a:t>
            </a:r>
            <a:r>
              <a:rPr lang="ja-JP" altLang="en-US" sz="700" dirty="0">
                <a:latin typeface="メイリオ" panose="020B0604030504040204" pitchFamily="50" charset="-128"/>
                <a:ea typeface="メイリオ" panose="020B0604030504040204" pitchFamily="50" charset="-128"/>
              </a:rPr>
              <a:t>ポイントくらいが良いと思います。</a:t>
            </a:r>
            <a:endParaRPr lang="en-US" altLang="ja-JP" sz="700" dirty="0">
              <a:latin typeface="メイリオ" panose="020B0604030504040204" pitchFamily="50" charset="-128"/>
              <a:ea typeface="メイリオ" panose="020B0604030504040204" pitchFamily="50" charset="-128"/>
            </a:endParaRPr>
          </a:p>
          <a:p>
            <a:br>
              <a:rPr kumimoji="1" lang="en-US" altLang="ja-JP" sz="700" dirty="0">
                <a:latin typeface="メイリオ" panose="020B0604030504040204" pitchFamily="50" charset="-128"/>
                <a:ea typeface="メイリオ" panose="020B0604030504040204" pitchFamily="50" charset="-128"/>
              </a:rPr>
            </a:br>
            <a:endParaRPr kumimoji="1" lang="ja-JP" altLang="en-US" sz="700" dirty="0">
              <a:latin typeface="メイリオ" panose="020B0604030504040204" pitchFamily="50" charset="-128"/>
              <a:ea typeface="メイリオ" panose="020B0604030504040204" pitchFamily="50" charset="-128"/>
            </a:endParaRPr>
          </a:p>
        </p:txBody>
      </p:sp>
      <p:pic>
        <p:nvPicPr>
          <p:cNvPr id="38" name="Picture 37">
            <a:extLst>
              <a:ext uri="{FF2B5EF4-FFF2-40B4-BE49-F238E27FC236}">
                <a16:creationId xmlns:a16="http://schemas.microsoft.com/office/drawing/2014/main" id="{3AEEB6BB-EF4C-68E0-4123-498C07177778}"/>
              </a:ext>
            </a:extLst>
          </p:cNvPr>
          <p:cNvPicPr>
            <a:picLocks noChangeAspect="1"/>
          </p:cNvPicPr>
          <p:nvPr/>
        </p:nvPicPr>
        <p:blipFill>
          <a:blip r:embed="rId7"/>
          <a:stretch>
            <a:fillRect/>
          </a:stretch>
        </p:blipFill>
        <p:spPr>
          <a:xfrm>
            <a:off x="6726093" y="4287614"/>
            <a:ext cx="1915620" cy="820980"/>
          </a:xfrm>
          <a:prstGeom prst="roundRect">
            <a:avLst>
              <a:gd name="adj" fmla="val 5651"/>
            </a:avLst>
          </a:prstGeom>
          <a:ln>
            <a:solidFill>
              <a:schemeClr val="bg1">
                <a:lumMod val="95000"/>
              </a:schemeClr>
            </a:solidFill>
          </a:ln>
          <a:effectLst>
            <a:outerShdw blurRad="50800" dist="38100" dir="2700000" algn="tl" rotWithShape="0">
              <a:prstClr val="black">
                <a:alpha val="40000"/>
              </a:prstClr>
            </a:outerShdw>
          </a:effectLst>
        </p:spPr>
      </p:pic>
      <p:sp>
        <p:nvSpPr>
          <p:cNvPr id="39" name="TextBox 38">
            <a:extLst>
              <a:ext uri="{FF2B5EF4-FFF2-40B4-BE49-F238E27FC236}">
                <a16:creationId xmlns:a16="http://schemas.microsoft.com/office/drawing/2014/main" id="{A299B995-1163-6B9B-B204-21D4A09B44D7}"/>
              </a:ext>
            </a:extLst>
          </p:cNvPr>
          <p:cNvSpPr txBox="1"/>
          <p:nvPr/>
        </p:nvSpPr>
        <p:spPr>
          <a:xfrm>
            <a:off x="8835605" y="4436494"/>
            <a:ext cx="2944803" cy="523220"/>
          </a:xfrm>
          <a:prstGeom prst="rect">
            <a:avLst/>
          </a:prstGeom>
          <a:noFill/>
        </p:spPr>
        <p:txBody>
          <a:bodyPr wrap="square" rtlCol="0">
            <a:spAutoFit/>
          </a:bodyPr>
          <a:lstStyle/>
          <a:p>
            <a:r>
              <a:rPr kumimoji="1" lang="ja-JP" altLang="en-US" sz="700" dirty="0">
                <a:latin typeface="メイリオ" panose="020B0604030504040204" pitchFamily="50" charset="-128"/>
                <a:ea typeface="メイリオ" panose="020B0604030504040204" pitchFamily="50" charset="-128"/>
              </a:rPr>
              <a:t>練習が終わったら</a:t>
            </a:r>
            <a:endParaRPr kumimoji="1" lang="en-US" altLang="ja-JP" sz="700" dirty="0">
              <a:latin typeface="メイリオ" panose="020B0604030504040204" pitchFamily="50" charset="-128"/>
              <a:ea typeface="メイリオ" panose="020B0604030504040204" pitchFamily="50" charset="-128"/>
            </a:endParaRPr>
          </a:p>
          <a:p>
            <a:r>
              <a:rPr lang="ja-JP" altLang="en-US" sz="700" dirty="0">
                <a:latin typeface="メイリオ" panose="020B0604030504040204" pitchFamily="50" charset="-128"/>
                <a:ea typeface="メイリオ" panose="020B0604030504040204" pitchFamily="50" charset="-128"/>
              </a:rPr>
              <a:t>・　</a:t>
            </a:r>
            <a:r>
              <a:rPr kumimoji="1" lang="ja-JP" altLang="en-US" sz="700" dirty="0">
                <a:latin typeface="メイリオ" panose="020B0604030504040204" pitchFamily="50" charset="-128"/>
                <a:ea typeface="メイリオ" panose="020B0604030504040204" pitchFamily="50" charset="-128"/>
              </a:rPr>
              <a:t>本体を</a:t>
            </a:r>
            <a:r>
              <a:rPr kumimoji="1" lang="en-US" altLang="ja-JP" sz="700" dirty="0">
                <a:latin typeface="メイリオ" panose="020B0604030504040204" pitchFamily="50" charset="-128"/>
                <a:ea typeface="メイリオ" panose="020B0604030504040204" pitchFamily="50" charset="-128"/>
              </a:rPr>
              <a:t>1</a:t>
            </a:r>
            <a:r>
              <a:rPr kumimoji="1" lang="ja-JP" altLang="en-US" sz="700" dirty="0">
                <a:latin typeface="メイリオ" panose="020B0604030504040204" pitchFamily="50" charset="-128"/>
                <a:ea typeface="メイリオ" panose="020B0604030504040204" pitchFamily="50" charset="-128"/>
              </a:rPr>
              <a:t>回タップして表示される数字を「回数」</a:t>
            </a:r>
            <a:endParaRPr kumimoji="1" lang="en-US" altLang="ja-JP" sz="700" dirty="0">
              <a:latin typeface="メイリオ" panose="020B0604030504040204" pitchFamily="50" charset="-128"/>
              <a:ea typeface="メイリオ" panose="020B0604030504040204" pitchFamily="50" charset="-128"/>
            </a:endParaRPr>
          </a:p>
          <a:p>
            <a:r>
              <a:rPr lang="ja-JP" altLang="en-US" sz="700" dirty="0">
                <a:latin typeface="メイリオ" panose="020B0604030504040204" pitchFamily="50" charset="-128"/>
                <a:ea typeface="メイリオ" panose="020B0604030504040204" pitchFamily="50" charset="-128"/>
              </a:rPr>
              <a:t>・　</a:t>
            </a:r>
            <a:r>
              <a:rPr kumimoji="1" lang="en-US" altLang="ja-JP" sz="700" dirty="0">
                <a:latin typeface="メイリオ" panose="020B0604030504040204" pitchFamily="50" charset="-128"/>
                <a:ea typeface="メイリオ" panose="020B0604030504040204" pitchFamily="50" charset="-128"/>
              </a:rPr>
              <a:t>2</a:t>
            </a:r>
            <a:r>
              <a:rPr kumimoji="1" lang="ja-JP" altLang="en-US" sz="700" dirty="0">
                <a:latin typeface="メイリオ" panose="020B0604030504040204" pitchFamily="50" charset="-128"/>
                <a:ea typeface="メイリオ" panose="020B0604030504040204" pitchFamily="50" charset="-128"/>
              </a:rPr>
              <a:t>回タップして表示される</a:t>
            </a:r>
            <a:r>
              <a:rPr kumimoji="1" lang="en-US" altLang="ja-JP" sz="700" dirty="0">
                <a:latin typeface="メイリオ" panose="020B0604030504040204" pitchFamily="50" charset="-128"/>
                <a:ea typeface="メイリオ" panose="020B0604030504040204" pitchFamily="50" charset="-128"/>
              </a:rPr>
              <a:t>2</a:t>
            </a:r>
            <a:r>
              <a:rPr kumimoji="1" lang="ja-JP" altLang="en-US" sz="700" dirty="0">
                <a:latin typeface="メイリオ" panose="020B0604030504040204" pitchFamily="50" charset="-128"/>
                <a:ea typeface="メイリオ" panose="020B0604030504040204" pitchFamily="50" charset="-128"/>
              </a:rPr>
              <a:t>つの数字を「平均」「ベスト」</a:t>
            </a:r>
            <a:br>
              <a:rPr kumimoji="1" lang="en-US" altLang="ja-JP" sz="700" dirty="0">
                <a:latin typeface="メイリオ" panose="020B0604030504040204" pitchFamily="50" charset="-128"/>
                <a:ea typeface="メイリオ" panose="020B0604030504040204" pitchFamily="50" charset="-128"/>
              </a:rPr>
            </a:br>
            <a:r>
              <a:rPr kumimoji="1" lang="ja-JP" altLang="en-US" sz="700" dirty="0">
                <a:latin typeface="メイリオ" panose="020B0604030504040204" pitchFamily="50" charset="-128"/>
                <a:ea typeface="メイリオ" panose="020B0604030504040204" pitchFamily="50" charset="-128"/>
              </a:rPr>
              <a:t>に入力して</a:t>
            </a:r>
            <a:r>
              <a:rPr kumimoji="1" lang="en-US" altLang="ja-JP" sz="700" dirty="0">
                <a:latin typeface="メイリオ" panose="020B0604030504040204" pitchFamily="50" charset="-128"/>
                <a:ea typeface="メイリオ" panose="020B0604030504040204" pitchFamily="50" charset="-128"/>
              </a:rPr>
              <a:t>OK</a:t>
            </a:r>
            <a:r>
              <a:rPr kumimoji="1" lang="ja-JP" altLang="en-US" sz="700" dirty="0">
                <a:latin typeface="メイリオ" panose="020B0604030504040204" pitchFamily="50" charset="-128"/>
                <a:ea typeface="メイリオ" panose="020B0604030504040204" pitchFamily="50" charset="-128"/>
              </a:rPr>
              <a:t>を押すと記録されます。</a:t>
            </a:r>
          </a:p>
        </p:txBody>
      </p:sp>
      <p:pic>
        <p:nvPicPr>
          <p:cNvPr id="41" name="Picture 40">
            <a:extLst>
              <a:ext uri="{FF2B5EF4-FFF2-40B4-BE49-F238E27FC236}">
                <a16:creationId xmlns:a16="http://schemas.microsoft.com/office/drawing/2014/main" id="{FA0BB3A4-2FEF-3B72-94B0-7466C59EF90D}"/>
              </a:ext>
            </a:extLst>
          </p:cNvPr>
          <p:cNvPicPr>
            <a:picLocks noChangeAspect="1"/>
          </p:cNvPicPr>
          <p:nvPr/>
        </p:nvPicPr>
        <p:blipFill>
          <a:blip r:embed="rId8"/>
          <a:stretch>
            <a:fillRect/>
          </a:stretch>
        </p:blipFill>
        <p:spPr>
          <a:xfrm>
            <a:off x="6726093" y="2905846"/>
            <a:ext cx="1833324" cy="1122881"/>
          </a:xfrm>
          <a:prstGeom prst="rect">
            <a:avLst/>
          </a:prstGeom>
          <a:effectLst>
            <a:outerShdw blurRad="50800" dist="38100" dir="2700000" algn="tl" rotWithShape="0">
              <a:prstClr val="black">
                <a:alpha val="40000"/>
              </a:prstClr>
            </a:outerShdw>
          </a:effectLst>
        </p:spPr>
      </p:pic>
      <p:pic>
        <p:nvPicPr>
          <p:cNvPr id="43" name="Picture 42">
            <a:extLst>
              <a:ext uri="{FF2B5EF4-FFF2-40B4-BE49-F238E27FC236}">
                <a16:creationId xmlns:a16="http://schemas.microsoft.com/office/drawing/2014/main" id="{363D9640-608F-CD46-B73E-9A06A92CAF12}"/>
              </a:ext>
            </a:extLst>
          </p:cNvPr>
          <p:cNvPicPr>
            <a:picLocks noChangeAspect="1"/>
          </p:cNvPicPr>
          <p:nvPr/>
        </p:nvPicPr>
        <p:blipFill>
          <a:blip r:embed="rId9"/>
          <a:stretch>
            <a:fillRect/>
          </a:stretch>
        </p:blipFill>
        <p:spPr>
          <a:xfrm>
            <a:off x="6726093" y="5367481"/>
            <a:ext cx="1915620" cy="965535"/>
          </a:xfrm>
          <a:prstGeom prst="roundRect">
            <a:avLst>
              <a:gd name="adj" fmla="val 8633"/>
            </a:avLst>
          </a:prstGeom>
          <a:effectLst>
            <a:outerShdw blurRad="50800" dist="38100" dir="2700000" algn="tl" rotWithShape="0">
              <a:prstClr val="black">
                <a:alpha val="40000"/>
              </a:prstClr>
            </a:outerShdw>
          </a:effectLst>
        </p:spPr>
      </p:pic>
      <p:sp>
        <p:nvSpPr>
          <p:cNvPr id="45" name="TextBox 44">
            <a:extLst>
              <a:ext uri="{FF2B5EF4-FFF2-40B4-BE49-F238E27FC236}">
                <a16:creationId xmlns:a16="http://schemas.microsoft.com/office/drawing/2014/main" id="{2FD3541E-BF2F-4875-F1B2-9683F78EDFB9}"/>
              </a:ext>
            </a:extLst>
          </p:cNvPr>
          <p:cNvSpPr txBox="1"/>
          <p:nvPr/>
        </p:nvSpPr>
        <p:spPr>
          <a:xfrm>
            <a:off x="8835605" y="5530631"/>
            <a:ext cx="2575942" cy="984885"/>
          </a:xfrm>
          <a:prstGeom prst="rect">
            <a:avLst/>
          </a:prstGeom>
          <a:noFill/>
        </p:spPr>
        <p:txBody>
          <a:bodyPr wrap="square">
            <a:spAutoFit/>
          </a:bodyPr>
          <a:lstStyle/>
          <a:p>
            <a:endParaRPr kumimoji="1" lang="en-US" altLang="ja-JP" sz="800" dirty="0">
              <a:latin typeface="メイリオ" panose="020B0604030504040204" pitchFamily="50" charset="-128"/>
              <a:ea typeface="メイリオ" panose="020B0604030504040204" pitchFamily="50" charset="-128"/>
            </a:endParaRPr>
          </a:p>
          <a:p>
            <a:r>
              <a:rPr lang="ja-JP" altLang="en-US" sz="800" dirty="0">
                <a:latin typeface="メイリオ" panose="020B0604030504040204" pitchFamily="50" charset="-128"/>
                <a:ea typeface="メイリオ" panose="020B0604030504040204" pitchFamily="50" charset="-128"/>
              </a:rPr>
              <a:t>毎日バットを振ることでポイントが貯まります。</a:t>
            </a:r>
            <a:br>
              <a:rPr lang="en-US" altLang="ja-JP" sz="800" dirty="0">
                <a:latin typeface="メイリオ" panose="020B0604030504040204" pitchFamily="50" charset="-128"/>
                <a:ea typeface="メイリオ" panose="020B0604030504040204" pitchFamily="50" charset="-128"/>
              </a:rPr>
            </a:br>
            <a:r>
              <a:rPr lang="ja-JP" altLang="en-US" sz="800" b="1" dirty="0">
                <a:solidFill>
                  <a:srgbClr val="FF0000"/>
                </a:solidFill>
                <a:latin typeface="メイリオ" panose="020B0604030504040204" pitchFamily="50" charset="-128"/>
                <a:ea typeface="メイリオ" panose="020B0604030504040204" pitchFamily="50" charset="-128"/>
              </a:rPr>
              <a:t>目標をクリアしたら約束のごほうびをプレゼントしてあげてください。</a:t>
            </a:r>
            <a:endParaRPr kumimoji="1" lang="en-US" altLang="ja-JP" sz="800" b="1" dirty="0">
              <a:solidFill>
                <a:srgbClr val="FF0000"/>
              </a:solidFill>
              <a:latin typeface="メイリオ" panose="020B0604030504040204" pitchFamily="50" charset="-128"/>
              <a:ea typeface="メイリオ" panose="020B0604030504040204" pitchFamily="50" charset="-128"/>
            </a:endParaRPr>
          </a:p>
          <a:p>
            <a:br>
              <a:rPr lang="en-US" altLang="ja-JP" sz="800" dirty="0">
                <a:latin typeface="メイリオ" panose="020B0604030504040204" pitchFamily="50" charset="-128"/>
                <a:ea typeface="メイリオ" panose="020B0604030504040204" pitchFamily="50" charset="-128"/>
              </a:rPr>
            </a:br>
            <a:endParaRPr lang="ja-JP" altLang="en-US" dirty="0"/>
          </a:p>
        </p:txBody>
      </p:sp>
    </p:spTree>
    <p:extLst>
      <p:ext uri="{BB962C8B-B14F-4D97-AF65-F5344CB8AC3E}">
        <p14:creationId xmlns:p14="http://schemas.microsoft.com/office/powerpoint/2010/main" val="201145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17E0518-1619-6A2D-6D52-249502CDCB58}"/>
              </a:ext>
            </a:extLst>
          </p:cNvPr>
          <p:cNvGrpSpPr/>
          <p:nvPr/>
        </p:nvGrpSpPr>
        <p:grpSpPr>
          <a:xfrm>
            <a:off x="3239" y="0"/>
            <a:ext cx="12185522" cy="6858000"/>
            <a:chOff x="3239" y="0"/>
            <a:chExt cx="12185522" cy="6858000"/>
          </a:xfrm>
        </p:grpSpPr>
        <p:pic>
          <p:nvPicPr>
            <p:cNvPr id="3" name="Picture 2">
              <a:extLst>
                <a:ext uri="{FF2B5EF4-FFF2-40B4-BE49-F238E27FC236}">
                  <a16:creationId xmlns:a16="http://schemas.microsoft.com/office/drawing/2014/main" id="{4A3A08E8-65B9-038B-CAEB-FD56DE7FA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Rectangle 3">
              <a:extLst>
                <a:ext uri="{FF2B5EF4-FFF2-40B4-BE49-F238E27FC236}">
                  <a16:creationId xmlns:a16="http://schemas.microsoft.com/office/drawing/2014/main" id="{B24833D6-549B-37CA-31EC-D71FC1743277}"/>
                </a:ext>
              </a:extLst>
            </p:cNvPr>
            <p:cNvSpPr/>
            <p:nvPr/>
          </p:nvSpPr>
          <p:spPr>
            <a:xfrm>
              <a:off x="3608281" y="4811342"/>
              <a:ext cx="849419" cy="151325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Rectangle 4">
              <a:extLst>
                <a:ext uri="{FF2B5EF4-FFF2-40B4-BE49-F238E27FC236}">
                  <a16:creationId xmlns:a16="http://schemas.microsoft.com/office/drawing/2014/main" id="{DC7ABE22-DC7D-9CF7-AB96-F17EB83CAD1E}"/>
                </a:ext>
              </a:extLst>
            </p:cNvPr>
            <p:cNvSpPr/>
            <p:nvPr/>
          </p:nvSpPr>
          <p:spPr>
            <a:xfrm>
              <a:off x="3608281" y="753692"/>
              <a:ext cx="1459019" cy="1138608"/>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Group 5">
              <a:extLst>
                <a:ext uri="{FF2B5EF4-FFF2-40B4-BE49-F238E27FC236}">
                  <a16:creationId xmlns:a16="http://schemas.microsoft.com/office/drawing/2014/main" id="{074AD783-0B56-A329-9F1A-B29DC36EBA8D}"/>
                </a:ext>
              </a:extLst>
            </p:cNvPr>
            <p:cNvGrpSpPr/>
            <p:nvPr/>
          </p:nvGrpSpPr>
          <p:grpSpPr>
            <a:xfrm>
              <a:off x="3557302" y="4965701"/>
              <a:ext cx="951376" cy="1456717"/>
              <a:chOff x="5000711" y="5293669"/>
              <a:chExt cx="799332" cy="1223912"/>
            </a:xfrm>
          </p:grpSpPr>
          <p:pic>
            <p:nvPicPr>
              <p:cNvPr id="7" name="Picture 6">
                <a:extLst>
                  <a:ext uri="{FF2B5EF4-FFF2-40B4-BE49-F238E27FC236}">
                    <a16:creationId xmlns:a16="http://schemas.microsoft.com/office/drawing/2014/main" id="{FE89297B-6B08-593D-F430-76522A93F0AE}"/>
                  </a:ext>
                </a:extLst>
              </p:cNvPr>
              <p:cNvPicPr>
                <a:picLocks noChangeAspect="1"/>
              </p:cNvPicPr>
              <p:nvPr/>
            </p:nvPicPr>
            <p:blipFill>
              <a:blip r:embed="rId3"/>
              <a:srcRect l="40487" t="36589" r="40487" b="44787"/>
              <a:stretch>
                <a:fillRect/>
              </a:stretch>
            </p:blipFill>
            <p:spPr>
              <a:xfrm>
                <a:off x="5000711" y="5293669"/>
                <a:ext cx="753569" cy="1098344"/>
              </a:xfrm>
              <a:prstGeom prst="rect">
                <a:avLst/>
              </a:prstGeom>
            </p:spPr>
          </p:pic>
          <p:pic>
            <p:nvPicPr>
              <p:cNvPr id="8" name="Graphic 7" descr="Double Tap Gesture with solid fill">
                <a:extLst>
                  <a:ext uri="{FF2B5EF4-FFF2-40B4-BE49-F238E27FC236}">
                    <a16:creationId xmlns:a16="http://schemas.microsoft.com/office/drawing/2014/main" id="{51D5819B-796D-4D94-1750-E6ED670EA6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687406">
                <a:off x="5232659" y="5950197"/>
                <a:ext cx="567384" cy="567384"/>
              </a:xfrm>
              <a:prstGeom prst="rect">
                <a:avLst/>
              </a:prstGeom>
              <a:effectLst>
                <a:outerShdw blurRad="50800" dist="38100" dir="2700000" algn="tl" rotWithShape="0">
                  <a:prstClr val="black">
                    <a:alpha val="40000"/>
                  </a:prstClr>
                </a:outerShdw>
              </a:effectLst>
            </p:spPr>
          </p:pic>
          <p:pic>
            <p:nvPicPr>
              <p:cNvPr id="9" name="Graphic 8" descr="Double Tap Gesture with solid fill">
                <a:extLst>
                  <a:ext uri="{FF2B5EF4-FFF2-40B4-BE49-F238E27FC236}">
                    <a16:creationId xmlns:a16="http://schemas.microsoft.com/office/drawing/2014/main" id="{365BA237-0BD8-CD15-1277-9604AC75E6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687406">
                <a:off x="5232659" y="5393310"/>
                <a:ext cx="567384" cy="567384"/>
              </a:xfrm>
              <a:prstGeom prst="rect">
                <a:avLst/>
              </a:prstGeom>
              <a:effectLst>
                <a:outerShdw blurRad="50800" dist="38100" dir="2700000" algn="tl" rotWithShape="0">
                  <a:prstClr val="black">
                    <a:alpha val="40000"/>
                  </a:prstClr>
                </a:outerShdw>
              </a:effectLst>
            </p:spPr>
          </p:pic>
        </p:grpSp>
        <p:grpSp>
          <p:nvGrpSpPr>
            <p:cNvPr id="10" name="Group 9">
              <a:extLst>
                <a:ext uri="{FF2B5EF4-FFF2-40B4-BE49-F238E27FC236}">
                  <a16:creationId xmlns:a16="http://schemas.microsoft.com/office/drawing/2014/main" id="{818BACC8-9E4B-4B17-065B-C66EDA0AF7E7}"/>
                </a:ext>
              </a:extLst>
            </p:cNvPr>
            <p:cNvGrpSpPr/>
            <p:nvPr/>
          </p:nvGrpSpPr>
          <p:grpSpPr>
            <a:xfrm>
              <a:off x="3692626" y="926131"/>
              <a:ext cx="1155813" cy="934907"/>
              <a:chOff x="4708363" y="1010723"/>
              <a:chExt cx="1155813" cy="934907"/>
            </a:xfrm>
          </p:grpSpPr>
          <p:pic>
            <p:nvPicPr>
              <p:cNvPr id="11" name="Picture 10">
                <a:extLst>
                  <a:ext uri="{FF2B5EF4-FFF2-40B4-BE49-F238E27FC236}">
                    <a16:creationId xmlns:a16="http://schemas.microsoft.com/office/drawing/2014/main" id="{A863D090-4E67-49C2-93BF-E1F2BB40C00F}"/>
                  </a:ext>
                </a:extLst>
              </p:cNvPr>
              <p:cNvPicPr>
                <a:picLocks noChangeAspect="1"/>
              </p:cNvPicPr>
              <p:nvPr/>
            </p:nvPicPr>
            <p:blipFill>
              <a:blip r:embed="rId5"/>
              <a:srcRect l="25888" t="31432" r="26010" b="21558"/>
              <a:stretch>
                <a:fillRect/>
              </a:stretch>
            </p:blipFill>
            <p:spPr>
              <a:xfrm>
                <a:off x="4708363" y="1010723"/>
                <a:ext cx="1125294" cy="824803"/>
              </a:xfrm>
              <a:prstGeom prst="rect">
                <a:avLst/>
              </a:prstGeom>
              <a:effectLst>
                <a:outerShdw blurRad="50800" dist="38100" dir="2700000" algn="tl" rotWithShape="0">
                  <a:prstClr val="black">
                    <a:alpha val="40000"/>
                  </a:prstClr>
                </a:outerShdw>
              </a:effectLst>
            </p:spPr>
          </p:pic>
          <p:sp>
            <p:nvSpPr>
              <p:cNvPr id="12" name="Arrow: Left 11">
                <a:extLst>
                  <a:ext uri="{FF2B5EF4-FFF2-40B4-BE49-F238E27FC236}">
                    <a16:creationId xmlns:a16="http://schemas.microsoft.com/office/drawing/2014/main" id="{E89CE281-E703-B712-B89B-BA31050792AF}"/>
                  </a:ext>
                </a:extLst>
              </p:cNvPr>
              <p:cNvSpPr/>
              <p:nvPr/>
            </p:nvSpPr>
            <p:spPr>
              <a:xfrm>
                <a:off x="5185887" y="1757497"/>
                <a:ext cx="430549" cy="188133"/>
              </a:xfrm>
              <a:prstGeom prst="leftArrow">
                <a:avLst>
                  <a:gd name="adj1" fmla="val 50400"/>
                  <a:gd name="adj2" fmla="val 81930"/>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endParaRPr kumimoji="1" lang="en-US" altLang="ja-JP" sz="800" b="1" dirty="0">
                  <a:latin typeface="メイリオ" panose="020B0604030504040204" pitchFamily="50" charset="-128"/>
                  <a:ea typeface="メイリオ" panose="020B0604030504040204" pitchFamily="50" charset="-128"/>
                </a:endParaRPr>
              </a:p>
            </p:txBody>
          </p:sp>
          <p:sp>
            <p:nvSpPr>
              <p:cNvPr id="13" name="TextBox 12">
                <a:extLst>
                  <a:ext uri="{FF2B5EF4-FFF2-40B4-BE49-F238E27FC236}">
                    <a16:creationId xmlns:a16="http://schemas.microsoft.com/office/drawing/2014/main" id="{E7F563CE-C45F-335F-1903-CF1B1E62874E}"/>
                  </a:ext>
                </a:extLst>
              </p:cNvPr>
              <p:cNvSpPr txBox="1"/>
              <p:nvPr/>
            </p:nvSpPr>
            <p:spPr>
              <a:xfrm>
                <a:off x="5111611" y="1573156"/>
                <a:ext cx="333906" cy="200055"/>
              </a:xfrm>
              <a:prstGeom prst="rect">
                <a:avLst/>
              </a:prstGeom>
              <a:noFill/>
            </p:spPr>
            <p:txBody>
              <a:bodyPr wrap="square" rtlCol="0">
                <a:spAutoFit/>
              </a:bodyPr>
              <a:lstStyle/>
              <a:p>
                <a:r>
                  <a:rPr kumimoji="1" lang="en-US" altLang="ja-JP" sz="700" b="1" dirty="0">
                    <a:solidFill>
                      <a:schemeClr val="bg1"/>
                    </a:solidFill>
                    <a:latin typeface="メイリオ" panose="020B0604030504040204" pitchFamily="50" charset="-128"/>
                    <a:ea typeface="メイリオ" panose="020B0604030504040204" pitchFamily="50" charset="-128"/>
                  </a:rPr>
                  <a:t>ON</a:t>
                </a:r>
                <a:endParaRPr kumimoji="1" lang="ja-JP" altLang="en-US" sz="700" b="1" dirty="0">
                  <a:solidFill>
                    <a:schemeClr val="bg1"/>
                  </a:solidFill>
                  <a:latin typeface="メイリオ" panose="020B0604030504040204" pitchFamily="50" charset="-128"/>
                  <a:ea typeface="メイリオ" panose="020B0604030504040204" pitchFamily="50" charset="-128"/>
                </a:endParaRPr>
              </a:p>
            </p:txBody>
          </p:sp>
          <p:sp>
            <p:nvSpPr>
              <p:cNvPr id="14" name="TextBox 13">
                <a:extLst>
                  <a:ext uri="{FF2B5EF4-FFF2-40B4-BE49-F238E27FC236}">
                    <a16:creationId xmlns:a16="http://schemas.microsoft.com/office/drawing/2014/main" id="{99429C8A-D168-9E7C-B3B2-98141D16300A}"/>
                  </a:ext>
                </a:extLst>
              </p:cNvPr>
              <p:cNvSpPr txBox="1"/>
              <p:nvPr/>
            </p:nvSpPr>
            <p:spPr>
              <a:xfrm>
                <a:off x="5433628" y="1573156"/>
                <a:ext cx="430548" cy="200055"/>
              </a:xfrm>
              <a:prstGeom prst="rect">
                <a:avLst/>
              </a:prstGeom>
              <a:noFill/>
            </p:spPr>
            <p:txBody>
              <a:bodyPr wrap="square" rtlCol="0">
                <a:spAutoFit/>
              </a:bodyPr>
              <a:lstStyle/>
              <a:p>
                <a:r>
                  <a:rPr kumimoji="1" lang="en-US" altLang="ja-JP" sz="700" b="1" dirty="0">
                    <a:solidFill>
                      <a:schemeClr val="bg1"/>
                    </a:solidFill>
                    <a:latin typeface="メイリオ" panose="020B0604030504040204" pitchFamily="50" charset="-128"/>
                    <a:ea typeface="メイリオ" panose="020B0604030504040204" pitchFamily="50" charset="-128"/>
                  </a:rPr>
                  <a:t>OFF</a:t>
                </a:r>
                <a:endParaRPr kumimoji="1" lang="ja-JP" altLang="en-US" sz="700" b="1" dirty="0">
                  <a:solidFill>
                    <a:schemeClr val="bg1"/>
                  </a:solidFill>
                  <a:latin typeface="メイリオ" panose="020B0604030504040204" pitchFamily="50" charset="-128"/>
                  <a:ea typeface="メイリオ" panose="020B0604030504040204" pitchFamily="50" charset="-128"/>
                </a:endParaRPr>
              </a:p>
            </p:txBody>
          </p:sp>
        </p:grpSp>
        <p:sp>
          <p:nvSpPr>
            <p:cNvPr id="24" name="Rectangle 23">
              <a:extLst>
                <a:ext uri="{FF2B5EF4-FFF2-40B4-BE49-F238E27FC236}">
                  <a16:creationId xmlns:a16="http://schemas.microsoft.com/office/drawing/2014/main" id="{BDAFFAE8-FAE3-9634-E09A-AB3AD7DA7165}"/>
                </a:ext>
              </a:extLst>
            </p:cNvPr>
            <p:cNvSpPr/>
            <p:nvPr/>
          </p:nvSpPr>
          <p:spPr>
            <a:xfrm>
              <a:off x="3570742" y="3246449"/>
              <a:ext cx="1459018" cy="735001"/>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Group 14">
              <a:extLst>
                <a:ext uri="{FF2B5EF4-FFF2-40B4-BE49-F238E27FC236}">
                  <a16:creationId xmlns:a16="http://schemas.microsoft.com/office/drawing/2014/main" id="{5E36D2AF-1388-4280-B2D0-0C1DFDB4D68A}"/>
                </a:ext>
              </a:extLst>
            </p:cNvPr>
            <p:cNvGrpSpPr/>
            <p:nvPr/>
          </p:nvGrpSpPr>
          <p:grpSpPr>
            <a:xfrm>
              <a:off x="3525676" y="3704266"/>
              <a:ext cx="1364368" cy="554367"/>
              <a:chOff x="4678374" y="3933053"/>
              <a:chExt cx="1364368" cy="554367"/>
            </a:xfrm>
          </p:grpSpPr>
          <p:pic>
            <p:nvPicPr>
              <p:cNvPr id="16" name="Picture 15">
                <a:extLst>
                  <a:ext uri="{FF2B5EF4-FFF2-40B4-BE49-F238E27FC236}">
                    <a16:creationId xmlns:a16="http://schemas.microsoft.com/office/drawing/2014/main" id="{A04E2448-506F-E136-40C2-87760045F8E2}"/>
                  </a:ext>
                </a:extLst>
              </p:cNvPr>
              <p:cNvPicPr>
                <a:picLocks noChangeAspect="1"/>
              </p:cNvPicPr>
              <p:nvPr/>
            </p:nvPicPr>
            <p:blipFill>
              <a:blip r:embed="rId6"/>
              <a:srcRect l="9730" t="19701" r="17421" b="58099"/>
              <a:stretch>
                <a:fillRect/>
              </a:stretch>
            </p:blipFill>
            <p:spPr>
              <a:xfrm>
                <a:off x="4678374" y="3933053"/>
                <a:ext cx="1364368" cy="554367"/>
              </a:xfrm>
              <a:prstGeom prst="rect">
                <a:avLst/>
              </a:prstGeom>
              <a:effectLst>
                <a:outerShdw blurRad="50800" dist="38100" dir="5400000" algn="t" rotWithShape="0">
                  <a:prstClr val="black">
                    <a:alpha val="40000"/>
                  </a:prstClr>
                </a:outerShdw>
              </a:effectLst>
            </p:spPr>
          </p:pic>
          <p:grpSp>
            <p:nvGrpSpPr>
              <p:cNvPr id="17" name="Group 16">
                <a:extLst>
                  <a:ext uri="{FF2B5EF4-FFF2-40B4-BE49-F238E27FC236}">
                    <a16:creationId xmlns:a16="http://schemas.microsoft.com/office/drawing/2014/main" id="{0AE7DD66-EC2C-0BF1-53FB-9C074D5A57E4}"/>
                  </a:ext>
                </a:extLst>
              </p:cNvPr>
              <p:cNvGrpSpPr/>
              <p:nvPr/>
            </p:nvGrpSpPr>
            <p:grpSpPr>
              <a:xfrm>
                <a:off x="5616436" y="3933053"/>
                <a:ext cx="426306" cy="316386"/>
                <a:chOff x="5576551" y="4345284"/>
                <a:chExt cx="426306" cy="316386"/>
              </a:xfrm>
              <a:solidFill>
                <a:schemeClr val="bg1"/>
              </a:solidFill>
            </p:grpSpPr>
            <p:pic>
              <p:nvPicPr>
                <p:cNvPr id="18" name="Graphic 17" descr="Music note with solid fill">
                  <a:extLst>
                    <a:ext uri="{FF2B5EF4-FFF2-40B4-BE49-F238E27FC236}">
                      <a16:creationId xmlns:a16="http://schemas.microsoft.com/office/drawing/2014/main" id="{AE5AD5CB-F198-E2D8-4E47-33466B7EB4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76551" y="4361322"/>
                  <a:ext cx="300348" cy="300348"/>
                </a:xfrm>
                <a:prstGeom prst="rect">
                  <a:avLst/>
                </a:prstGeom>
                <a:effectLst>
                  <a:outerShdw blurRad="50800" dist="38100" dir="2700000" algn="tl" rotWithShape="0">
                    <a:prstClr val="black">
                      <a:alpha val="40000"/>
                    </a:prstClr>
                  </a:outerShdw>
                </a:effectLst>
              </p:spPr>
            </p:pic>
            <p:pic>
              <p:nvPicPr>
                <p:cNvPr id="19" name="Graphic 18" descr="Music note with solid fill">
                  <a:extLst>
                    <a:ext uri="{FF2B5EF4-FFF2-40B4-BE49-F238E27FC236}">
                      <a16:creationId xmlns:a16="http://schemas.microsoft.com/office/drawing/2014/main" id="{CD9CF620-93D1-D0B8-A068-FF1AFCDF01C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02509" y="4345284"/>
                  <a:ext cx="300348" cy="300348"/>
                </a:xfrm>
                <a:prstGeom prst="rect">
                  <a:avLst/>
                </a:prstGeom>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50164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14397CF-AEA7-9028-F38A-A6A67C3FA304}"/>
              </a:ext>
            </a:extLst>
          </p:cNvPr>
          <p:cNvGrpSpPr/>
          <p:nvPr/>
        </p:nvGrpSpPr>
        <p:grpSpPr>
          <a:xfrm>
            <a:off x="3239" y="0"/>
            <a:ext cx="12185522" cy="6858000"/>
            <a:chOff x="3239" y="0"/>
            <a:chExt cx="12185522" cy="6858000"/>
          </a:xfrm>
        </p:grpSpPr>
        <p:grpSp>
          <p:nvGrpSpPr>
            <p:cNvPr id="12" name="Group 11">
              <a:extLst>
                <a:ext uri="{FF2B5EF4-FFF2-40B4-BE49-F238E27FC236}">
                  <a16:creationId xmlns:a16="http://schemas.microsoft.com/office/drawing/2014/main" id="{5AE2E430-94C2-6CAB-913C-32F687E83327}"/>
                </a:ext>
              </a:extLst>
            </p:cNvPr>
            <p:cNvGrpSpPr/>
            <p:nvPr/>
          </p:nvGrpSpPr>
          <p:grpSpPr>
            <a:xfrm>
              <a:off x="3239" y="0"/>
              <a:ext cx="12185522" cy="6858000"/>
              <a:chOff x="3239" y="0"/>
              <a:chExt cx="12185522" cy="6858000"/>
            </a:xfrm>
          </p:grpSpPr>
          <p:pic>
            <p:nvPicPr>
              <p:cNvPr id="3" name="Picture 2">
                <a:extLst>
                  <a:ext uri="{FF2B5EF4-FFF2-40B4-BE49-F238E27FC236}">
                    <a16:creationId xmlns:a16="http://schemas.microsoft.com/office/drawing/2014/main" id="{4459CC01-435C-E3F2-5B66-ACF69057A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8" name="Rectangle 7">
                <a:extLst>
                  <a:ext uri="{FF2B5EF4-FFF2-40B4-BE49-F238E27FC236}">
                    <a16:creationId xmlns:a16="http://schemas.microsoft.com/office/drawing/2014/main" id="{874DB423-87A1-B07E-DE93-367F605B3BD0}"/>
                  </a:ext>
                </a:extLst>
              </p:cNvPr>
              <p:cNvSpPr/>
              <p:nvPr/>
            </p:nvSpPr>
            <p:spPr>
              <a:xfrm>
                <a:off x="6586430" y="636549"/>
                <a:ext cx="2201970" cy="1801300"/>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Rectangle 8">
                <a:extLst>
                  <a:ext uri="{FF2B5EF4-FFF2-40B4-BE49-F238E27FC236}">
                    <a16:creationId xmlns:a16="http://schemas.microsoft.com/office/drawing/2014/main" id="{2EEAE46E-5232-36A1-7F3D-BD3D353996C5}"/>
                  </a:ext>
                </a:extLst>
              </p:cNvPr>
              <p:cNvSpPr/>
              <p:nvPr/>
            </p:nvSpPr>
            <p:spPr>
              <a:xfrm>
                <a:off x="6586430" y="2528350"/>
                <a:ext cx="2144820" cy="1326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Rectangle 9">
                <a:extLst>
                  <a:ext uri="{FF2B5EF4-FFF2-40B4-BE49-F238E27FC236}">
                    <a16:creationId xmlns:a16="http://schemas.microsoft.com/office/drawing/2014/main" id="{729C87C9-4F93-6997-4C22-F301E3A9BEE2}"/>
                  </a:ext>
                </a:extLst>
              </p:cNvPr>
              <p:cNvSpPr/>
              <p:nvPr/>
            </p:nvSpPr>
            <p:spPr>
              <a:xfrm>
                <a:off x="6586430" y="3973858"/>
                <a:ext cx="2144820" cy="1122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ectangle 10">
                <a:extLst>
                  <a:ext uri="{FF2B5EF4-FFF2-40B4-BE49-F238E27FC236}">
                    <a16:creationId xmlns:a16="http://schemas.microsoft.com/office/drawing/2014/main" id="{DB616B07-B5CE-4D59-5DC5-22B93B23F7BB}"/>
                  </a:ext>
                </a:extLst>
              </p:cNvPr>
              <p:cNvSpPr/>
              <p:nvPr/>
            </p:nvSpPr>
            <p:spPr>
              <a:xfrm>
                <a:off x="6586430" y="5231527"/>
                <a:ext cx="2144820" cy="11883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4" name="Picture 3">
              <a:extLst>
                <a:ext uri="{FF2B5EF4-FFF2-40B4-BE49-F238E27FC236}">
                  <a16:creationId xmlns:a16="http://schemas.microsoft.com/office/drawing/2014/main" id="{FBA09D22-E5C2-8CF1-B3EB-7278C1B4B6A3}"/>
                </a:ext>
              </a:extLst>
            </p:cNvPr>
            <p:cNvPicPr>
              <a:picLocks noChangeAspect="1"/>
            </p:cNvPicPr>
            <p:nvPr/>
          </p:nvPicPr>
          <p:blipFill>
            <a:blip r:embed="rId3"/>
            <a:stretch>
              <a:fillRect/>
            </a:stretch>
          </p:blipFill>
          <p:spPr>
            <a:xfrm>
              <a:off x="6836701" y="624012"/>
              <a:ext cx="1805012" cy="1754133"/>
            </a:xfrm>
            <a:prstGeom prst="roundRect">
              <a:avLst>
                <a:gd name="adj" fmla="val 3183"/>
              </a:avLst>
            </a:prstGeom>
            <a:ln>
              <a:solidFill>
                <a:schemeClr val="bg2">
                  <a:lumMod val="90000"/>
                </a:schemeClr>
              </a:solidFill>
            </a:ln>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87104565-295E-E465-98D8-AE583E4A2AF5}"/>
                </a:ext>
              </a:extLst>
            </p:cNvPr>
            <p:cNvPicPr>
              <a:picLocks noChangeAspect="1"/>
            </p:cNvPicPr>
            <p:nvPr/>
          </p:nvPicPr>
          <p:blipFill>
            <a:blip r:embed="rId4"/>
            <a:stretch>
              <a:fillRect/>
            </a:stretch>
          </p:blipFill>
          <p:spPr>
            <a:xfrm>
              <a:off x="6836701" y="2668199"/>
              <a:ext cx="1805012" cy="1105541"/>
            </a:xfrm>
            <a:prstGeom prst="rect">
              <a:avLst/>
            </a:prstGeom>
            <a:ln>
              <a:solidFill>
                <a:schemeClr val="bg2">
                  <a:lumMod val="90000"/>
                </a:schemeClr>
              </a:solidFill>
            </a:ln>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EAAA84F5-7F57-3476-B368-71BB1C46DC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210" y="1419318"/>
              <a:ext cx="1444752" cy="1444752"/>
            </a:xfrm>
            <a:prstGeom prst="rect">
              <a:avLst/>
            </a:prstGeom>
          </p:spPr>
        </p:pic>
        <p:pic>
          <p:nvPicPr>
            <p:cNvPr id="14" name="Picture 13">
              <a:extLst>
                <a:ext uri="{FF2B5EF4-FFF2-40B4-BE49-F238E27FC236}">
                  <a16:creationId xmlns:a16="http://schemas.microsoft.com/office/drawing/2014/main" id="{BDC887A9-EBC2-D9A2-3A58-676BD369B9EF}"/>
                </a:ext>
              </a:extLst>
            </p:cNvPr>
            <p:cNvPicPr>
              <a:picLocks noChangeAspect="1"/>
            </p:cNvPicPr>
            <p:nvPr/>
          </p:nvPicPr>
          <p:blipFill>
            <a:blip r:embed="rId6"/>
            <a:stretch>
              <a:fillRect/>
            </a:stretch>
          </p:blipFill>
          <p:spPr>
            <a:xfrm>
              <a:off x="6836700" y="4204208"/>
              <a:ext cx="1808307" cy="774989"/>
            </a:xfrm>
            <a:prstGeom prst="roundRect">
              <a:avLst>
                <a:gd name="adj" fmla="val 5651"/>
              </a:avLst>
            </a:prstGeom>
            <a:ln>
              <a:solidFill>
                <a:schemeClr val="bg2">
                  <a:lumMod val="90000"/>
                </a:schemeClr>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AB557D90-1DEB-9DC1-4934-6A6D036AC624}"/>
                </a:ext>
              </a:extLst>
            </p:cNvPr>
            <p:cNvPicPr>
              <a:picLocks noChangeAspect="1"/>
            </p:cNvPicPr>
            <p:nvPr/>
          </p:nvPicPr>
          <p:blipFill>
            <a:blip r:embed="rId7"/>
            <a:stretch>
              <a:fillRect/>
            </a:stretch>
          </p:blipFill>
          <p:spPr>
            <a:xfrm>
              <a:off x="6836699" y="5477092"/>
              <a:ext cx="1805013" cy="909785"/>
            </a:xfrm>
            <a:prstGeom prst="roundRect">
              <a:avLst>
                <a:gd name="adj" fmla="val 8633"/>
              </a:avLst>
            </a:prstGeom>
            <a:ln>
              <a:solidFill>
                <a:schemeClr val="bg2">
                  <a:lumMod val="90000"/>
                </a:schemeClr>
              </a:solid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414805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540</TotalTime>
  <Words>635</Words>
  <Application>Microsoft Office PowerPoint</Application>
  <PresentationFormat>Widescreen</PresentationFormat>
  <Paragraphs>62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メイリオ</vt:lpstr>
      <vt:lpstr>游ゴシック</vt:lpstr>
      <vt:lpstr>游ゴシック Light</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Takamichi Asai</dc:creator>
  <cp:lastModifiedBy>Takamichi Asai</cp:lastModifiedBy>
  <cp:revision>1</cp:revision>
  <dcterms:created xsi:type="dcterms:W3CDTF">2026-06-01T01:11:22Z</dcterms:created>
  <dcterms:modified xsi:type="dcterms:W3CDTF">2026-06-01T11:02:29Z</dcterms:modified>
</cp:coreProperties>
</file>